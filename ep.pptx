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presentation.xml" ContentType="application/vnd.openxmlformats-officedocument.presentationml.presentation.main+xml"/>
  <Override PartName="/ppt/slideMasters/slideMaster10.xml" ContentType="application/vnd.openxmlformats-officedocument.presentationml.slideMaster+xml"/>
  <Override PartName="/ppt/slideMasters/slideMaster1.xml" ContentType="application/vnd.openxmlformats-officedocument.presentationml.slideMaster+xml"/>
  <Override PartName="/ppt/slideMasters/slideMaster9.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11.xml" ContentType="application/vnd.openxmlformats-officedocument.presentationml.slideMaster+xml"/>
  <Override PartName="/ppt/slideMasters/slideMaster8.xml" ContentType="application/vnd.openxmlformats-officedocument.presentationml.slideMaster+xml"/>
  <Override PartName="/ppt/slideMasters/slideMaster12.xml" ContentType="application/vnd.openxmlformats-officedocument.presentationml.slideMaster+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1.xml.rels" ContentType="application/vnd.openxmlformats-package.relationships+xml"/>
  <Override PartName="/ppt/slideMasters/_rels/slideMaster8.xml.rels" ContentType="application/vnd.openxmlformats-package.relationships+xml"/>
  <Override PartName="/ppt/slideMasters/_rels/slideMaster11.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6.xml.rels" ContentType="application/vnd.openxmlformats-package.relationships+xml"/>
  <Override PartName="/ppt/slideMasters/_rels/slideMaster12.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presProps.xml" ContentType="application/vnd.openxmlformats-officedocument.presentationml.presProps+xml"/>
  <Override PartName="/ppt/media/image2.svg" ContentType="image/svg"/>
  <Override PartName="/ppt/media/image1.png" ContentType="image/png"/>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22.xml.rels" ContentType="application/vnd.openxmlformats-package.relationships+xml"/>
  <Override PartName="/ppt/slides/_rels/slide35.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6" r:id="rId5"/>
    <p:sldMasterId id="2147483659" r:id="rId6"/>
    <p:sldMasterId id="2147483661" r:id="rId7"/>
    <p:sldMasterId id="2147483663" r:id="rId8"/>
    <p:sldMasterId id="2147483665" r:id="rId9"/>
    <p:sldMasterId id="2147483667" r:id="rId10"/>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6.xml"/><Relationship Id="rId6" Type="http://schemas.openxmlformats.org/officeDocument/2006/relationships/slideMaster" Target="slideMasters/slideMaster8.xml"/><Relationship Id="rId7" Type="http://schemas.openxmlformats.org/officeDocument/2006/relationships/slideMaster" Target="slideMasters/slideMaster9.xml"/><Relationship Id="rId8" Type="http://schemas.openxmlformats.org/officeDocument/2006/relationships/slideMaster" Target="slideMasters/slideMaster10.xml"/><Relationship Id="rId9" Type="http://schemas.openxmlformats.org/officeDocument/2006/relationships/slideMaster" Target="slideMasters/slideMaster11.xml"/><Relationship Id="rId10" Type="http://schemas.openxmlformats.org/officeDocument/2006/relationships/slideMaster" Target="slideMasters/slideMaster12.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Yellow Idea">
    <p:bg>
      <p:bgPr>
        <a:solidFill>
          <a:srgbClr val="f2c02c"/>
        </a:solidFill>
      </p:bgPr>
    </p:bg>
    <p:spTree>
      <p:nvGrpSpPr>
        <p:cNvPr id="1" name=""/>
        <p:cNvGrpSpPr/>
        <p:nvPr/>
      </p:nvGrpSpPr>
      <p:grpSpPr>
        <a:xfrm>
          <a:off x="0" y="0"/>
          <a:ext cx="0" cy="0"/>
          <a:chOff x="0" y="0"/>
          <a:chExt cx="0" cy="0"/>
        </a:xfrm>
      </p:grpSpPr>
      <p:grpSp>
        <p:nvGrpSpPr>
          <p:cNvPr id="2" name=""/>
          <p:cNvGrpSpPr/>
          <p:nvPr/>
        </p:nvGrpSpPr>
        <p:grpSpPr>
          <a:xfrm>
            <a:off x="785160" y="1498680"/>
            <a:ext cx="3064680" cy="2954160"/>
            <a:chOff x="785160" y="1498680"/>
            <a:chExt cx="3064680" cy="2954160"/>
          </a:xfrm>
        </p:grpSpPr>
        <p:grpSp>
          <p:nvGrpSpPr>
            <p:cNvPr id="3" name=""/>
            <p:cNvGrpSpPr/>
            <p:nvPr/>
          </p:nvGrpSpPr>
          <p:grpSpPr>
            <a:xfrm>
              <a:off x="1668240" y="2219040"/>
              <a:ext cx="1553400" cy="2233800"/>
              <a:chOff x="1668240" y="2219040"/>
              <a:chExt cx="1553400" cy="2233800"/>
            </a:xfrm>
          </p:grpSpPr>
          <p:sp>
            <p:nvSpPr>
              <p:cNvPr id="4" name=""/>
              <p:cNvSpPr/>
              <p:nvPr/>
            </p:nvSpPr>
            <p:spPr>
              <a:xfrm>
                <a:off x="1668240" y="2219040"/>
                <a:ext cx="1553400" cy="1870920"/>
              </a:xfrm>
              <a:custGeom>
                <a:avLst/>
                <a:gdLst>
                  <a:gd name="textAreaLeft" fmla="*/ 0 w 1553400"/>
                  <a:gd name="textAreaRight" fmla="*/ 1557000 w 1553400"/>
                  <a:gd name="textAreaTop" fmla="*/ 0 h 1870920"/>
                  <a:gd name="textAreaBottom" fmla="*/ 1874520 h 1870920"/>
                </a:gdLst>
                <a:ahLst/>
                <a:cxnLst/>
                <a:rect l="textAreaLeft" t="textAreaTop" r="textAreaRight" b="textAreaBottom"/>
                <a:pathLst>
                  <a:path w="4325" h="5207">
                    <a:moveTo>
                      <a:pt x="2162" y="0"/>
                    </a:moveTo>
                    <a:lnTo>
                      <a:pt x="2162" y="0"/>
                    </a:lnTo>
                    <a:lnTo>
                      <a:pt x="2162" y="0"/>
                    </a:lnTo>
                    <a:lnTo>
                      <a:pt x="2015" y="4"/>
                    </a:lnTo>
                    <a:lnTo>
                      <a:pt x="1874" y="17"/>
                    </a:lnTo>
                    <a:lnTo>
                      <a:pt x="1736" y="39"/>
                    </a:lnTo>
                    <a:lnTo>
                      <a:pt x="1602" y="70"/>
                    </a:lnTo>
                    <a:lnTo>
                      <a:pt x="1470" y="111"/>
                    </a:lnTo>
                    <a:lnTo>
                      <a:pt x="1339" y="161"/>
                    </a:lnTo>
                    <a:lnTo>
                      <a:pt x="1210" y="220"/>
                    </a:lnTo>
                    <a:lnTo>
                      <a:pt x="1081" y="290"/>
                    </a:lnTo>
                    <a:lnTo>
                      <a:pt x="956" y="367"/>
                    </a:lnTo>
                    <a:lnTo>
                      <a:pt x="840" y="449"/>
                    </a:lnTo>
                    <a:lnTo>
                      <a:pt x="731" y="537"/>
                    </a:lnTo>
                    <a:lnTo>
                      <a:pt x="630" y="631"/>
                    </a:lnTo>
                    <a:lnTo>
                      <a:pt x="536" y="732"/>
                    </a:lnTo>
                    <a:lnTo>
                      <a:pt x="448" y="840"/>
                    </a:lnTo>
                    <a:lnTo>
                      <a:pt x="366" y="956"/>
                    </a:lnTo>
                    <a:lnTo>
                      <a:pt x="289" y="1081"/>
                    </a:lnTo>
                    <a:lnTo>
                      <a:pt x="219" y="1210"/>
                    </a:lnTo>
                    <a:lnTo>
                      <a:pt x="160" y="1339"/>
                    </a:lnTo>
                    <a:lnTo>
                      <a:pt x="110" y="1470"/>
                    </a:lnTo>
                    <a:lnTo>
                      <a:pt x="70" y="1602"/>
                    </a:lnTo>
                    <a:lnTo>
                      <a:pt x="39" y="1736"/>
                    </a:lnTo>
                    <a:lnTo>
                      <a:pt x="17" y="1874"/>
                    </a:lnTo>
                    <a:lnTo>
                      <a:pt x="4" y="2015"/>
                    </a:lnTo>
                    <a:lnTo>
                      <a:pt x="0" y="2162"/>
                    </a:lnTo>
                    <a:lnTo>
                      <a:pt x="0" y="2162"/>
                    </a:lnTo>
                    <a:lnTo>
                      <a:pt x="0" y="2162"/>
                    </a:lnTo>
                    <a:lnTo>
                      <a:pt x="4" y="2308"/>
                    </a:lnTo>
                    <a:lnTo>
                      <a:pt x="17" y="2450"/>
                    </a:lnTo>
                    <a:lnTo>
                      <a:pt x="39" y="2587"/>
                    </a:lnTo>
                    <a:lnTo>
                      <a:pt x="70" y="2721"/>
                    </a:lnTo>
                    <a:lnTo>
                      <a:pt x="110" y="2853"/>
                    </a:lnTo>
                    <a:lnTo>
                      <a:pt x="160" y="2983"/>
                    </a:lnTo>
                    <a:lnTo>
                      <a:pt x="220" y="3112"/>
                    </a:lnTo>
                    <a:lnTo>
                      <a:pt x="289" y="3241"/>
                    </a:lnTo>
                    <a:lnTo>
                      <a:pt x="366" y="3366"/>
                    </a:lnTo>
                    <a:lnTo>
                      <a:pt x="448" y="3482"/>
                    </a:lnTo>
                    <a:lnTo>
                      <a:pt x="536" y="3590"/>
                    </a:lnTo>
                    <a:lnTo>
                      <a:pt x="630" y="3691"/>
                    </a:lnTo>
                    <a:lnTo>
                      <a:pt x="731" y="3785"/>
                    </a:lnTo>
                    <a:lnTo>
                      <a:pt x="840" y="3873"/>
                    </a:lnTo>
                    <a:lnTo>
                      <a:pt x="956" y="3955"/>
                    </a:lnTo>
                    <a:lnTo>
                      <a:pt x="1081" y="4032"/>
                    </a:lnTo>
                    <a:lnTo>
                      <a:pt x="1171" y="4081"/>
                    </a:lnTo>
                    <a:lnTo>
                      <a:pt x="1260" y="4125"/>
                    </a:lnTo>
                    <a:lnTo>
                      <a:pt x="1351" y="4164"/>
                    </a:lnTo>
                    <a:lnTo>
                      <a:pt x="1448" y="4201"/>
                    </a:lnTo>
                    <a:lnTo>
                      <a:pt x="1448" y="4203"/>
                    </a:lnTo>
                    <a:lnTo>
                      <a:pt x="1448" y="4954"/>
                    </a:lnTo>
                    <a:lnTo>
                      <a:pt x="1449" y="4980"/>
                    </a:lnTo>
                    <a:lnTo>
                      <a:pt x="1453" y="5005"/>
                    </a:lnTo>
                    <a:lnTo>
                      <a:pt x="1459" y="5029"/>
                    </a:lnTo>
                    <a:lnTo>
                      <a:pt x="1468" y="5052"/>
                    </a:lnTo>
                    <a:lnTo>
                      <a:pt x="1478" y="5074"/>
                    </a:lnTo>
                    <a:lnTo>
                      <a:pt x="1491" y="5095"/>
                    </a:lnTo>
                    <a:lnTo>
                      <a:pt x="1506" y="5115"/>
                    </a:lnTo>
                    <a:lnTo>
                      <a:pt x="1522" y="5133"/>
                    </a:lnTo>
                    <a:lnTo>
                      <a:pt x="1540" y="5149"/>
                    </a:lnTo>
                    <a:lnTo>
                      <a:pt x="1560" y="5164"/>
                    </a:lnTo>
                    <a:lnTo>
                      <a:pt x="1581" y="5176"/>
                    </a:lnTo>
                    <a:lnTo>
                      <a:pt x="1603" y="5187"/>
                    </a:lnTo>
                    <a:lnTo>
                      <a:pt x="1626" y="5195"/>
                    </a:lnTo>
                    <a:lnTo>
                      <a:pt x="1651" y="5202"/>
                    </a:lnTo>
                    <a:lnTo>
                      <a:pt x="1676" y="5205"/>
                    </a:lnTo>
                    <a:lnTo>
                      <a:pt x="1702" y="5207"/>
                    </a:lnTo>
                    <a:lnTo>
                      <a:pt x="2622" y="5207"/>
                    </a:lnTo>
                    <a:lnTo>
                      <a:pt x="2648" y="5205"/>
                    </a:lnTo>
                    <a:lnTo>
                      <a:pt x="2673" y="5202"/>
                    </a:lnTo>
                    <a:lnTo>
                      <a:pt x="2698" y="5195"/>
                    </a:lnTo>
                    <a:lnTo>
                      <a:pt x="2721" y="5187"/>
                    </a:lnTo>
                    <a:lnTo>
                      <a:pt x="2743" y="5176"/>
                    </a:lnTo>
                    <a:lnTo>
                      <a:pt x="2764" y="5164"/>
                    </a:lnTo>
                    <a:lnTo>
                      <a:pt x="2784" y="5149"/>
                    </a:lnTo>
                    <a:lnTo>
                      <a:pt x="2802" y="5133"/>
                    </a:lnTo>
                    <a:lnTo>
                      <a:pt x="2818" y="5115"/>
                    </a:lnTo>
                    <a:lnTo>
                      <a:pt x="2833" y="5095"/>
                    </a:lnTo>
                    <a:lnTo>
                      <a:pt x="2845" y="5074"/>
                    </a:lnTo>
                    <a:lnTo>
                      <a:pt x="2856" y="5052"/>
                    </a:lnTo>
                    <a:lnTo>
                      <a:pt x="2865" y="5029"/>
                    </a:lnTo>
                    <a:lnTo>
                      <a:pt x="2871" y="5005"/>
                    </a:lnTo>
                    <a:lnTo>
                      <a:pt x="2875" y="4980"/>
                    </a:lnTo>
                    <a:lnTo>
                      <a:pt x="2876" y="4954"/>
                    </a:lnTo>
                    <a:lnTo>
                      <a:pt x="2876" y="4203"/>
                    </a:lnTo>
                    <a:lnTo>
                      <a:pt x="2876" y="4201"/>
                    </a:lnTo>
                    <a:lnTo>
                      <a:pt x="2876" y="4201"/>
                    </a:lnTo>
                    <a:lnTo>
                      <a:pt x="2972" y="4165"/>
                    </a:lnTo>
                    <a:lnTo>
                      <a:pt x="3063" y="4125"/>
                    </a:lnTo>
                    <a:lnTo>
                      <a:pt x="3152" y="4082"/>
                    </a:lnTo>
                    <a:lnTo>
                      <a:pt x="3243" y="4032"/>
                    </a:lnTo>
                    <a:lnTo>
                      <a:pt x="3368" y="3955"/>
                    </a:lnTo>
                    <a:lnTo>
                      <a:pt x="3484" y="3872"/>
                    </a:lnTo>
                    <a:lnTo>
                      <a:pt x="3593" y="3785"/>
                    </a:lnTo>
                    <a:lnTo>
                      <a:pt x="3694" y="3691"/>
                    </a:lnTo>
                    <a:lnTo>
                      <a:pt x="3788" y="3590"/>
                    </a:lnTo>
                    <a:lnTo>
                      <a:pt x="3876" y="3482"/>
                    </a:lnTo>
                    <a:lnTo>
                      <a:pt x="3958" y="3366"/>
                    </a:lnTo>
                    <a:lnTo>
                      <a:pt x="4035" y="3241"/>
                    </a:lnTo>
                    <a:lnTo>
                      <a:pt x="4104" y="3112"/>
                    </a:lnTo>
                    <a:lnTo>
                      <a:pt x="4164" y="2983"/>
                    </a:lnTo>
                    <a:lnTo>
                      <a:pt x="4213" y="2853"/>
                    </a:lnTo>
                    <a:lnTo>
                      <a:pt x="4254" y="2721"/>
                    </a:lnTo>
                    <a:lnTo>
                      <a:pt x="4285" y="2587"/>
                    </a:lnTo>
                    <a:lnTo>
                      <a:pt x="4307" y="2450"/>
                    </a:lnTo>
                    <a:lnTo>
                      <a:pt x="4320" y="2308"/>
                    </a:lnTo>
                    <a:lnTo>
                      <a:pt x="4325" y="2162"/>
                    </a:lnTo>
                    <a:lnTo>
                      <a:pt x="4325" y="2162"/>
                    </a:lnTo>
                    <a:lnTo>
                      <a:pt x="4325" y="2162"/>
                    </a:lnTo>
                    <a:lnTo>
                      <a:pt x="4321" y="2015"/>
                    </a:lnTo>
                    <a:lnTo>
                      <a:pt x="4308" y="1874"/>
                    </a:lnTo>
                    <a:lnTo>
                      <a:pt x="4286" y="1736"/>
                    </a:lnTo>
                    <a:lnTo>
                      <a:pt x="4254" y="1602"/>
                    </a:lnTo>
                    <a:lnTo>
                      <a:pt x="4214" y="1470"/>
                    </a:lnTo>
                    <a:lnTo>
                      <a:pt x="4164" y="1339"/>
                    </a:lnTo>
                    <a:lnTo>
                      <a:pt x="4104" y="1210"/>
                    </a:lnTo>
                    <a:lnTo>
                      <a:pt x="4035" y="1081"/>
                    </a:lnTo>
                    <a:lnTo>
                      <a:pt x="3958" y="956"/>
                    </a:lnTo>
                    <a:lnTo>
                      <a:pt x="3876" y="840"/>
                    </a:lnTo>
                    <a:lnTo>
                      <a:pt x="3788" y="732"/>
                    </a:lnTo>
                    <a:lnTo>
                      <a:pt x="3693" y="631"/>
                    </a:lnTo>
                    <a:lnTo>
                      <a:pt x="3592" y="537"/>
                    </a:lnTo>
                    <a:lnTo>
                      <a:pt x="3484" y="449"/>
                    </a:lnTo>
                    <a:lnTo>
                      <a:pt x="3368" y="367"/>
                    </a:lnTo>
                    <a:lnTo>
                      <a:pt x="3243" y="290"/>
                    </a:lnTo>
                    <a:lnTo>
                      <a:pt x="3114" y="220"/>
                    </a:lnTo>
                    <a:lnTo>
                      <a:pt x="2985" y="161"/>
                    </a:lnTo>
                    <a:lnTo>
                      <a:pt x="2854" y="111"/>
                    </a:lnTo>
                    <a:lnTo>
                      <a:pt x="2722" y="70"/>
                    </a:lnTo>
                    <a:lnTo>
                      <a:pt x="2588" y="39"/>
                    </a:lnTo>
                    <a:lnTo>
                      <a:pt x="2450" y="17"/>
                    </a:lnTo>
                    <a:lnTo>
                      <a:pt x="2309" y="4"/>
                    </a:lnTo>
                    <a:lnTo>
                      <a:pt x="2162" y="0"/>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5" name=""/>
              <p:cNvSpPr/>
              <p:nvPr/>
            </p:nvSpPr>
            <p:spPr>
              <a:xfrm>
                <a:off x="2081160" y="4093200"/>
                <a:ext cx="727200" cy="179280"/>
              </a:xfrm>
              <a:custGeom>
                <a:avLst/>
                <a:gdLst>
                  <a:gd name="textAreaLeft" fmla="*/ 0 w 727200"/>
                  <a:gd name="textAreaRight" fmla="*/ 730800 w 727200"/>
                  <a:gd name="textAreaTop" fmla="*/ 0 h 179280"/>
                  <a:gd name="textAreaBottom" fmla="*/ 182880 h 179280"/>
                </a:gdLst>
                <a:ahLst/>
                <a:cxnLst/>
                <a:rect l="textAreaLeft" t="textAreaTop" r="textAreaRight" b="textAreaBottom"/>
                <a:pathLst>
                  <a:path w="2030" h="508">
                    <a:moveTo>
                      <a:pt x="1015" y="508"/>
                    </a:moveTo>
                    <a:lnTo>
                      <a:pt x="1776" y="508"/>
                    </a:lnTo>
                    <a:lnTo>
                      <a:pt x="1802" y="507"/>
                    </a:lnTo>
                    <a:lnTo>
                      <a:pt x="1827" y="503"/>
                    </a:lnTo>
                    <a:lnTo>
                      <a:pt x="1852" y="497"/>
                    </a:lnTo>
                    <a:lnTo>
                      <a:pt x="1875" y="488"/>
                    </a:lnTo>
                    <a:lnTo>
                      <a:pt x="1897" y="477"/>
                    </a:lnTo>
                    <a:lnTo>
                      <a:pt x="1918" y="465"/>
                    </a:lnTo>
                    <a:lnTo>
                      <a:pt x="1938" y="450"/>
                    </a:lnTo>
                    <a:lnTo>
                      <a:pt x="1956" y="433"/>
                    </a:lnTo>
                    <a:lnTo>
                      <a:pt x="1972" y="415"/>
                    </a:lnTo>
                    <a:lnTo>
                      <a:pt x="1987" y="396"/>
                    </a:lnTo>
                    <a:lnTo>
                      <a:pt x="1999" y="375"/>
                    </a:lnTo>
                    <a:lnTo>
                      <a:pt x="2010" y="353"/>
                    </a:lnTo>
                    <a:lnTo>
                      <a:pt x="2019" y="329"/>
                    </a:lnTo>
                    <a:lnTo>
                      <a:pt x="2025" y="305"/>
                    </a:lnTo>
                    <a:lnTo>
                      <a:pt x="2029" y="280"/>
                    </a:lnTo>
                    <a:lnTo>
                      <a:pt x="2030" y="254"/>
                    </a:lnTo>
                    <a:lnTo>
                      <a:pt x="2029" y="228"/>
                    </a:lnTo>
                    <a:lnTo>
                      <a:pt x="2025" y="203"/>
                    </a:lnTo>
                    <a:lnTo>
                      <a:pt x="2019" y="179"/>
                    </a:lnTo>
                    <a:lnTo>
                      <a:pt x="2010" y="155"/>
                    </a:lnTo>
                    <a:lnTo>
                      <a:pt x="1999" y="133"/>
                    </a:lnTo>
                    <a:lnTo>
                      <a:pt x="1987" y="112"/>
                    </a:lnTo>
                    <a:lnTo>
                      <a:pt x="1972" y="93"/>
                    </a:lnTo>
                    <a:lnTo>
                      <a:pt x="1956" y="74"/>
                    </a:lnTo>
                    <a:lnTo>
                      <a:pt x="1938" y="58"/>
                    </a:lnTo>
                    <a:lnTo>
                      <a:pt x="1918" y="43"/>
                    </a:lnTo>
                    <a:lnTo>
                      <a:pt x="1897" y="31"/>
                    </a:lnTo>
                    <a:lnTo>
                      <a:pt x="1875" y="20"/>
                    </a:lnTo>
                    <a:lnTo>
                      <a:pt x="1852" y="11"/>
                    </a:lnTo>
                    <a:lnTo>
                      <a:pt x="1827" y="5"/>
                    </a:lnTo>
                    <a:lnTo>
                      <a:pt x="1802" y="1"/>
                    </a:lnTo>
                    <a:lnTo>
                      <a:pt x="1776" y="0"/>
                    </a:lnTo>
                    <a:lnTo>
                      <a:pt x="254" y="0"/>
                    </a:lnTo>
                    <a:lnTo>
                      <a:pt x="228" y="1"/>
                    </a:lnTo>
                    <a:lnTo>
                      <a:pt x="203" y="5"/>
                    </a:lnTo>
                    <a:lnTo>
                      <a:pt x="179" y="11"/>
                    </a:lnTo>
                    <a:lnTo>
                      <a:pt x="155" y="20"/>
                    </a:lnTo>
                    <a:lnTo>
                      <a:pt x="133" y="31"/>
                    </a:lnTo>
                    <a:lnTo>
                      <a:pt x="112" y="43"/>
                    </a:lnTo>
                    <a:lnTo>
                      <a:pt x="93" y="58"/>
                    </a:lnTo>
                    <a:lnTo>
                      <a:pt x="74" y="74"/>
                    </a:lnTo>
                    <a:lnTo>
                      <a:pt x="58" y="93"/>
                    </a:lnTo>
                    <a:lnTo>
                      <a:pt x="43" y="112"/>
                    </a:lnTo>
                    <a:lnTo>
                      <a:pt x="31" y="133"/>
                    </a:lnTo>
                    <a:lnTo>
                      <a:pt x="20" y="155"/>
                    </a:lnTo>
                    <a:lnTo>
                      <a:pt x="11" y="179"/>
                    </a:lnTo>
                    <a:lnTo>
                      <a:pt x="5" y="203"/>
                    </a:lnTo>
                    <a:lnTo>
                      <a:pt x="1" y="228"/>
                    </a:lnTo>
                    <a:lnTo>
                      <a:pt x="0" y="254"/>
                    </a:lnTo>
                    <a:lnTo>
                      <a:pt x="1" y="280"/>
                    </a:lnTo>
                    <a:lnTo>
                      <a:pt x="5" y="305"/>
                    </a:lnTo>
                    <a:lnTo>
                      <a:pt x="11" y="329"/>
                    </a:lnTo>
                    <a:lnTo>
                      <a:pt x="20" y="353"/>
                    </a:lnTo>
                    <a:lnTo>
                      <a:pt x="31" y="375"/>
                    </a:lnTo>
                    <a:lnTo>
                      <a:pt x="43" y="396"/>
                    </a:lnTo>
                    <a:lnTo>
                      <a:pt x="58" y="415"/>
                    </a:lnTo>
                    <a:lnTo>
                      <a:pt x="74" y="433"/>
                    </a:lnTo>
                    <a:lnTo>
                      <a:pt x="93" y="450"/>
                    </a:lnTo>
                    <a:lnTo>
                      <a:pt x="112" y="465"/>
                    </a:lnTo>
                    <a:lnTo>
                      <a:pt x="133" y="477"/>
                    </a:lnTo>
                    <a:lnTo>
                      <a:pt x="155" y="488"/>
                    </a:lnTo>
                    <a:lnTo>
                      <a:pt x="179" y="497"/>
                    </a:lnTo>
                    <a:lnTo>
                      <a:pt x="203" y="503"/>
                    </a:lnTo>
                    <a:lnTo>
                      <a:pt x="228" y="507"/>
                    </a:lnTo>
                    <a:lnTo>
                      <a:pt x="254" y="508"/>
                    </a:lnTo>
                    <a:lnTo>
                      <a:pt x="1015" y="508"/>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6" name=""/>
              <p:cNvSpPr/>
              <p:nvPr/>
            </p:nvSpPr>
            <p:spPr>
              <a:xfrm>
                <a:off x="2151720" y="4273560"/>
                <a:ext cx="586080" cy="179280"/>
              </a:xfrm>
              <a:custGeom>
                <a:avLst/>
                <a:gdLst>
                  <a:gd name="textAreaLeft" fmla="*/ 0 w 586080"/>
                  <a:gd name="textAreaRight" fmla="*/ 589680 w 586080"/>
                  <a:gd name="textAreaTop" fmla="*/ 0 h 179280"/>
                  <a:gd name="textAreaBottom" fmla="*/ 182880 h 179280"/>
                </a:gdLst>
                <a:ahLst/>
                <a:cxnLst/>
                <a:rect l="textAreaLeft" t="textAreaTop" r="textAreaRight" b="textAreaBottom"/>
                <a:pathLst>
                  <a:path w="1638" h="508">
                    <a:moveTo>
                      <a:pt x="819" y="508"/>
                    </a:moveTo>
                    <a:lnTo>
                      <a:pt x="1385" y="508"/>
                    </a:lnTo>
                    <a:lnTo>
                      <a:pt x="1411" y="507"/>
                    </a:lnTo>
                    <a:lnTo>
                      <a:pt x="1436" y="503"/>
                    </a:lnTo>
                    <a:lnTo>
                      <a:pt x="1460" y="497"/>
                    </a:lnTo>
                    <a:lnTo>
                      <a:pt x="1484" y="488"/>
                    </a:lnTo>
                    <a:lnTo>
                      <a:pt x="1506" y="477"/>
                    </a:lnTo>
                    <a:lnTo>
                      <a:pt x="1527" y="465"/>
                    </a:lnTo>
                    <a:lnTo>
                      <a:pt x="1546" y="450"/>
                    </a:lnTo>
                    <a:lnTo>
                      <a:pt x="1564" y="433"/>
                    </a:lnTo>
                    <a:lnTo>
                      <a:pt x="1580" y="415"/>
                    </a:lnTo>
                    <a:lnTo>
                      <a:pt x="1595" y="396"/>
                    </a:lnTo>
                    <a:lnTo>
                      <a:pt x="1607" y="375"/>
                    </a:lnTo>
                    <a:lnTo>
                      <a:pt x="1618" y="353"/>
                    </a:lnTo>
                    <a:lnTo>
                      <a:pt x="1627" y="329"/>
                    </a:lnTo>
                    <a:lnTo>
                      <a:pt x="1633" y="305"/>
                    </a:lnTo>
                    <a:lnTo>
                      <a:pt x="1637" y="280"/>
                    </a:lnTo>
                    <a:lnTo>
                      <a:pt x="1638" y="254"/>
                    </a:lnTo>
                    <a:lnTo>
                      <a:pt x="1638" y="254"/>
                    </a:lnTo>
                    <a:lnTo>
                      <a:pt x="1637" y="228"/>
                    </a:lnTo>
                    <a:lnTo>
                      <a:pt x="1633" y="203"/>
                    </a:lnTo>
                    <a:lnTo>
                      <a:pt x="1627" y="179"/>
                    </a:lnTo>
                    <a:lnTo>
                      <a:pt x="1618" y="155"/>
                    </a:lnTo>
                    <a:lnTo>
                      <a:pt x="1607" y="133"/>
                    </a:lnTo>
                    <a:lnTo>
                      <a:pt x="1595" y="112"/>
                    </a:lnTo>
                    <a:lnTo>
                      <a:pt x="1580" y="93"/>
                    </a:lnTo>
                    <a:lnTo>
                      <a:pt x="1564" y="74"/>
                    </a:lnTo>
                    <a:lnTo>
                      <a:pt x="1546" y="58"/>
                    </a:lnTo>
                    <a:lnTo>
                      <a:pt x="1527" y="43"/>
                    </a:lnTo>
                    <a:lnTo>
                      <a:pt x="1506" y="31"/>
                    </a:lnTo>
                    <a:lnTo>
                      <a:pt x="1484" y="20"/>
                    </a:lnTo>
                    <a:lnTo>
                      <a:pt x="1460" y="11"/>
                    </a:lnTo>
                    <a:lnTo>
                      <a:pt x="1436" y="5"/>
                    </a:lnTo>
                    <a:lnTo>
                      <a:pt x="1411" y="1"/>
                    </a:lnTo>
                    <a:lnTo>
                      <a:pt x="1385" y="0"/>
                    </a:lnTo>
                    <a:lnTo>
                      <a:pt x="254" y="0"/>
                    </a:lnTo>
                    <a:lnTo>
                      <a:pt x="228" y="1"/>
                    </a:lnTo>
                    <a:lnTo>
                      <a:pt x="203" y="5"/>
                    </a:lnTo>
                    <a:lnTo>
                      <a:pt x="179" y="11"/>
                    </a:lnTo>
                    <a:lnTo>
                      <a:pt x="155" y="20"/>
                    </a:lnTo>
                    <a:lnTo>
                      <a:pt x="133" y="31"/>
                    </a:lnTo>
                    <a:lnTo>
                      <a:pt x="112" y="43"/>
                    </a:lnTo>
                    <a:lnTo>
                      <a:pt x="93" y="58"/>
                    </a:lnTo>
                    <a:lnTo>
                      <a:pt x="74" y="74"/>
                    </a:lnTo>
                    <a:lnTo>
                      <a:pt x="58" y="93"/>
                    </a:lnTo>
                    <a:lnTo>
                      <a:pt x="43" y="112"/>
                    </a:lnTo>
                    <a:lnTo>
                      <a:pt x="31" y="133"/>
                    </a:lnTo>
                    <a:lnTo>
                      <a:pt x="20" y="155"/>
                    </a:lnTo>
                    <a:lnTo>
                      <a:pt x="11" y="179"/>
                    </a:lnTo>
                    <a:lnTo>
                      <a:pt x="5" y="203"/>
                    </a:lnTo>
                    <a:lnTo>
                      <a:pt x="1" y="228"/>
                    </a:lnTo>
                    <a:lnTo>
                      <a:pt x="0" y="254"/>
                    </a:lnTo>
                    <a:lnTo>
                      <a:pt x="0" y="254"/>
                    </a:lnTo>
                    <a:lnTo>
                      <a:pt x="1" y="280"/>
                    </a:lnTo>
                    <a:lnTo>
                      <a:pt x="5" y="305"/>
                    </a:lnTo>
                    <a:lnTo>
                      <a:pt x="11" y="329"/>
                    </a:lnTo>
                    <a:lnTo>
                      <a:pt x="20" y="353"/>
                    </a:lnTo>
                    <a:lnTo>
                      <a:pt x="31" y="375"/>
                    </a:lnTo>
                    <a:lnTo>
                      <a:pt x="43" y="396"/>
                    </a:lnTo>
                    <a:lnTo>
                      <a:pt x="58" y="415"/>
                    </a:lnTo>
                    <a:lnTo>
                      <a:pt x="74" y="433"/>
                    </a:lnTo>
                    <a:lnTo>
                      <a:pt x="93" y="450"/>
                    </a:lnTo>
                    <a:lnTo>
                      <a:pt x="112" y="465"/>
                    </a:lnTo>
                    <a:lnTo>
                      <a:pt x="133" y="477"/>
                    </a:lnTo>
                    <a:lnTo>
                      <a:pt x="155" y="488"/>
                    </a:lnTo>
                    <a:lnTo>
                      <a:pt x="179" y="497"/>
                    </a:lnTo>
                    <a:lnTo>
                      <a:pt x="203" y="503"/>
                    </a:lnTo>
                    <a:lnTo>
                      <a:pt x="228" y="507"/>
                    </a:lnTo>
                    <a:lnTo>
                      <a:pt x="254" y="508"/>
                    </a:lnTo>
                    <a:lnTo>
                      <a:pt x="819" y="508"/>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7" name=""/>
              <p:cNvSpPr/>
              <p:nvPr/>
            </p:nvSpPr>
            <p:spPr>
              <a:xfrm>
                <a:off x="2094120" y="2736360"/>
                <a:ext cx="709560" cy="1353240"/>
              </a:xfrm>
              <a:custGeom>
                <a:avLst/>
                <a:gdLst>
                  <a:gd name="textAreaLeft" fmla="*/ 0 w 709560"/>
                  <a:gd name="textAreaRight" fmla="*/ 713160 w 709560"/>
                  <a:gd name="textAreaTop" fmla="*/ 0 h 1353240"/>
                  <a:gd name="textAreaBottom" fmla="*/ 1356840 h 1353240"/>
                </a:gdLst>
                <a:ahLst/>
                <a:cxnLst/>
                <a:rect l="textAreaLeft" t="textAreaTop" r="textAreaRight" b="textAreaBottom"/>
                <a:pathLst>
                  <a:path w="1981" h="3769">
                    <a:moveTo>
                      <a:pt x="719" y="3769"/>
                    </a:moveTo>
                    <a:lnTo>
                      <a:pt x="735" y="2818"/>
                    </a:lnTo>
                    <a:lnTo>
                      <a:pt x="744" y="2317"/>
                    </a:lnTo>
                    <a:lnTo>
                      <a:pt x="754" y="1992"/>
                    </a:lnTo>
                    <a:lnTo>
                      <a:pt x="761" y="1935"/>
                    </a:lnTo>
                    <a:lnTo>
                      <a:pt x="775" y="1880"/>
                    </a:lnTo>
                    <a:lnTo>
                      <a:pt x="795" y="1828"/>
                    </a:lnTo>
                    <a:lnTo>
                      <a:pt x="821" y="1779"/>
                    </a:lnTo>
                    <a:lnTo>
                      <a:pt x="852" y="1733"/>
                    </a:lnTo>
                    <a:lnTo>
                      <a:pt x="888" y="1689"/>
                    </a:lnTo>
                    <a:lnTo>
                      <a:pt x="973" y="1606"/>
                    </a:lnTo>
                    <a:lnTo>
                      <a:pt x="1072" y="1529"/>
                    </a:lnTo>
                    <a:lnTo>
                      <a:pt x="1181" y="1457"/>
                    </a:lnTo>
                    <a:lnTo>
                      <a:pt x="1413" y="1319"/>
                    </a:lnTo>
                    <a:lnTo>
                      <a:pt x="1639" y="1176"/>
                    </a:lnTo>
                    <a:lnTo>
                      <a:pt x="1740" y="1099"/>
                    </a:lnTo>
                    <a:lnTo>
                      <a:pt x="1829" y="1014"/>
                    </a:lnTo>
                    <a:lnTo>
                      <a:pt x="1867" y="969"/>
                    </a:lnTo>
                    <a:lnTo>
                      <a:pt x="1900" y="922"/>
                    </a:lnTo>
                    <a:lnTo>
                      <a:pt x="1929" y="872"/>
                    </a:lnTo>
                    <a:lnTo>
                      <a:pt x="1952" y="819"/>
                    </a:lnTo>
                    <a:lnTo>
                      <a:pt x="1968" y="763"/>
                    </a:lnTo>
                    <a:lnTo>
                      <a:pt x="1978" y="704"/>
                    </a:lnTo>
                    <a:lnTo>
                      <a:pt x="1981" y="641"/>
                    </a:lnTo>
                    <a:lnTo>
                      <a:pt x="1977" y="574"/>
                    </a:lnTo>
                    <a:lnTo>
                      <a:pt x="1967" y="521"/>
                    </a:lnTo>
                    <a:lnTo>
                      <a:pt x="1950" y="475"/>
                    </a:lnTo>
                    <a:lnTo>
                      <a:pt x="1928" y="434"/>
                    </a:lnTo>
                    <a:lnTo>
                      <a:pt x="1901" y="400"/>
                    </a:lnTo>
                    <a:lnTo>
                      <a:pt x="1869" y="371"/>
                    </a:lnTo>
                    <a:lnTo>
                      <a:pt x="1832" y="347"/>
                    </a:lnTo>
                    <a:lnTo>
                      <a:pt x="1792" y="329"/>
                    </a:lnTo>
                    <a:lnTo>
                      <a:pt x="1749" y="315"/>
                    </a:lnTo>
                    <a:lnTo>
                      <a:pt x="1702" y="307"/>
                    </a:lnTo>
                    <a:lnTo>
                      <a:pt x="1654" y="302"/>
                    </a:lnTo>
                    <a:lnTo>
                      <a:pt x="1551" y="306"/>
                    </a:lnTo>
                    <a:lnTo>
                      <a:pt x="1446" y="325"/>
                    </a:lnTo>
                    <a:lnTo>
                      <a:pt x="1340" y="356"/>
                    </a:lnTo>
                    <a:lnTo>
                      <a:pt x="1239" y="398"/>
                    </a:lnTo>
                    <a:lnTo>
                      <a:pt x="1145" y="449"/>
                    </a:lnTo>
                    <a:lnTo>
                      <a:pt x="1064" y="506"/>
                    </a:lnTo>
                    <a:lnTo>
                      <a:pt x="1028" y="537"/>
                    </a:lnTo>
                    <a:lnTo>
                      <a:pt x="998" y="569"/>
                    </a:lnTo>
                    <a:lnTo>
                      <a:pt x="972" y="601"/>
                    </a:lnTo>
                    <a:lnTo>
                      <a:pt x="951" y="634"/>
                    </a:lnTo>
                    <a:lnTo>
                      <a:pt x="937" y="668"/>
                    </a:lnTo>
                    <a:lnTo>
                      <a:pt x="929" y="701"/>
                    </a:lnTo>
                    <a:lnTo>
                      <a:pt x="927" y="734"/>
                    </a:lnTo>
                    <a:lnTo>
                      <a:pt x="933" y="766"/>
                    </a:lnTo>
                    <a:lnTo>
                      <a:pt x="947" y="798"/>
                    </a:lnTo>
                    <a:lnTo>
                      <a:pt x="969" y="828"/>
                    </a:lnTo>
                    <a:lnTo>
                      <a:pt x="989" y="849"/>
                    </a:lnTo>
                    <a:lnTo>
                      <a:pt x="1009" y="865"/>
                    </a:lnTo>
                    <a:lnTo>
                      <a:pt x="1028" y="876"/>
                    </a:lnTo>
                    <a:lnTo>
                      <a:pt x="1048" y="883"/>
                    </a:lnTo>
                    <a:lnTo>
                      <a:pt x="1067" y="886"/>
                    </a:lnTo>
                    <a:lnTo>
                      <a:pt x="1085" y="884"/>
                    </a:lnTo>
                    <a:lnTo>
                      <a:pt x="1103" y="880"/>
                    </a:lnTo>
                    <a:lnTo>
                      <a:pt x="1120" y="871"/>
                    </a:lnTo>
                    <a:lnTo>
                      <a:pt x="1137" y="860"/>
                    </a:lnTo>
                    <a:lnTo>
                      <a:pt x="1152" y="846"/>
                    </a:lnTo>
                    <a:lnTo>
                      <a:pt x="1167" y="828"/>
                    </a:lnTo>
                    <a:lnTo>
                      <a:pt x="1180" y="809"/>
                    </a:lnTo>
                    <a:lnTo>
                      <a:pt x="1204" y="762"/>
                    </a:lnTo>
                    <a:lnTo>
                      <a:pt x="1222" y="709"/>
                    </a:lnTo>
                    <a:lnTo>
                      <a:pt x="1235" y="649"/>
                    </a:lnTo>
                    <a:lnTo>
                      <a:pt x="1240" y="585"/>
                    </a:lnTo>
                    <a:lnTo>
                      <a:pt x="1238" y="520"/>
                    </a:lnTo>
                    <a:lnTo>
                      <a:pt x="1228" y="453"/>
                    </a:lnTo>
                    <a:lnTo>
                      <a:pt x="1209" y="388"/>
                    </a:lnTo>
                    <a:lnTo>
                      <a:pt x="1180" y="326"/>
                    </a:lnTo>
                    <a:lnTo>
                      <a:pt x="1161" y="297"/>
                    </a:lnTo>
                    <a:lnTo>
                      <a:pt x="1140" y="269"/>
                    </a:lnTo>
                    <a:lnTo>
                      <a:pt x="1117" y="243"/>
                    </a:lnTo>
                    <a:lnTo>
                      <a:pt x="1090" y="218"/>
                    </a:lnTo>
                    <a:lnTo>
                      <a:pt x="1054" y="192"/>
                    </a:lnTo>
                    <a:lnTo>
                      <a:pt x="1007" y="162"/>
                    </a:lnTo>
                    <a:lnTo>
                      <a:pt x="951" y="131"/>
                    </a:lnTo>
                    <a:lnTo>
                      <a:pt x="886" y="100"/>
                    </a:lnTo>
                    <a:lnTo>
                      <a:pt x="815" y="70"/>
                    </a:lnTo>
                    <a:lnTo>
                      <a:pt x="739" y="44"/>
                    </a:lnTo>
                    <a:lnTo>
                      <a:pt x="659" y="22"/>
                    </a:lnTo>
                    <a:lnTo>
                      <a:pt x="577" y="7"/>
                    </a:lnTo>
                    <a:lnTo>
                      <a:pt x="494" y="0"/>
                    </a:lnTo>
                    <a:lnTo>
                      <a:pt x="412" y="3"/>
                    </a:lnTo>
                    <a:lnTo>
                      <a:pt x="332" y="16"/>
                    </a:lnTo>
                    <a:lnTo>
                      <a:pt x="294" y="28"/>
                    </a:lnTo>
                    <a:lnTo>
                      <a:pt x="256" y="43"/>
                    </a:lnTo>
                    <a:lnTo>
                      <a:pt x="220" y="61"/>
                    </a:lnTo>
                    <a:lnTo>
                      <a:pt x="186" y="84"/>
                    </a:lnTo>
                    <a:lnTo>
                      <a:pt x="153" y="110"/>
                    </a:lnTo>
                    <a:lnTo>
                      <a:pt x="122" y="141"/>
                    </a:lnTo>
                    <a:lnTo>
                      <a:pt x="93" y="176"/>
                    </a:lnTo>
                    <a:lnTo>
                      <a:pt x="67" y="216"/>
                    </a:lnTo>
                    <a:lnTo>
                      <a:pt x="42" y="260"/>
                    </a:lnTo>
                    <a:lnTo>
                      <a:pt x="21" y="309"/>
                    </a:lnTo>
                    <a:lnTo>
                      <a:pt x="6" y="359"/>
                    </a:lnTo>
                    <a:lnTo>
                      <a:pt x="0" y="410"/>
                    </a:lnTo>
                    <a:lnTo>
                      <a:pt x="2" y="460"/>
                    </a:lnTo>
                    <a:lnTo>
                      <a:pt x="12" y="512"/>
                    </a:lnTo>
                    <a:lnTo>
                      <a:pt x="29" y="563"/>
                    </a:lnTo>
                    <a:lnTo>
                      <a:pt x="52" y="615"/>
                    </a:lnTo>
                    <a:lnTo>
                      <a:pt x="117" y="719"/>
                    </a:lnTo>
                    <a:lnTo>
                      <a:pt x="202" y="824"/>
                    </a:lnTo>
                    <a:lnTo>
                      <a:pt x="302" y="929"/>
                    </a:lnTo>
                    <a:lnTo>
                      <a:pt x="532" y="1139"/>
                    </a:lnTo>
                    <a:lnTo>
                      <a:pt x="773" y="1346"/>
                    </a:lnTo>
                    <a:lnTo>
                      <a:pt x="992" y="1549"/>
                    </a:lnTo>
                    <a:lnTo>
                      <a:pt x="1081" y="1648"/>
                    </a:lnTo>
                    <a:lnTo>
                      <a:pt x="1153" y="1745"/>
                    </a:lnTo>
                    <a:lnTo>
                      <a:pt x="1180" y="1792"/>
                    </a:lnTo>
                    <a:lnTo>
                      <a:pt x="1201" y="1839"/>
                    </a:lnTo>
                    <a:lnTo>
                      <a:pt x="1215" y="1885"/>
                    </a:lnTo>
                    <a:lnTo>
                      <a:pt x="1222" y="1930"/>
                    </a:lnTo>
                    <a:lnTo>
                      <a:pt x="1227" y="2105"/>
                    </a:lnTo>
                    <a:lnTo>
                      <a:pt x="1226" y="2358"/>
                    </a:lnTo>
                    <a:lnTo>
                      <a:pt x="1215" y="2975"/>
                    </a:lnTo>
                    <a:lnTo>
                      <a:pt x="1192" y="3769"/>
                    </a:lnTo>
                    <a:lnTo>
                      <a:pt x="719" y="3769"/>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grpSp>
          <p:nvGrpSpPr>
            <p:cNvPr id="8" name=""/>
            <p:cNvGrpSpPr/>
            <p:nvPr/>
          </p:nvGrpSpPr>
          <p:grpSpPr>
            <a:xfrm>
              <a:off x="1043280" y="1530360"/>
              <a:ext cx="2806560" cy="1420200"/>
              <a:chOff x="1043280" y="1530360"/>
              <a:chExt cx="2806560" cy="1420200"/>
            </a:xfrm>
          </p:grpSpPr>
          <p:sp>
            <p:nvSpPr>
              <p:cNvPr id="9" name=""/>
              <p:cNvSpPr/>
              <p:nvPr/>
            </p:nvSpPr>
            <p:spPr>
              <a:xfrm>
                <a:off x="2446560" y="1530360"/>
                <a:ext cx="360" cy="2667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0" name=""/>
              <p:cNvSpPr/>
              <p:nvPr/>
            </p:nvSpPr>
            <p:spPr>
              <a:xfrm flipH="1">
                <a:off x="3368520" y="1917000"/>
                <a:ext cx="188640" cy="1886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1" name=""/>
              <p:cNvSpPr/>
              <p:nvPr/>
            </p:nvSpPr>
            <p:spPr>
              <a:xfrm flipH="1">
                <a:off x="3582720" y="2950200"/>
                <a:ext cx="267120" cy="3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2" name=""/>
              <p:cNvSpPr/>
              <p:nvPr/>
            </p:nvSpPr>
            <p:spPr>
              <a:xfrm>
                <a:off x="1335960" y="1917000"/>
                <a:ext cx="189000" cy="1886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3" name=""/>
              <p:cNvSpPr/>
              <p:nvPr/>
            </p:nvSpPr>
            <p:spPr>
              <a:xfrm>
                <a:off x="1043280" y="2950200"/>
                <a:ext cx="267120" cy="3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14" name=""/>
            <p:cNvGrpSpPr/>
            <p:nvPr/>
          </p:nvGrpSpPr>
          <p:grpSpPr>
            <a:xfrm>
              <a:off x="1639440" y="2187720"/>
              <a:ext cx="1553400" cy="2233800"/>
              <a:chOff x="1639440" y="2187720"/>
              <a:chExt cx="1553400" cy="2233800"/>
            </a:xfrm>
          </p:grpSpPr>
          <p:sp>
            <p:nvSpPr>
              <p:cNvPr id="15" name=""/>
              <p:cNvSpPr/>
              <p:nvPr/>
            </p:nvSpPr>
            <p:spPr>
              <a:xfrm>
                <a:off x="1639440" y="2187720"/>
                <a:ext cx="1553400" cy="1870920"/>
              </a:xfrm>
              <a:custGeom>
                <a:avLst/>
                <a:gdLst>
                  <a:gd name="textAreaLeft" fmla="*/ 0 w 1553400"/>
                  <a:gd name="textAreaRight" fmla="*/ 1557000 w 1553400"/>
                  <a:gd name="textAreaTop" fmla="*/ 0 h 1870920"/>
                  <a:gd name="textAreaBottom" fmla="*/ 1874520 h 1870920"/>
                </a:gdLst>
                <a:ahLst/>
                <a:cxnLst/>
                <a:rect l="textAreaLeft" t="textAreaTop" r="textAreaRight" b="textAreaBottom"/>
                <a:pathLst>
                  <a:path w="4325" h="5207">
                    <a:moveTo>
                      <a:pt x="2163" y="0"/>
                    </a:moveTo>
                    <a:lnTo>
                      <a:pt x="2163" y="0"/>
                    </a:lnTo>
                    <a:lnTo>
                      <a:pt x="2163" y="0"/>
                    </a:lnTo>
                    <a:lnTo>
                      <a:pt x="2016" y="4"/>
                    </a:lnTo>
                    <a:lnTo>
                      <a:pt x="1875" y="17"/>
                    </a:lnTo>
                    <a:lnTo>
                      <a:pt x="1737" y="39"/>
                    </a:lnTo>
                    <a:lnTo>
                      <a:pt x="1602" y="70"/>
                    </a:lnTo>
                    <a:lnTo>
                      <a:pt x="1470" y="110"/>
                    </a:lnTo>
                    <a:lnTo>
                      <a:pt x="1340" y="160"/>
                    </a:lnTo>
                    <a:lnTo>
                      <a:pt x="1211" y="219"/>
                    </a:lnTo>
                    <a:lnTo>
                      <a:pt x="1082" y="289"/>
                    </a:lnTo>
                    <a:lnTo>
                      <a:pt x="957" y="366"/>
                    </a:lnTo>
                    <a:lnTo>
                      <a:pt x="841" y="448"/>
                    </a:lnTo>
                    <a:lnTo>
                      <a:pt x="732" y="536"/>
                    </a:lnTo>
                    <a:lnTo>
                      <a:pt x="631" y="630"/>
                    </a:lnTo>
                    <a:lnTo>
                      <a:pt x="537" y="731"/>
                    </a:lnTo>
                    <a:lnTo>
                      <a:pt x="449" y="840"/>
                    </a:lnTo>
                    <a:lnTo>
                      <a:pt x="367" y="956"/>
                    </a:lnTo>
                    <a:lnTo>
                      <a:pt x="290" y="1081"/>
                    </a:lnTo>
                    <a:lnTo>
                      <a:pt x="220" y="1210"/>
                    </a:lnTo>
                    <a:lnTo>
                      <a:pt x="161" y="1339"/>
                    </a:lnTo>
                    <a:lnTo>
                      <a:pt x="111" y="1470"/>
                    </a:lnTo>
                    <a:lnTo>
                      <a:pt x="70" y="1602"/>
                    </a:lnTo>
                    <a:lnTo>
                      <a:pt x="39" y="1736"/>
                    </a:lnTo>
                    <a:lnTo>
                      <a:pt x="17" y="1874"/>
                    </a:lnTo>
                    <a:lnTo>
                      <a:pt x="4" y="2015"/>
                    </a:lnTo>
                    <a:lnTo>
                      <a:pt x="0" y="2162"/>
                    </a:lnTo>
                    <a:lnTo>
                      <a:pt x="0" y="2162"/>
                    </a:lnTo>
                    <a:lnTo>
                      <a:pt x="0" y="2162"/>
                    </a:lnTo>
                    <a:lnTo>
                      <a:pt x="5" y="2308"/>
                    </a:lnTo>
                    <a:lnTo>
                      <a:pt x="18" y="2450"/>
                    </a:lnTo>
                    <a:lnTo>
                      <a:pt x="40" y="2587"/>
                    </a:lnTo>
                    <a:lnTo>
                      <a:pt x="71" y="2721"/>
                    </a:lnTo>
                    <a:lnTo>
                      <a:pt x="111" y="2853"/>
                    </a:lnTo>
                    <a:lnTo>
                      <a:pt x="161" y="2983"/>
                    </a:lnTo>
                    <a:lnTo>
                      <a:pt x="221" y="3112"/>
                    </a:lnTo>
                    <a:lnTo>
                      <a:pt x="290" y="3241"/>
                    </a:lnTo>
                    <a:lnTo>
                      <a:pt x="367" y="3365"/>
                    </a:lnTo>
                    <a:lnTo>
                      <a:pt x="449" y="3482"/>
                    </a:lnTo>
                    <a:lnTo>
                      <a:pt x="537" y="3590"/>
                    </a:lnTo>
                    <a:lnTo>
                      <a:pt x="631" y="3691"/>
                    </a:lnTo>
                    <a:lnTo>
                      <a:pt x="732" y="3785"/>
                    </a:lnTo>
                    <a:lnTo>
                      <a:pt x="841" y="3873"/>
                    </a:lnTo>
                    <a:lnTo>
                      <a:pt x="957" y="3955"/>
                    </a:lnTo>
                    <a:lnTo>
                      <a:pt x="1082" y="4032"/>
                    </a:lnTo>
                    <a:lnTo>
                      <a:pt x="1172" y="4081"/>
                    </a:lnTo>
                    <a:lnTo>
                      <a:pt x="1261" y="4125"/>
                    </a:lnTo>
                    <a:lnTo>
                      <a:pt x="1352" y="4164"/>
                    </a:lnTo>
                    <a:lnTo>
                      <a:pt x="1449" y="4201"/>
                    </a:lnTo>
                    <a:lnTo>
                      <a:pt x="1449" y="4203"/>
                    </a:lnTo>
                    <a:lnTo>
                      <a:pt x="1449" y="4953"/>
                    </a:lnTo>
                    <a:lnTo>
                      <a:pt x="1450" y="4979"/>
                    </a:lnTo>
                    <a:lnTo>
                      <a:pt x="1454" y="5004"/>
                    </a:lnTo>
                    <a:lnTo>
                      <a:pt x="1460" y="5028"/>
                    </a:lnTo>
                    <a:lnTo>
                      <a:pt x="1469" y="5052"/>
                    </a:lnTo>
                    <a:lnTo>
                      <a:pt x="1479" y="5074"/>
                    </a:lnTo>
                    <a:lnTo>
                      <a:pt x="1492" y="5095"/>
                    </a:lnTo>
                    <a:lnTo>
                      <a:pt x="1507" y="5115"/>
                    </a:lnTo>
                    <a:lnTo>
                      <a:pt x="1523" y="5133"/>
                    </a:lnTo>
                    <a:lnTo>
                      <a:pt x="1541" y="5149"/>
                    </a:lnTo>
                    <a:lnTo>
                      <a:pt x="1561" y="5163"/>
                    </a:lnTo>
                    <a:lnTo>
                      <a:pt x="1582" y="5176"/>
                    </a:lnTo>
                    <a:lnTo>
                      <a:pt x="1604" y="5187"/>
                    </a:lnTo>
                    <a:lnTo>
                      <a:pt x="1627" y="5195"/>
                    </a:lnTo>
                    <a:lnTo>
                      <a:pt x="1652" y="5202"/>
                    </a:lnTo>
                    <a:lnTo>
                      <a:pt x="1677" y="5205"/>
                    </a:lnTo>
                    <a:lnTo>
                      <a:pt x="1703" y="5207"/>
                    </a:lnTo>
                    <a:lnTo>
                      <a:pt x="2623" y="5207"/>
                    </a:lnTo>
                    <a:lnTo>
                      <a:pt x="2649" y="5205"/>
                    </a:lnTo>
                    <a:lnTo>
                      <a:pt x="2674" y="5202"/>
                    </a:lnTo>
                    <a:lnTo>
                      <a:pt x="2699" y="5195"/>
                    </a:lnTo>
                    <a:lnTo>
                      <a:pt x="2722" y="5187"/>
                    </a:lnTo>
                    <a:lnTo>
                      <a:pt x="2744" y="5176"/>
                    </a:lnTo>
                    <a:lnTo>
                      <a:pt x="2765" y="5163"/>
                    </a:lnTo>
                    <a:lnTo>
                      <a:pt x="2785" y="5149"/>
                    </a:lnTo>
                    <a:lnTo>
                      <a:pt x="2803" y="5133"/>
                    </a:lnTo>
                    <a:lnTo>
                      <a:pt x="2819" y="5115"/>
                    </a:lnTo>
                    <a:lnTo>
                      <a:pt x="2834" y="5095"/>
                    </a:lnTo>
                    <a:lnTo>
                      <a:pt x="2846" y="5074"/>
                    </a:lnTo>
                    <a:lnTo>
                      <a:pt x="2857" y="5052"/>
                    </a:lnTo>
                    <a:lnTo>
                      <a:pt x="2866" y="5028"/>
                    </a:lnTo>
                    <a:lnTo>
                      <a:pt x="2872" y="5004"/>
                    </a:lnTo>
                    <a:lnTo>
                      <a:pt x="2876" y="4979"/>
                    </a:lnTo>
                    <a:lnTo>
                      <a:pt x="2877" y="4953"/>
                    </a:lnTo>
                    <a:lnTo>
                      <a:pt x="2877" y="4203"/>
                    </a:lnTo>
                    <a:lnTo>
                      <a:pt x="2877" y="4201"/>
                    </a:lnTo>
                    <a:lnTo>
                      <a:pt x="2877" y="4201"/>
                    </a:lnTo>
                    <a:lnTo>
                      <a:pt x="2973" y="4164"/>
                    </a:lnTo>
                    <a:lnTo>
                      <a:pt x="3065" y="4125"/>
                    </a:lnTo>
                    <a:lnTo>
                      <a:pt x="3153" y="4081"/>
                    </a:lnTo>
                    <a:lnTo>
                      <a:pt x="3244" y="4032"/>
                    </a:lnTo>
                    <a:lnTo>
                      <a:pt x="3369" y="3955"/>
                    </a:lnTo>
                    <a:lnTo>
                      <a:pt x="3485" y="3873"/>
                    </a:lnTo>
                    <a:lnTo>
                      <a:pt x="3594" y="3785"/>
                    </a:lnTo>
                    <a:lnTo>
                      <a:pt x="3695" y="3691"/>
                    </a:lnTo>
                    <a:lnTo>
                      <a:pt x="3789" y="3590"/>
                    </a:lnTo>
                    <a:lnTo>
                      <a:pt x="3877" y="3482"/>
                    </a:lnTo>
                    <a:lnTo>
                      <a:pt x="3959" y="3366"/>
                    </a:lnTo>
                    <a:lnTo>
                      <a:pt x="4036" y="3241"/>
                    </a:lnTo>
                    <a:lnTo>
                      <a:pt x="4105" y="3112"/>
                    </a:lnTo>
                    <a:lnTo>
                      <a:pt x="4165" y="2983"/>
                    </a:lnTo>
                    <a:lnTo>
                      <a:pt x="4214" y="2853"/>
                    </a:lnTo>
                    <a:lnTo>
                      <a:pt x="4255" y="2721"/>
                    </a:lnTo>
                    <a:lnTo>
                      <a:pt x="4286" y="2587"/>
                    </a:lnTo>
                    <a:lnTo>
                      <a:pt x="4308" y="2450"/>
                    </a:lnTo>
                    <a:lnTo>
                      <a:pt x="4321" y="2308"/>
                    </a:lnTo>
                    <a:lnTo>
                      <a:pt x="4325" y="2162"/>
                    </a:lnTo>
                    <a:lnTo>
                      <a:pt x="4325" y="2162"/>
                    </a:lnTo>
                    <a:lnTo>
                      <a:pt x="4325" y="2162"/>
                    </a:lnTo>
                    <a:lnTo>
                      <a:pt x="4321" y="2015"/>
                    </a:lnTo>
                    <a:lnTo>
                      <a:pt x="4308" y="1874"/>
                    </a:lnTo>
                    <a:lnTo>
                      <a:pt x="4286" y="1736"/>
                    </a:lnTo>
                    <a:lnTo>
                      <a:pt x="4255" y="1602"/>
                    </a:lnTo>
                    <a:lnTo>
                      <a:pt x="4215" y="1470"/>
                    </a:lnTo>
                    <a:lnTo>
                      <a:pt x="4165" y="1339"/>
                    </a:lnTo>
                    <a:lnTo>
                      <a:pt x="4105" y="1210"/>
                    </a:lnTo>
                    <a:lnTo>
                      <a:pt x="4036" y="1081"/>
                    </a:lnTo>
                    <a:lnTo>
                      <a:pt x="3959" y="956"/>
                    </a:lnTo>
                    <a:lnTo>
                      <a:pt x="3877" y="840"/>
                    </a:lnTo>
                    <a:lnTo>
                      <a:pt x="3789" y="731"/>
                    </a:lnTo>
                    <a:lnTo>
                      <a:pt x="3695" y="630"/>
                    </a:lnTo>
                    <a:lnTo>
                      <a:pt x="3594" y="536"/>
                    </a:lnTo>
                    <a:lnTo>
                      <a:pt x="3485" y="448"/>
                    </a:lnTo>
                    <a:lnTo>
                      <a:pt x="3369" y="366"/>
                    </a:lnTo>
                    <a:lnTo>
                      <a:pt x="3244" y="289"/>
                    </a:lnTo>
                    <a:lnTo>
                      <a:pt x="3115" y="219"/>
                    </a:lnTo>
                    <a:lnTo>
                      <a:pt x="2985" y="160"/>
                    </a:lnTo>
                    <a:lnTo>
                      <a:pt x="2855" y="110"/>
                    </a:lnTo>
                    <a:lnTo>
                      <a:pt x="2723" y="70"/>
                    </a:lnTo>
                    <a:lnTo>
                      <a:pt x="2589" y="39"/>
                    </a:lnTo>
                    <a:lnTo>
                      <a:pt x="2451" y="17"/>
                    </a:lnTo>
                    <a:lnTo>
                      <a:pt x="2309" y="4"/>
                    </a:lnTo>
                    <a:lnTo>
                      <a:pt x="2163" y="0"/>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16" name=""/>
              <p:cNvSpPr/>
              <p:nvPr/>
            </p:nvSpPr>
            <p:spPr>
              <a:xfrm>
                <a:off x="2052720" y="4061880"/>
                <a:ext cx="727200" cy="179280"/>
              </a:xfrm>
              <a:custGeom>
                <a:avLst/>
                <a:gdLst>
                  <a:gd name="textAreaLeft" fmla="*/ 0 w 727200"/>
                  <a:gd name="textAreaRight" fmla="*/ 730800 w 727200"/>
                  <a:gd name="textAreaTop" fmla="*/ 0 h 179280"/>
                  <a:gd name="textAreaBottom" fmla="*/ 182880 h 179280"/>
                </a:gdLst>
                <a:ahLst/>
                <a:cxnLst/>
                <a:rect l="textAreaLeft" t="textAreaTop" r="textAreaRight" b="textAreaBottom"/>
                <a:pathLst>
                  <a:path w="2030" h="508">
                    <a:moveTo>
                      <a:pt x="1015" y="508"/>
                    </a:moveTo>
                    <a:lnTo>
                      <a:pt x="1776" y="508"/>
                    </a:lnTo>
                    <a:lnTo>
                      <a:pt x="1802" y="507"/>
                    </a:lnTo>
                    <a:lnTo>
                      <a:pt x="1827" y="503"/>
                    </a:lnTo>
                    <a:lnTo>
                      <a:pt x="1851" y="497"/>
                    </a:lnTo>
                    <a:lnTo>
                      <a:pt x="1875" y="488"/>
                    </a:lnTo>
                    <a:lnTo>
                      <a:pt x="1897" y="477"/>
                    </a:lnTo>
                    <a:lnTo>
                      <a:pt x="1918" y="465"/>
                    </a:lnTo>
                    <a:lnTo>
                      <a:pt x="1937" y="450"/>
                    </a:lnTo>
                    <a:lnTo>
                      <a:pt x="1955" y="433"/>
                    </a:lnTo>
                    <a:lnTo>
                      <a:pt x="1972" y="415"/>
                    </a:lnTo>
                    <a:lnTo>
                      <a:pt x="1986" y="396"/>
                    </a:lnTo>
                    <a:lnTo>
                      <a:pt x="1999" y="375"/>
                    </a:lnTo>
                    <a:lnTo>
                      <a:pt x="2010" y="353"/>
                    </a:lnTo>
                    <a:lnTo>
                      <a:pt x="2018" y="329"/>
                    </a:lnTo>
                    <a:lnTo>
                      <a:pt x="2025" y="305"/>
                    </a:lnTo>
                    <a:lnTo>
                      <a:pt x="2029" y="280"/>
                    </a:lnTo>
                    <a:lnTo>
                      <a:pt x="2030" y="254"/>
                    </a:lnTo>
                    <a:lnTo>
                      <a:pt x="2029" y="228"/>
                    </a:lnTo>
                    <a:lnTo>
                      <a:pt x="2025" y="203"/>
                    </a:lnTo>
                    <a:lnTo>
                      <a:pt x="2018" y="179"/>
                    </a:lnTo>
                    <a:lnTo>
                      <a:pt x="2010" y="155"/>
                    </a:lnTo>
                    <a:lnTo>
                      <a:pt x="1999" y="133"/>
                    </a:lnTo>
                    <a:lnTo>
                      <a:pt x="1986" y="112"/>
                    </a:lnTo>
                    <a:lnTo>
                      <a:pt x="1972" y="93"/>
                    </a:lnTo>
                    <a:lnTo>
                      <a:pt x="1955" y="74"/>
                    </a:lnTo>
                    <a:lnTo>
                      <a:pt x="1937" y="58"/>
                    </a:lnTo>
                    <a:lnTo>
                      <a:pt x="1918" y="43"/>
                    </a:lnTo>
                    <a:lnTo>
                      <a:pt x="1897" y="31"/>
                    </a:lnTo>
                    <a:lnTo>
                      <a:pt x="1875" y="20"/>
                    </a:lnTo>
                    <a:lnTo>
                      <a:pt x="1851" y="11"/>
                    </a:lnTo>
                    <a:lnTo>
                      <a:pt x="1827" y="5"/>
                    </a:lnTo>
                    <a:lnTo>
                      <a:pt x="1802" y="1"/>
                    </a:lnTo>
                    <a:lnTo>
                      <a:pt x="1776" y="0"/>
                    </a:lnTo>
                    <a:lnTo>
                      <a:pt x="254" y="0"/>
                    </a:lnTo>
                    <a:lnTo>
                      <a:pt x="228" y="1"/>
                    </a:lnTo>
                    <a:lnTo>
                      <a:pt x="203" y="5"/>
                    </a:lnTo>
                    <a:lnTo>
                      <a:pt x="178" y="11"/>
                    </a:lnTo>
                    <a:lnTo>
                      <a:pt x="155" y="20"/>
                    </a:lnTo>
                    <a:lnTo>
                      <a:pt x="133" y="31"/>
                    </a:lnTo>
                    <a:lnTo>
                      <a:pt x="112" y="43"/>
                    </a:lnTo>
                    <a:lnTo>
                      <a:pt x="92" y="58"/>
                    </a:lnTo>
                    <a:lnTo>
                      <a:pt x="74" y="74"/>
                    </a:lnTo>
                    <a:lnTo>
                      <a:pt x="58" y="93"/>
                    </a:lnTo>
                    <a:lnTo>
                      <a:pt x="43" y="112"/>
                    </a:lnTo>
                    <a:lnTo>
                      <a:pt x="31" y="133"/>
                    </a:lnTo>
                    <a:lnTo>
                      <a:pt x="20" y="155"/>
                    </a:lnTo>
                    <a:lnTo>
                      <a:pt x="11" y="179"/>
                    </a:lnTo>
                    <a:lnTo>
                      <a:pt x="5" y="203"/>
                    </a:lnTo>
                    <a:lnTo>
                      <a:pt x="1" y="228"/>
                    </a:lnTo>
                    <a:lnTo>
                      <a:pt x="0" y="254"/>
                    </a:lnTo>
                    <a:lnTo>
                      <a:pt x="1" y="280"/>
                    </a:lnTo>
                    <a:lnTo>
                      <a:pt x="5" y="305"/>
                    </a:lnTo>
                    <a:lnTo>
                      <a:pt x="11" y="329"/>
                    </a:lnTo>
                    <a:lnTo>
                      <a:pt x="20" y="353"/>
                    </a:lnTo>
                    <a:lnTo>
                      <a:pt x="31" y="375"/>
                    </a:lnTo>
                    <a:lnTo>
                      <a:pt x="43" y="396"/>
                    </a:lnTo>
                    <a:lnTo>
                      <a:pt x="58" y="415"/>
                    </a:lnTo>
                    <a:lnTo>
                      <a:pt x="74" y="433"/>
                    </a:lnTo>
                    <a:lnTo>
                      <a:pt x="92" y="450"/>
                    </a:lnTo>
                    <a:lnTo>
                      <a:pt x="112" y="465"/>
                    </a:lnTo>
                    <a:lnTo>
                      <a:pt x="133" y="477"/>
                    </a:lnTo>
                    <a:lnTo>
                      <a:pt x="155" y="488"/>
                    </a:lnTo>
                    <a:lnTo>
                      <a:pt x="178" y="497"/>
                    </a:lnTo>
                    <a:lnTo>
                      <a:pt x="203" y="503"/>
                    </a:lnTo>
                    <a:lnTo>
                      <a:pt x="228" y="507"/>
                    </a:lnTo>
                    <a:lnTo>
                      <a:pt x="254" y="508"/>
                    </a:lnTo>
                    <a:lnTo>
                      <a:pt x="1015" y="508"/>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17" name=""/>
              <p:cNvSpPr/>
              <p:nvPr/>
            </p:nvSpPr>
            <p:spPr>
              <a:xfrm>
                <a:off x="2123280" y="4242240"/>
                <a:ext cx="586080" cy="179280"/>
              </a:xfrm>
              <a:custGeom>
                <a:avLst/>
                <a:gdLst>
                  <a:gd name="textAreaLeft" fmla="*/ 0 w 586080"/>
                  <a:gd name="textAreaRight" fmla="*/ 589680 w 586080"/>
                  <a:gd name="textAreaTop" fmla="*/ 0 h 179280"/>
                  <a:gd name="textAreaBottom" fmla="*/ 182880 h 179280"/>
                </a:gdLst>
                <a:ahLst/>
                <a:cxnLst/>
                <a:rect l="textAreaLeft" t="textAreaTop" r="textAreaRight" b="textAreaBottom"/>
                <a:pathLst>
                  <a:path w="1638" h="508">
                    <a:moveTo>
                      <a:pt x="819" y="508"/>
                    </a:moveTo>
                    <a:lnTo>
                      <a:pt x="1384" y="508"/>
                    </a:lnTo>
                    <a:lnTo>
                      <a:pt x="1410" y="507"/>
                    </a:lnTo>
                    <a:lnTo>
                      <a:pt x="1435" y="503"/>
                    </a:lnTo>
                    <a:lnTo>
                      <a:pt x="1459" y="497"/>
                    </a:lnTo>
                    <a:lnTo>
                      <a:pt x="1483" y="488"/>
                    </a:lnTo>
                    <a:lnTo>
                      <a:pt x="1505" y="477"/>
                    </a:lnTo>
                    <a:lnTo>
                      <a:pt x="1526" y="465"/>
                    </a:lnTo>
                    <a:lnTo>
                      <a:pt x="1545" y="450"/>
                    </a:lnTo>
                    <a:lnTo>
                      <a:pt x="1563" y="433"/>
                    </a:lnTo>
                    <a:lnTo>
                      <a:pt x="1580" y="415"/>
                    </a:lnTo>
                    <a:lnTo>
                      <a:pt x="1594" y="396"/>
                    </a:lnTo>
                    <a:lnTo>
                      <a:pt x="1607" y="375"/>
                    </a:lnTo>
                    <a:lnTo>
                      <a:pt x="1618" y="353"/>
                    </a:lnTo>
                    <a:lnTo>
                      <a:pt x="1626" y="329"/>
                    </a:lnTo>
                    <a:lnTo>
                      <a:pt x="1633" y="305"/>
                    </a:lnTo>
                    <a:lnTo>
                      <a:pt x="1637" y="280"/>
                    </a:lnTo>
                    <a:lnTo>
                      <a:pt x="1638" y="254"/>
                    </a:lnTo>
                    <a:lnTo>
                      <a:pt x="1638" y="254"/>
                    </a:lnTo>
                    <a:lnTo>
                      <a:pt x="1637" y="228"/>
                    </a:lnTo>
                    <a:lnTo>
                      <a:pt x="1633" y="203"/>
                    </a:lnTo>
                    <a:lnTo>
                      <a:pt x="1626" y="179"/>
                    </a:lnTo>
                    <a:lnTo>
                      <a:pt x="1618" y="155"/>
                    </a:lnTo>
                    <a:lnTo>
                      <a:pt x="1607" y="133"/>
                    </a:lnTo>
                    <a:lnTo>
                      <a:pt x="1594" y="112"/>
                    </a:lnTo>
                    <a:lnTo>
                      <a:pt x="1580" y="93"/>
                    </a:lnTo>
                    <a:lnTo>
                      <a:pt x="1563" y="74"/>
                    </a:lnTo>
                    <a:lnTo>
                      <a:pt x="1545" y="58"/>
                    </a:lnTo>
                    <a:lnTo>
                      <a:pt x="1526" y="43"/>
                    </a:lnTo>
                    <a:lnTo>
                      <a:pt x="1505" y="31"/>
                    </a:lnTo>
                    <a:lnTo>
                      <a:pt x="1483" y="20"/>
                    </a:lnTo>
                    <a:lnTo>
                      <a:pt x="1459" y="11"/>
                    </a:lnTo>
                    <a:lnTo>
                      <a:pt x="1435" y="5"/>
                    </a:lnTo>
                    <a:lnTo>
                      <a:pt x="1410" y="1"/>
                    </a:lnTo>
                    <a:lnTo>
                      <a:pt x="1384" y="0"/>
                    </a:lnTo>
                    <a:lnTo>
                      <a:pt x="253" y="0"/>
                    </a:lnTo>
                    <a:lnTo>
                      <a:pt x="227" y="1"/>
                    </a:lnTo>
                    <a:lnTo>
                      <a:pt x="202" y="5"/>
                    </a:lnTo>
                    <a:lnTo>
                      <a:pt x="178" y="11"/>
                    </a:lnTo>
                    <a:lnTo>
                      <a:pt x="154" y="20"/>
                    </a:lnTo>
                    <a:lnTo>
                      <a:pt x="132" y="31"/>
                    </a:lnTo>
                    <a:lnTo>
                      <a:pt x="111" y="43"/>
                    </a:lnTo>
                    <a:lnTo>
                      <a:pt x="92" y="58"/>
                    </a:lnTo>
                    <a:lnTo>
                      <a:pt x="74" y="74"/>
                    </a:lnTo>
                    <a:lnTo>
                      <a:pt x="58" y="93"/>
                    </a:lnTo>
                    <a:lnTo>
                      <a:pt x="43" y="112"/>
                    </a:lnTo>
                    <a:lnTo>
                      <a:pt x="30" y="133"/>
                    </a:lnTo>
                    <a:lnTo>
                      <a:pt x="20" y="155"/>
                    </a:lnTo>
                    <a:lnTo>
                      <a:pt x="11" y="179"/>
                    </a:lnTo>
                    <a:lnTo>
                      <a:pt x="5" y="203"/>
                    </a:lnTo>
                    <a:lnTo>
                      <a:pt x="1" y="228"/>
                    </a:lnTo>
                    <a:lnTo>
                      <a:pt x="0" y="254"/>
                    </a:lnTo>
                    <a:lnTo>
                      <a:pt x="0" y="254"/>
                    </a:lnTo>
                    <a:lnTo>
                      <a:pt x="1" y="280"/>
                    </a:lnTo>
                    <a:lnTo>
                      <a:pt x="5" y="305"/>
                    </a:lnTo>
                    <a:lnTo>
                      <a:pt x="11" y="329"/>
                    </a:lnTo>
                    <a:lnTo>
                      <a:pt x="20" y="353"/>
                    </a:lnTo>
                    <a:lnTo>
                      <a:pt x="30" y="375"/>
                    </a:lnTo>
                    <a:lnTo>
                      <a:pt x="43" y="396"/>
                    </a:lnTo>
                    <a:lnTo>
                      <a:pt x="58" y="415"/>
                    </a:lnTo>
                    <a:lnTo>
                      <a:pt x="74" y="433"/>
                    </a:lnTo>
                    <a:lnTo>
                      <a:pt x="92" y="450"/>
                    </a:lnTo>
                    <a:lnTo>
                      <a:pt x="111" y="465"/>
                    </a:lnTo>
                    <a:lnTo>
                      <a:pt x="132" y="477"/>
                    </a:lnTo>
                    <a:lnTo>
                      <a:pt x="154" y="488"/>
                    </a:lnTo>
                    <a:lnTo>
                      <a:pt x="178" y="497"/>
                    </a:lnTo>
                    <a:lnTo>
                      <a:pt x="202" y="503"/>
                    </a:lnTo>
                    <a:lnTo>
                      <a:pt x="227" y="507"/>
                    </a:lnTo>
                    <a:lnTo>
                      <a:pt x="253" y="508"/>
                    </a:lnTo>
                    <a:lnTo>
                      <a:pt x="819" y="508"/>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18" name=""/>
              <p:cNvSpPr/>
              <p:nvPr/>
            </p:nvSpPr>
            <p:spPr>
              <a:xfrm>
                <a:off x="2065320" y="2705040"/>
                <a:ext cx="709920" cy="1353240"/>
              </a:xfrm>
              <a:custGeom>
                <a:avLst/>
                <a:gdLst>
                  <a:gd name="textAreaLeft" fmla="*/ 0 w 709920"/>
                  <a:gd name="textAreaRight" fmla="*/ 713520 w 709920"/>
                  <a:gd name="textAreaTop" fmla="*/ 0 h 1353240"/>
                  <a:gd name="textAreaBottom" fmla="*/ 1356840 h 1353240"/>
                </a:gdLst>
                <a:ahLst/>
                <a:cxnLst/>
                <a:rect l="textAreaLeft" t="textAreaTop" r="textAreaRight" b="textAreaBottom"/>
                <a:pathLst>
                  <a:path w="1982" h="3769">
                    <a:moveTo>
                      <a:pt x="720" y="3769"/>
                    </a:moveTo>
                    <a:lnTo>
                      <a:pt x="736" y="2818"/>
                    </a:lnTo>
                    <a:lnTo>
                      <a:pt x="744" y="2317"/>
                    </a:lnTo>
                    <a:lnTo>
                      <a:pt x="754" y="1992"/>
                    </a:lnTo>
                    <a:lnTo>
                      <a:pt x="761" y="1935"/>
                    </a:lnTo>
                    <a:lnTo>
                      <a:pt x="775" y="1880"/>
                    </a:lnTo>
                    <a:lnTo>
                      <a:pt x="795" y="1828"/>
                    </a:lnTo>
                    <a:lnTo>
                      <a:pt x="821" y="1779"/>
                    </a:lnTo>
                    <a:lnTo>
                      <a:pt x="852" y="1733"/>
                    </a:lnTo>
                    <a:lnTo>
                      <a:pt x="889" y="1689"/>
                    </a:lnTo>
                    <a:lnTo>
                      <a:pt x="974" y="1606"/>
                    </a:lnTo>
                    <a:lnTo>
                      <a:pt x="1073" y="1529"/>
                    </a:lnTo>
                    <a:lnTo>
                      <a:pt x="1181" y="1457"/>
                    </a:lnTo>
                    <a:lnTo>
                      <a:pt x="1414" y="1319"/>
                    </a:lnTo>
                    <a:lnTo>
                      <a:pt x="1640" y="1176"/>
                    </a:lnTo>
                    <a:lnTo>
                      <a:pt x="1741" y="1099"/>
                    </a:lnTo>
                    <a:lnTo>
                      <a:pt x="1830" y="1014"/>
                    </a:lnTo>
                    <a:lnTo>
                      <a:pt x="1868" y="969"/>
                    </a:lnTo>
                    <a:lnTo>
                      <a:pt x="1901" y="922"/>
                    </a:lnTo>
                    <a:lnTo>
                      <a:pt x="1930" y="872"/>
                    </a:lnTo>
                    <a:lnTo>
                      <a:pt x="1953" y="819"/>
                    </a:lnTo>
                    <a:lnTo>
                      <a:pt x="1969" y="763"/>
                    </a:lnTo>
                    <a:lnTo>
                      <a:pt x="1979" y="704"/>
                    </a:lnTo>
                    <a:lnTo>
                      <a:pt x="1982" y="641"/>
                    </a:lnTo>
                    <a:lnTo>
                      <a:pt x="1978" y="574"/>
                    </a:lnTo>
                    <a:lnTo>
                      <a:pt x="1967" y="521"/>
                    </a:lnTo>
                    <a:lnTo>
                      <a:pt x="1951" y="475"/>
                    </a:lnTo>
                    <a:lnTo>
                      <a:pt x="1929" y="434"/>
                    </a:lnTo>
                    <a:lnTo>
                      <a:pt x="1901" y="400"/>
                    </a:lnTo>
                    <a:lnTo>
                      <a:pt x="1869" y="371"/>
                    </a:lnTo>
                    <a:lnTo>
                      <a:pt x="1833" y="347"/>
                    </a:lnTo>
                    <a:lnTo>
                      <a:pt x="1793" y="329"/>
                    </a:lnTo>
                    <a:lnTo>
                      <a:pt x="1749" y="315"/>
                    </a:lnTo>
                    <a:lnTo>
                      <a:pt x="1703" y="307"/>
                    </a:lnTo>
                    <a:lnTo>
                      <a:pt x="1654" y="302"/>
                    </a:lnTo>
                    <a:lnTo>
                      <a:pt x="1552" y="306"/>
                    </a:lnTo>
                    <a:lnTo>
                      <a:pt x="1446" y="325"/>
                    </a:lnTo>
                    <a:lnTo>
                      <a:pt x="1341" y="356"/>
                    </a:lnTo>
                    <a:lnTo>
                      <a:pt x="1239" y="398"/>
                    </a:lnTo>
                    <a:lnTo>
                      <a:pt x="1146" y="449"/>
                    </a:lnTo>
                    <a:lnTo>
                      <a:pt x="1064" y="506"/>
                    </a:lnTo>
                    <a:lnTo>
                      <a:pt x="1029" y="537"/>
                    </a:lnTo>
                    <a:lnTo>
                      <a:pt x="999" y="569"/>
                    </a:lnTo>
                    <a:lnTo>
                      <a:pt x="973" y="601"/>
                    </a:lnTo>
                    <a:lnTo>
                      <a:pt x="952" y="634"/>
                    </a:lnTo>
                    <a:lnTo>
                      <a:pt x="938" y="668"/>
                    </a:lnTo>
                    <a:lnTo>
                      <a:pt x="930" y="701"/>
                    </a:lnTo>
                    <a:lnTo>
                      <a:pt x="928" y="734"/>
                    </a:lnTo>
                    <a:lnTo>
                      <a:pt x="934" y="766"/>
                    </a:lnTo>
                    <a:lnTo>
                      <a:pt x="948" y="798"/>
                    </a:lnTo>
                    <a:lnTo>
                      <a:pt x="970" y="828"/>
                    </a:lnTo>
                    <a:lnTo>
                      <a:pt x="990" y="849"/>
                    </a:lnTo>
                    <a:lnTo>
                      <a:pt x="1010" y="865"/>
                    </a:lnTo>
                    <a:lnTo>
                      <a:pt x="1029" y="876"/>
                    </a:lnTo>
                    <a:lnTo>
                      <a:pt x="1049" y="882"/>
                    </a:lnTo>
                    <a:lnTo>
                      <a:pt x="1068" y="885"/>
                    </a:lnTo>
                    <a:lnTo>
                      <a:pt x="1086" y="884"/>
                    </a:lnTo>
                    <a:lnTo>
                      <a:pt x="1104" y="879"/>
                    </a:lnTo>
                    <a:lnTo>
                      <a:pt x="1121" y="871"/>
                    </a:lnTo>
                    <a:lnTo>
                      <a:pt x="1138" y="860"/>
                    </a:lnTo>
                    <a:lnTo>
                      <a:pt x="1153" y="845"/>
                    </a:lnTo>
                    <a:lnTo>
                      <a:pt x="1168" y="828"/>
                    </a:lnTo>
                    <a:lnTo>
                      <a:pt x="1181" y="808"/>
                    </a:lnTo>
                    <a:lnTo>
                      <a:pt x="1205" y="762"/>
                    </a:lnTo>
                    <a:lnTo>
                      <a:pt x="1223" y="708"/>
                    </a:lnTo>
                    <a:lnTo>
                      <a:pt x="1236" y="649"/>
                    </a:lnTo>
                    <a:lnTo>
                      <a:pt x="1241" y="585"/>
                    </a:lnTo>
                    <a:lnTo>
                      <a:pt x="1239" y="519"/>
                    </a:lnTo>
                    <a:lnTo>
                      <a:pt x="1229" y="453"/>
                    </a:lnTo>
                    <a:lnTo>
                      <a:pt x="1210" y="388"/>
                    </a:lnTo>
                    <a:lnTo>
                      <a:pt x="1181" y="326"/>
                    </a:lnTo>
                    <a:lnTo>
                      <a:pt x="1162" y="297"/>
                    </a:lnTo>
                    <a:lnTo>
                      <a:pt x="1141" y="269"/>
                    </a:lnTo>
                    <a:lnTo>
                      <a:pt x="1118" y="243"/>
                    </a:lnTo>
                    <a:lnTo>
                      <a:pt x="1091" y="218"/>
                    </a:lnTo>
                    <a:lnTo>
                      <a:pt x="1055" y="192"/>
                    </a:lnTo>
                    <a:lnTo>
                      <a:pt x="1008" y="162"/>
                    </a:lnTo>
                    <a:lnTo>
                      <a:pt x="952" y="131"/>
                    </a:lnTo>
                    <a:lnTo>
                      <a:pt x="887" y="100"/>
                    </a:lnTo>
                    <a:lnTo>
                      <a:pt x="816" y="70"/>
                    </a:lnTo>
                    <a:lnTo>
                      <a:pt x="740" y="44"/>
                    </a:lnTo>
                    <a:lnTo>
                      <a:pt x="660" y="22"/>
                    </a:lnTo>
                    <a:lnTo>
                      <a:pt x="578" y="7"/>
                    </a:lnTo>
                    <a:lnTo>
                      <a:pt x="495" y="0"/>
                    </a:lnTo>
                    <a:lnTo>
                      <a:pt x="413" y="3"/>
                    </a:lnTo>
                    <a:lnTo>
                      <a:pt x="333" y="16"/>
                    </a:lnTo>
                    <a:lnTo>
                      <a:pt x="294" y="28"/>
                    </a:lnTo>
                    <a:lnTo>
                      <a:pt x="257" y="43"/>
                    </a:lnTo>
                    <a:lnTo>
                      <a:pt x="221" y="61"/>
                    </a:lnTo>
                    <a:lnTo>
                      <a:pt x="186" y="84"/>
                    </a:lnTo>
                    <a:lnTo>
                      <a:pt x="153" y="110"/>
                    </a:lnTo>
                    <a:lnTo>
                      <a:pt x="122" y="141"/>
                    </a:lnTo>
                    <a:lnTo>
                      <a:pt x="93" y="176"/>
                    </a:lnTo>
                    <a:lnTo>
                      <a:pt x="67" y="216"/>
                    </a:lnTo>
                    <a:lnTo>
                      <a:pt x="42" y="260"/>
                    </a:lnTo>
                    <a:lnTo>
                      <a:pt x="21" y="309"/>
                    </a:lnTo>
                    <a:lnTo>
                      <a:pt x="6" y="359"/>
                    </a:lnTo>
                    <a:lnTo>
                      <a:pt x="0" y="410"/>
                    </a:lnTo>
                    <a:lnTo>
                      <a:pt x="2" y="460"/>
                    </a:lnTo>
                    <a:lnTo>
                      <a:pt x="12" y="511"/>
                    </a:lnTo>
                    <a:lnTo>
                      <a:pt x="29" y="563"/>
                    </a:lnTo>
                    <a:lnTo>
                      <a:pt x="52" y="614"/>
                    </a:lnTo>
                    <a:lnTo>
                      <a:pt x="117" y="718"/>
                    </a:lnTo>
                    <a:lnTo>
                      <a:pt x="202" y="823"/>
                    </a:lnTo>
                    <a:lnTo>
                      <a:pt x="302" y="928"/>
                    </a:lnTo>
                    <a:lnTo>
                      <a:pt x="532" y="1138"/>
                    </a:lnTo>
                    <a:lnTo>
                      <a:pt x="774" y="1346"/>
                    </a:lnTo>
                    <a:lnTo>
                      <a:pt x="992" y="1549"/>
                    </a:lnTo>
                    <a:lnTo>
                      <a:pt x="1082" y="1648"/>
                    </a:lnTo>
                    <a:lnTo>
                      <a:pt x="1153" y="1745"/>
                    </a:lnTo>
                    <a:lnTo>
                      <a:pt x="1181" y="1792"/>
                    </a:lnTo>
                    <a:lnTo>
                      <a:pt x="1202" y="1839"/>
                    </a:lnTo>
                    <a:lnTo>
                      <a:pt x="1216" y="1885"/>
                    </a:lnTo>
                    <a:lnTo>
                      <a:pt x="1223" y="1930"/>
                    </a:lnTo>
                    <a:lnTo>
                      <a:pt x="1228" y="2105"/>
                    </a:lnTo>
                    <a:lnTo>
                      <a:pt x="1227" y="2358"/>
                    </a:lnTo>
                    <a:lnTo>
                      <a:pt x="1216" y="2975"/>
                    </a:lnTo>
                    <a:lnTo>
                      <a:pt x="1193" y="3769"/>
                    </a:lnTo>
                    <a:lnTo>
                      <a:pt x="720" y="3769"/>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grpSp>
        <p:grpSp>
          <p:nvGrpSpPr>
            <p:cNvPr id="19" name=""/>
            <p:cNvGrpSpPr/>
            <p:nvPr/>
          </p:nvGrpSpPr>
          <p:grpSpPr>
            <a:xfrm>
              <a:off x="1014840" y="1498680"/>
              <a:ext cx="2806560" cy="1420560"/>
              <a:chOff x="1014840" y="1498680"/>
              <a:chExt cx="2806560" cy="1420560"/>
            </a:xfrm>
          </p:grpSpPr>
          <p:sp>
            <p:nvSpPr>
              <p:cNvPr id="20" name=""/>
              <p:cNvSpPr/>
              <p:nvPr/>
            </p:nvSpPr>
            <p:spPr>
              <a:xfrm>
                <a:off x="2418120" y="1498680"/>
                <a:ext cx="360" cy="26712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1" name=""/>
              <p:cNvSpPr/>
              <p:nvPr/>
            </p:nvSpPr>
            <p:spPr>
              <a:xfrm flipH="1">
                <a:off x="3340080" y="1885680"/>
                <a:ext cx="188640" cy="18864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2" name=""/>
              <p:cNvSpPr/>
              <p:nvPr/>
            </p:nvSpPr>
            <p:spPr>
              <a:xfrm flipH="1">
                <a:off x="3554280" y="2918880"/>
                <a:ext cx="267120" cy="36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3" name=""/>
              <p:cNvSpPr/>
              <p:nvPr/>
            </p:nvSpPr>
            <p:spPr>
              <a:xfrm>
                <a:off x="1307520" y="1885680"/>
                <a:ext cx="188640" cy="18864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4" name=""/>
              <p:cNvSpPr/>
              <p:nvPr/>
            </p:nvSpPr>
            <p:spPr>
              <a:xfrm>
                <a:off x="1014840" y="2918880"/>
                <a:ext cx="267120" cy="36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grpSp>
        <p:grpSp>
          <p:nvGrpSpPr>
            <p:cNvPr id="25" name=""/>
            <p:cNvGrpSpPr/>
            <p:nvPr/>
          </p:nvGrpSpPr>
          <p:grpSpPr>
            <a:xfrm>
              <a:off x="785160" y="2054880"/>
              <a:ext cx="3052080" cy="2273040"/>
              <a:chOff x="785160" y="2054880"/>
              <a:chExt cx="3052080" cy="2273040"/>
            </a:xfrm>
          </p:grpSpPr>
          <p:sp>
            <p:nvSpPr>
              <p:cNvPr id="26" name=""/>
              <p:cNvSpPr/>
              <p:nvPr/>
            </p:nvSpPr>
            <p:spPr>
              <a:xfrm flipH="1">
                <a:off x="2983680" y="3843720"/>
                <a:ext cx="126000" cy="12600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7" name=""/>
              <p:cNvSpPr/>
              <p:nvPr/>
            </p:nvSpPr>
            <p:spPr>
              <a:xfrm>
                <a:off x="2983680" y="3843720"/>
                <a:ext cx="126000" cy="12600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8" name=""/>
              <p:cNvSpPr/>
              <p:nvPr/>
            </p:nvSpPr>
            <p:spPr>
              <a:xfrm flipH="1">
                <a:off x="1771920" y="2054880"/>
                <a:ext cx="126000" cy="12636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29" name=""/>
              <p:cNvSpPr/>
              <p:nvPr/>
            </p:nvSpPr>
            <p:spPr>
              <a:xfrm>
                <a:off x="1771920" y="2054880"/>
                <a:ext cx="126000" cy="12636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30" name=""/>
              <p:cNvSpPr/>
              <p:nvPr/>
            </p:nvSpPr>
            <p:spPr>
              <a:xfrm>
                <a:off x="1568880" y="4125600"/>
                <a:ext cx="181080" cy="202320"/>
              </a:xfrm>
              <a:custGeom>
                <a:avLst/>
                <a:gdLst>
                  <a:gd name="textAreaLeft" fmla="*/ 0 w 181080"/>
                  <a:gd name="textAreaRight" fmla="*/ 184680 w 181080"/>
                  <a:gd name="textAreaTop" fmla="*/ 0 h 202320"/>
                  <a:gd name="textAreaBottom" fmla="*/ 205920 h 202320"/>
                </a:gdLst>
                <a:ahLst/>
                <a:cxnLst/>
                <a:rect l="textAreaLeft" t="textAreaTop" r="textAreaRight" b="textAreaBottom"/>
                <a:pathLst>
                  <a:path w="513" h="572">
                    <a:moveTo>
                      <a:pt x="0" y="572"/>
                    </a:moveTo>
                    <a:lnTo>
                      <a:pt x="513" y="390"/>
                    </a:lnTo>
                    <a:lnTo>
                      <a:pt x="103" y="0"/>
                    </a:lnTo>
                    <a:lnTo>
                      <a:pt x="0" y="572"/>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1" name=""/>
              <p:cNvSpPr/>
              <p:nvPr/>
            </p:nvSpPr>
            <p:spPr>
              <a:xfrm>
                <a:off x="3604680" y="3255840"/>
                <a:ext cx="183240" cy="199080"/>
              </a:xfrm>
              <a:custGeom>
                <a:avLst/>
                <a:gdLst>
                  <a:gd name="textAreaLeft" fmla="*/ 0 w 183240"/>
                  <a:gd name="textAreaRight" fmla="*/ 186840 w 183240"/>
                  <a:gd name="textAreaTop" fmla="*/ 0 h 199080"/>
                  <a:gd name="textAreaBottom" fmla="*/ 202680 h 199080"/>
                </a:gdLst>
                <a:ahLst/>
                <a:cxnLst/>
                <a:rect l="textAreaLeft" t="textAreaTop" r="textAreaRight" b="textAreaBottom"/>
                <a:pathLst>
                  <a:path w="519" h="563">
                    <a:moveTo>
                      <a:pt x="0" y="262"/>
                    </a:moveTo>
                    <a:lnTo>
                      <a:pt x="455" y="563"/>
                    </a:lnTo>
                    <a:lnTo>
                      <a:pt x="519" y="0"/>
                    </a:lnTo>
                    <a:lnTo>
                      <a:pt x="0" y="262"/>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2" name=""/>
              <p:cNvSpPr/>
              <p:nvPr/>
            </p:nvSpPr>
            <p:spPr>
              <a:xfrm>
                <a:off x="785160" y="2122200"/>
                <a:ext cx="204120" cy="179640"/>
              </a:xfrm>
              <a:custGeom>
                <a:avLst/>
                <a:gdLst>
                  <a:gd name="textAreaLeft" fmla="*/ 0 w 204120"/>
                  <a:gd name="textAreaRight" fmla="*/ 207720 w 204120"/>
                  <a:gd name="textAreaTop" fmla="*/ 0 h 179640"/>
                  <a:gd name="textAreaBottom" fmla="*/ 183240 h 179640"/>
                </a:gdLst>
                <a:ahLst/>
                <a:cxnLst/>
                <a:rect l="textAreaLeft" t="textAreaTop" r="textAreaRight" b="textAreaBottom"/>
                <a:pathLst>
                  <a:path w="577" h="509">
                    <a:moveTo>
                      <a:pt x="0" y="73"/>
                    </a:moveTo>
                    <a:lnTo>
                      <a:pt x="328" y="509"/>
                    </a:lnTo>
                    <a:lnTo>
                      <a:pt x="577" y="0"/>
                    </a:lnTo>
                    <a:lnTo>
                      <a:pt x="0" y="73"/>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3" name=""/>
              <p:cNvSpPr/>
              <p:nvPr/>
            </p:nvSpPr>
            <p:spPr>
              <a:xfrm>
                <a:off x="3624480" y="2125440"/>
                <a:ext cx="212760" cy="212400"/>
              </a:xfrm>
              <a:custGeom>
                <a:avLst/>
                <a:gdLst>
                  <a:gd name="textAreaLeft" fmla="*/ 0 w 212760"/>
                  <a:gd name="textAreaRight" fmla="*/ 216360 w 212760"/>
                  <a:gd name="textAreaTop" fmla="*/ 0 h 212400"/>
                  <a:gd name="textAreaBottom" fmla="*/ 216000 h 212400"/>
                </a:gdLst>
                <a:ahLst/>
                <a:cxnLst/>
                <a:rect l="textAreaLeft" t="textAreaTop" r="textAreaRight" b="textAreaBottom"/>
                <a:pathLst>
                  <a:path w="601" h="600">
                    <a:moveTo>
                      <a:pt x="601" y="300"/>
                    </a:moveTo>
                    <a:lnTo>
                      <a:pt x="600" y="320"/>
                    </a:lnTo>
                    <a:lnTo>
                      <a:pt x="599" y="340"/>
                    </a:lnTo>
                    <a:lnTo>
                      <a:pt x="596" y="359"/>
                    </a:lnTo>
                    <a:lnTo>
                      <a:pt x="591" y="378"/>
                    </a:lnTo>
                    <a:lnTo>
                      <a:pt x="586" y="396"/>
                    </a:lnTo>
                    <a:lnTo>
                      <a:pt x="579" y="414"/>
                    </a:lnTo>
                    <a:lnTo>
                      <a:pt x="571" y="432"/>
                    </a:lnTo>
                    <a:lnTo>
                      <a:pt x="561" y="450"/>
                    </a:lnTo>
                    <a:lnTo>
                      <a:pt x="550" y="467"/>
                    </a:lnTo>
                    <a:lnTo>
                      <a:pt x="539" y="484"/>
                    </a:lnTo>
                    <a:lnTo>
                      <a:pt x="527" y="499"/>
                    </a:lnTo>
                    <a:lnTo>
                      <a:pt x="513" y="513"/>
                    </a:lnTo>
                    <a:lnTo>
                      <a:pt x="499" y="526"/>
                    </a:lnTo>
                    <a:lnTo>
                      <a:pt x="484" y="538"/>
                    </a:lnTo>
                    <a:lnTo>
                      <a:pt x="468" y="549"/>
                    </a:lnTo>
                    <a:lnTo>
                      <a:pt x="451" y="560"/>
                    </a:lnTo>
                    <a:lnTo>
                      <a:pt x="433" y="570"/>
                    </a:lnTo>
                    <a:lnTo>
                      <a:pt x="415" y="578"/>
                    </a:lnTo>
                    <a:lnTo>
                      <a:pt x="397" y="585"/>
                    </a:lnTo>
                    <a:lnTo>
                      <a:pt x="379" y="590"/>
                    </a:lnTo>
                    <a:lnTo>
                      <a:pt x="360" y="595"/>
                    </a:lnTo>
                    <a:lnTo>
                      <a:pt x="341" y="598"/>
                    </a:lnTo>
                    <a:lnTo>
                      <a:pt x="321" y="599"/>
                    </a:lnTo>
                    <a:lnTo>
                      <a:pt x="301" y="600"/>
                    </a:lnTo>
                    <a:lnTo>
                      <a:pt x="281" y="599"/>
                    </a:lnTo>
                    <a:lnTo>
                      <a:pt x="261" y="598"/>
                    </a:lnTo>
                    <a:lnTo>
                      <a:pt x="241" y="595"/>
                    </a:lnTo>
                    <a:lnTo>
                      <a:pt x="222" y="590"/>
                    </a:lnTo>
                    <a:lnTo>
                      <a:pt x="204" y="585"/>
                    </a:lnTo>
                    <a:lnTo>
                      <a:pt x="186" y="578"/>
                    </a:lnTo>
                    <a:lnTo>
                      <a:pt x="168" y="570"/>
                    </a:lnTo>
                    <a:lnTo>
                      <a:pt x="150" y="560"/>
                    </a:lnTo>
                    <a:lnTo>
                      <a:pt x="133" y="549"/>
                    </a:lnTo>
                    <a:lnTo>
                      <a:pt x="117" y="538"/>
                    </a:lnTo>
                    <a:lnTo>
                      <a:pt x="102" y="526"/>
                    </a:lnTo>
                    <a:lnTo>
                      <a:pt x="88" y="513"/>
                    </a:lnTo>
                    <a:lnTo>
                      <a:pt x="75" y="499"/>
                    </a:lnTo>
                    <a:lnTo>
                      <a:pt x="63" y="484"/>
                    </a:lnTo>
                    <a:lnTo>
                      <a:pt x="52" y="467"/>
                    </a:lnTo>
                    <a:lnTo>
                      <a:pt x="41" y="450"/>
                    </a:lnTo>
                    <a:lnTo>
                      <a:pt x="31" y="432"/>
                    </a:lnTo>
                    <a:lnTo>
                      <a:pt x="23" y="414"/>
                    </a:lnTo>
                    <a:lnTo>
                      <a:pt x="16" y="396"/>
                    </a:lnTo>
                    <a:lnTo>
                      <a:pt x="10" y="378"/>
                    </a:lnTo>
                    <a:lnTo>
                      <a:pt x="6" y="359"/>
                    </a:lnTo>
                    <a:lnTo>
                      <a:pt x="3" y="340"/>
                    </a:lnTo>
                    <a:lnTo>
                      <a:pt x="1" y="320"/>
                    </a:lnTo>
                    <a:lnTo>
                      <a:pt x="0" y="300"/>
                    </a:lnTo>
                    <a:lnTo>
                      <a:pt x="1" y="280"/>
                    </a:lnTo>
                    <a:lnTo>
                      <a:pt x="3" y="260"/>
                    </a:lnTo>
                    <a:lnTo>
                      <a:pt x="6" y="241"/>
                    </a:lnTo>
                    <a:lnTo>
                      <a:pt x="10" y="222"/>
                    </a:lnTo>
                    <a:lnTo>
                      <a:pt x="16" y="204"/>
                    </a:lnTo>
                    <a:lnTo>
                      <a:pt x="23" y="186"/>
                    </a:lnTo>
                    <a:lnTo>
                      <a:pt x="31" y="168"/>
                    </a:lnTo>
                    <a:lnTo>
                      <a:pt x="41" y="150"/>
                    </a:lnTo>
                    <a:lnTo>
                      <a:pt x="52" y="133"/>
                    </a:lnTo>
                    <a:lnTo>
                      <a:pt x="63" y="117"/>
                    </a:lnTo>
                    <a:lnTo>
                      <a:pt x="75" y="102"/>
                    </a:lnTo>
                    <a:lnTo>
                      <a:pt x="88" y="87"/>
                    </a:lnTo>
                    <a:lnTo>
                      <a:pt x="102" y="74"/>
                    </a:lnTo>
                    <a:lnTo>
                      <a:pt x="117" y="62"/>
                    </a:lnTo>
                    <a:lnTo>
                      <a:pt x="133" y="51"/>
                    </a:lnTo>
                    <a:lnTo>
                      <a:pt x="150" y="40"/>
                    </a:lnTo>
                    <a:lnTo>
                      <a:pt x="168" y="30"/>
                    </a:lnTo>
                    <a:lnTo>
                      <a:pt x="186" y="22"/>
                    </a:lnTo>
                    <a:lnTo>
                      <a:pt x="204" y="15"/>
                    </a:lnTo>
                    <a:lnTo>
                      <a:pt x="222" y="10"/>
                    </a:lnTo>
                    <a:lnTo>
                      <a:pt x="241" y="5"/>
                    </a:lnTo>
                    <a:lnTo>
                      <a:pt x="260" y="2"/>
                    </a:lnTo>
                    <a:lnTo>
                      <a:pt x="280" y="1"/>
                    </a:lnTo>
                    <a:lnTo>
                      <a:pt x="301" y="0"/>
                    </a:lnTo>
                    <a:lnTo>
                      <a:pt x="321" y="1"/>
                    </a:lnTo>
                    <a:lnTo>
                      <a:pt x="341" y="2"/>
                    </a:lnTo>
                    <a:lnTo>
                      <a:pt x="360" y="5"/>
                    </a:lnTo>
                    <a:lnTo>
                      <a:pt x="379" y="10"/>
                    </a:lnTo>
                    <a:lnTo>
                      <a:pt x="397" y="15"/>
                    </a:lnTo>
                    <a:lnTo>
                      <a:pt x="415" y="22"/>
                    </a:lnTo>
                    <a:lnTo>
                      <a:pt x="433" y="30"/>
                    </a:lnTo>
                    <a:lnTo>
                      <a:pt x="451" y="40"/>
                    </a:lnTo>
                    <a:lnTo>
                      <a:pt x="468" y="51"/>
                    </a:lnTo>
                    <a:lnTo>
                      <a:pt x="484" y="62"/>
                    </a:lnTo>
                    <a:lnTo>
                      <a:pt x="499" y="74"/>
                    </a:lnTo>
                    <a:lnTo>
                      <a:pt x="513" y="87"/>
                    </a:lnTo>
                    <a:lnTo>
                      <a:pt x="527" y="102"/>
                    </a:lnTo>
                    <a:lnTo>
                      <a:pt x="539" y="117"/>
                    </a:lnTo>
                    <a:lnTo>
                      <a:pt x="550" y="133"/>
                    </a:lnTo>
                    <a:lnTo>
                      <a:pt x="561" y="150"/>
                    </a:lnTo>
                    <a:lnTo>
                      <a:pt x="571" y="168"/>
                    </a:lnTo>
                    <a:lnTo>
                      <a:pt x="579" y="186"/>
                    </a:lnTo>
                    <a:lnTo>
                      <a:pt x="586" y="204"/>
                    </a:lnTo>
                    <a:lnTo>
                      <a:pt x="591" y="222"/>
                    </a:lnTo>
                    <a:lnTo>
                      <a:pt x="596" y="240"/>
                    </a:lnTo>
                    <a:lnTo>
                      <a:pt x="599" y="260"/>
                    </a:lnTo>
                    <a:lnTo>
                      <a:pt x="600" y="279"/>
                    </a:lnTo>
                    <a:lnTo>
                      <a:pt x="601" y="30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grpSp>
      </p:grpSp>
      <p:grpSp>
        <p:nvGrpSpPr>
          <p:cNvPr id="34" name=""/>
          <p:cNvGrpSpPr/>
          <p:nvPr/>
        </p:nvGrpSpPr>
        <p:grpSpPr>
          <a:xfrm>
            <a:off x="8280720" y="4099680"/>
            <a:ext cx="1557000" cy="1465200"/>
            <a:chOff x="8280720" y="4099680"/>
            <a:chExt cx="1557000" cy="1465200"/>
          </a:xfrm>
        </p:grpSpPr>
        <p:sp>
          <p:nvSpPr>
            <p:cNvPr id="35" name=""/>
            <p:cNvSpPr/>
            <p:nvPr/>
          </p:nvSpPr>
          <p:spPr>
            <a:xfrm>
              <a:off x="8639280" y="4366800"/>
              <a:ext cx="104400" cy="1206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6" name=""/>
            <p:cNvSpPr/>
            <p:nvPr/>
          </p:nvSpPr>
          <p:spPr>
            <a:xfrm flipH="1">
              <a:off x="9286920" y="4099680"/>
              <a:ext cx="12600" cy="1602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7" name=""/>
            <p:cNvSpPr/>
            <p:nvPr/>
          </p:nvSpPr>
          <p:spPr>
            <a:xfrm flipH="1">
              <a:off x="9715320" y="4449240"/>
              <a:ext cx="122400" cy="1062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8" name=""/>
            <p:cNvSpPr/>
            <p:nvPr/>
          </p:nvSpPr>
          <p:spPr>
            <a:xfrm>
              <a:off x="8280720" y="4982760"/>
              <a:ext cx="160560" cy="100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9" name=""/>
            <p:cNvSpPr/>
            <p:nvPr/>
          </p:nvSpPr>
          <p:spPr>
            <a:xfrm flipV="1">
              <a:off x="8550360" y="5458680"/>
              <a:ext cx="122760" cy="1062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40" name=""/>
          <p:cNvGrpSpPr/>
          <p:nvPr/>
        </p:nvGrpSpPr>
        <p:grpSpPr>
          <a:xfrm>
            <a:off x="5009400" y="429480"/>
            <a:ext cx="4872240" cy="4929840"/>
            <a:chOff x="5009400" y="429480"/>
            <a:chExt cx="4872240" cy="4929840"/>
          </a:xfrm>
        </p:grpSpPr>
        <p:sp>
          <p:nvSpPr>
            <p:cNvPr id="41" name=""/>
            <p:cNvSpPr/>
            <p:nvPr/>
          </p:nvSpPr>
          <p:spPr>
            <a:xfrm>
              <a:off x="5009400" y="429480"/>
              <a:ext cx="204120" cy="179280"/>
            </a:xfrm>
            <a:custGeom>
              <a:avLst/>
              <a:gdLst>
                <a:gd name="textAreaLeft" fmla="*/ 0 w 204120"/>
                <a:gd name="textAreaRight" fmla="*/ 207720 w 204120"/>
                <a:gd name="textAreaTop" fmla="*/ 0 h 179280"/>
                <a:gd name="textAreaBottom" fmla="*/ 182880 h 179280"/>
              </a:gdLst>
              <a:ahLst/>
              <a:cxnLst/>
              <a:rect l="textAreaLeft" t="textAreaTop" r="textAreaRight" b="textAreaBottom"/>
              <a:pathLst>
                <a:path w="577" h="508">
                  <a:moveTo>
                    <a:pt x="0" y="73"/>
                  </a:moveTo>
                  <a:lnTo>
                    <a:pt x="328" y="508"/>
                  </a:lnTo>
                  <a:lnTo>
                    <a:pt x="577" y="0"/>
                  </a:lnTo>
                  <a:lnTo>
                    <a:pt x="0" y="73"/>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42" name=""/>
            <p:cNvSpPr/>
            <p:nvPr/>
          </p:nvSpPr>
          <p:spPr>
            <a:xfrm>
              <a:off x="6346800" y="5160240"/>
              <a:ext cx="183240" cy="199080"/>
            </a:xfrm>
            <a:custGeom>
              <a:avLst/>
              <a:gdLst>
                <a:gd name="textAreaLeft" fmla="*/ 0 w 183240"/>
                <a:gd name="textAreaRight" fmla="*/ 186840 w 183240"/>
                <a:gd name="textAreaTop" fmla="*/ 0 h 199080"/>
                <a:gd name="textAreaBottom" fmla="*/ 202680 h 199080"/>
              </a:gdLst>
              <a:ahLst/>
              <a:cxnLst/>
              <a:rect l="textAreaLeft" t="textAreaTop" r="textAreaRight" b="textAreaBottom"/>
              <a:pathLst>
                <a:path w="519" h="563">
                  <a:moveTo>
                    <a:pt x="0" y="262"/>
                  </a:moveTo>
                  <a:lnTo>
                    <a:pt x="455" y="563"/>
                  </a:lnTo>
                  <a:lnTo>
                    <a:pt x="519" y="0"/>
                  </a:lnTo>
                  <a:lnTo>
                    <a:pt x="0" y="262"/>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43" name=""/>
            <p:cNvSpPr/>
            <p:nvPr/>
          </p:nvSpPr>
          <p:spPr>
            <a:xfrm flipH="1">
              <a:off x="8121600" y="1173240"/>
              <a:ext cx="126360" cy="126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44" name=""/>
            <p:cNvSpPr/>
            <p:nvPr/>
          </p:nvSpPr>
          <p:spPr>
            <a:xfrm>
              <a:off x="8121600" y="1173240"/>
              <a:ext cx="126360" cy="126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45" name=""/>
            <p:cNvSpPr/>
            <p:nvPr/>
          </p:nvSpPr>
          <p:spPr>
            <a:xfrm>
              <a:off x="9668880" y="2216880"/>
              <a:ext cx="212760" cy="212400"/>
            </a:xfrm>
            <a:custGeom>
              <a:avLst/>
              <a:gdLst>
                <a:gd name="textAreaLeft" fmla="*/ 0 w 212760"/>
                <a:gd name="textAreaRight" fmla="*/ 216360 w 212760"/>
                <a:gd name="textAreaTop" fmla="*/ 0 h 212400"/>
                <a:gd name="textAreaBottom" fmla="*/ 216000 h 212400"/>
              </a:gdLst>
              <a:ahLst/>
              <a:cxnLst/>
              <a:rect l="textAreaLeft" t="textAreaTop" r="textAreaRight" b="textAreaBottom"/>
              <a:pathLst>
                <a:path w="601" h="600">
                  <a:moveTo>
                    <a:pt x="601" y="300"/>
                  </a:moveTo>
                  <a:lnTo>
                    <a:pt x="600" y="320"/>
                  </a:lnTo>
                  <a:lnTo>
                    <a:pt x="598" y="340"/>
                  </a:lnTo>
                  <a:lnTo>
                    <a:pt x="595" y="359"/>
                  </a:lnTo>
                  <a:lnTo>
                    <a:pt x="591" y="378"/>
                  </a:lnTo>
                  <a:lnTo>
                    <a:pt x="585" y="396"/>
                  </a:lnTo>
                  <a:lnTo>
                    <a:pt x="578" y="414"/>
                  </a:lnTo>
                  <a:lnTo>
                    <a:pt x="570" y="432"/>
                  </a:lnTo>
                  <a:lnTo>
                    <a:pt x="560" y="450"/>
                  </a:lnTo>
                  <a:lnTo>
                    <a:pt x="549" y="467"/>
                  </a:lnTo>
                  <a:lnTo>
                    <a:pt x="538" y="484"/>
                  </a:lnTo>
                  <a:lnTo>
                    <a:pt x="526" y="499"/>
                  </a:lnTo>
                  <a:lnTo>
                    <a:pt x="513" y="513"/>
                  </a:lnTo>
                  <a:lnTo>
                    <a:pt x="499" y="526"/>
                  </a:lnTo>
                  <a:lnTo>
                    <a:pt x="484" y="538"/>
                  </a:lnTo>
                  <a:lnTo>
                    <a:pt x="468" y="549"/>
                  </a:lnTo>
                  <a:lnTo>
                    <a:pt x="451" y="560"/>
                  </a:lnTo>
                  <a:lnTo>
                    <a:pt x="433" y="570"/>
                  </a:lnTo>
                  <a:lnTo>
                    <a:pt x="415" y="578"/>
                  </a:lnTo>
                  <a:lnTo>
                    <a:pt x="397" y="585"/>
                  </a:lnTo>
                  <a:lnTo>
                    <a:pt x="378" y="590"/>
                  </a:lnTo>
                  <a:lnTo>
                    <a:pt x="360" y="595"/>
                  </a:lnTo>
                  <a:lnTo>
                    <a:pt x="340" y="598"/>
                  </a:lnTo>
                  <a:lnTo>
                    <a:pt x="320" y="599"/>
                  </a:lnTo>
                  <a:lnTo>
                    <a:pt x="300" y="600"/>
                  </a:lnTo>
                  <a:lnTo>
                    <a:pt x="280" y="599"/>
                  </a:lnTo>
                  <a:lnTo>
                    <a:pt x="260" y="598"/>
                  </a:lnTo>
                  <a:lnTo>
                    <a:pt x="241" y="595"/>
                  </a:lnTo>
                  <a:lnTo>
                    <a:pt x="222" y="590"/>
                  </a:lnTo>
                  <a:lnTo>
                    <a:pt x="204" y="585"/>
                  </a:lnTo>
                  <a:lnTo>
                    <a:pt x="186" y="578"/>
                  </a:lnTo>
                  <a:lnTo>
                    <a:pt x="168" y="570"/>
                  </a:lnTo>
                  <a:lnTo>
                    <a:pt x="150" y="560"/>
                  </a:lnTo>
                  <a:lnTo>
                    <a:pt x="133" y="549"/>
                  </a:lnTo>
                  <a:lnTo>
                    <a:pt x="116" y="538"/>
                  </a:lnTo>
                  <a:lnTo>
                    <a:pt x="101" y="526"/>
                  </a:lnTo>
                  <a:lnTo>
                    <a:pt x="87" y="513"/>
                  </a:lnTo>
                  <a:lnTo>
                    <a:pt x="74" y="499"/>
                  </a:lnTo>
                  <a:lnTo>
                    <a:pt x="62" y="484"/>
                  </a:lnTo>
                  <a:lnTo>
                    <a:pt x="51" y="467"/>
                  </a:lnTo>
                  <a:lnTo>
                    <a:pt x="40" y="450"/>
                  </a:lnTo>
                  <a:lnTo>
                    <a:pt x="30" y="432"/>
                  </a:lnTo>
                  <a:lnTo>
                    <a:pt x="22" y="414"/>
                  </a:lnTo>
                  <a:lnTo>
                    <a:pt x="15" y="396"/>
                  </a:lnTo>
                  <a:lnTo>
                    <a:pt x="10" y="378"/>
                  </a:lnTo>
                  <a:lnTo>
                    <a:pt x="5" y="359"/>
                  </a:lnTo>
                  <a:lnTo>
                    <a:pt x="2" y="340"/>
                  </a:lnTo>
                  <a:lnTo>
                    <a:pt x="1" y="320"/>
                  </a:lnTo>
                  <a:lnTo>
                    <a:pt x="0" y="300"/>
                  </a:lnTo>
                  <a:lnTo>
                    <a:pt x="1" y="280"/>
                  </a:lnTo>
                  <a:lnTo>
                    <a:pt x="2" y="260"/>
                  </a:lnTo>
                  <a:lnTo>
                    <a:pt x="5" y="241"/>
                  </a:lnTo>
                  <a:lnTo>
                    <a:pt x="10" y="222"/>
                  </a:lnTo>
                  <a:lnTo>
                    <a:pt x="15" y="204"/>
                  </a:lnTo>
                  <a:lnTo>
                    <a:pt x="22" y="186"/>
                  </a:lnTo>
                  <a:lnTo>
                    <a:pt x="30" y="168"/>
                  </a:lnTo>
                  <a:lnTo>
                    <a:pt x="40" y="150"/>
                  </a:lnTo>
                  <a:lnTo>
                    <a:pt x="51" y="133"/>
                  </a:lnTo>
                  <a:lnTo>
                    <a:pt x="62" y="116"/>
                  </a:lnTo>
                  <a:lnTo>
                    <a:pt x="74" y="101"/>
                  </a:lnTo>
                  <a:lnTo>
                    <a:pt x="87" y="87"/>
                  </a:lnTo>
                  <a:lnTo>
                    <a:pt x="101" y="74"/>
                  </a:lnTo>
                  <a:lnTo>
                    <a:pt x="116" y="62"/>
                  </a:lnTo>
                  <a:lnTo>
                    <a:pt x="133" y="51"/>
                  </a:lnTo>
                  <a:lnTo>
                    <a:pt x="150" y="40"/>
                  </a:lnTo>
                  <a:lnTo>
                    <a:pt x="168" y="30"/>
                  </a:lnTo>
                  <a:lnTo>
                    <a:pt x="186" y="22"/>
                  </a:lnTo>
                  <a:lnTo>
                    <a:pt x="204" y="15"/>
                  </a:lnTo>
                  <a:lnTo>
                    <a:pt x="222" y="9"/>
                  </a:lnTo>
                  <a:lnTo>
                    <a:pt x="241" y="5"/>
                  </a:lnTo>
                  <a:lnTo>
                    <a:pt x="260" y="2"/>
                  </a:lnTo>
                  <a:lnTo>
                    <a:pt x="280" y="1"/>
                  </a:lnTo>
                  <a:lnTo>
                    <a:pt x="300" y="0"/>
                  </a:lnTo>
                  <a:lnTo>
                    <a:pt x="321" y="1"/>
                  </a:lnTo>
                  <a:lnTo>
                    <a:pt x="341" y="2"/>
                  </a:lnTo>
                  <a:lnTo>
                    <a:pt x="360" y="5"/>
                  </a:lnTo>
                  <a:lnTo>
                    <a:pt x="379" y="9"/>
                  </a:lnTo>
                  <a:lnTo>
                    <a:pt x="397" y="15"/>
                  </a:lnTo>
                  <a:lnTo>
                    <a:pt x="415" y="22"/>
                  </a:lnTo>
                  <a:lnTo>
                    <a:pt x="433" y="30"/>
                  </a:lnTo>
                  <a:lnTo>
                    <a:pt x="451" y="40"/>
                  </a:lnTo>
                  <a:lnTo>
                    <a:pt x="468" y="51"/>
                  </a:lnTo>
                  <a:lnTo>
                    <a:pt x="484" y="62"/>
                  </a:lnTo>
                  <a:lnTo>
                    <a:pt x="499" y="74"/>
                  </a:lnTo>
                  <a:lnTo>
                    <a:pt x="513" y="87"/>
                  </a:lnTo>
                  <a:lnTo>
                    <a:pt x="526" y="101"/>
                  </a:lnTo>
                  <a:lnTo>
                    <a:pt x="538" y="116"/>
                  </a:lnTo>
                  <a:lnTo>
                    <a:pt x="549" y="133"/>
                  </a:lnTo>
                  <a:lnTo>
                    <a:pt x="560" y="150"/>
                  </a:lnTo>
                  <a:lnTo>
                    <a:pt x="570" y="168"/>
                  </a:lnTo>
                  <a:lnTo>
                    <a:pt x="578" y="186"/>
                  </a:lnTo>
                  <a:lnTo>
                    <a:pt x="585" y="204"/>
                  </a:lnTo>
                  <a:lnTo>
                    <a:pt x="591" y="222"/>
                  </a:lnTo>
                  <a:lnTo>
                    <a:pt x="595" y="241"/>
                  </a:lnTo>
                  <a:lnTo>
                    <a:pt x="598" y="260"/>
                  </a:lnTo>
                  <a:lnTo>
                    <a:pt x="600" y="280"/>
                  </a:lnTo>
                  <a:lnTo>
                    <a:pt x="601" y="30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sp>
        <p:nvSpPr>
          <p:cNvPr id="46" name=""/>
          <p:cNvSpPr/>
          <p:nvPr/>
        </p:nvSpPr>
        <p:spPr>
          <a:xfrm>
            <a:off x="0" y="3690000"/>
            <a:ext cx="104760" cy="1980360"/>
          </a:xfrm>
          <a:custGeom>
            <a:avLst/>
            <a:gdLst>
              <a:gd name="textAreaLeft" fmla="*/ 0 w 104760"/>
              <a:gd name="textAreaRight" fmla="*/ 108360 w 104760"/>
              <a:gd name="textAreaTop" fmla="*/ 0 h 1980360"/>
              <a:gd name="textAreaBottom" fmla="*/ 1983960 h 1980360"/>
            </a:gdLst>
            <a:ahLst/>
            <a:cxnLst/>
            <a:rect l="textAreaLeft" t="textAreaTop" r="textAreaRight" b="textAreaBottom"/>
            <a:pathLst>
              <a:path w="301" h="5511">
                <a:moveTo>
                  <a:pt x="0" y="0"/>
                </a:moveTo>
                <a:lnTo>
                  <a:pt x="301" y="0"/>
                </a:lnTo>
                <a:lnTo>
                  <a:pt x="301" y="5511"/>
                </a:lnTo>
                <a:lnTo>
                  <a:pt x="0" y="5511"/>
                </a:lnTo>
                <a:lnTo>
                  <a:pt x="0" y="0"/>
                </a:lnTo>
                <a:close/>
              </a:path>
            </a:pathLst>
          </a:custGeom>
          <a:solidFill>
            <a:srgbClr val="000000"/>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7" name=""/>
          <p:cNvSpPr/>
          <p:nvPr/>
        </p:nvSpPr>
        <p:spPr>
          <a:xfrm>
            <a:off x="9972000" y="0"/>
            <a:ext cx="104760" cy="1976760"/>
          </a:xfrm>
          <a:custGeom>
            <a:avLst/>
            <a:gdLst>
              <a:gd name="textAreaLeft" fmla="*/ 0 w 104760"/>
              <a:gd name="textAreaRight" fmla="*/ 108360 w 104760"/>
              <a:gd name="textAreaTop" fmla="*/ 0 h 1976760"/>
              <a:gd name="textAreaBottom" fmla="*/ 1980360 h 1976760"/>
            </a:gdLst>
            <a:ahLst/>
            <a:cxnLst/>
            <a:rect l="textAreaLeft" t="textAreaTop" r="textAreaRight" b="textAreaBottom"/>
            <a:pathLst>
              <a:path w="301" h="5501">
                <a:moveTo>
                  <a:pt x="0" y="0"/>
                </a:moveTo>
                <a:lnTo>
                  <a:pt x="301" y="0"/>
                </a:lnTo>
                <a:lnTo>
                  <a:pt x="301" y="5501"/>
                </a:lnTo>
                <a:lnTo>
                  <a:pt x="0" y="5501"/>
                </a:lnTo>
                <a:lnTo>
                  <a:pt x="0" y="0"/>
                </a:lnTo>
                <a:close/>
              </a:path>
            </a:pathLst>
          </a:custGeom>
          <a:solidFill>
            <a:srgbClr val="000000"/>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8" name="PlaceHolder 1"/>
          <p:cNvSpPr>
            <a:spLocks noGrp="1"/>
          </p:cNvSpPr>
          <p:nvPr>
            <p:ph type="title"/>
          </p:nvPr>
        </p:nvSpPr>
        <p:spPr>
          <a:xfrm>
            <a:off x="4320000" y="1800000"/>
            <a:ext cx="5036400" cy="716400"/>
          </a:xfrm>
          <a:prstGeom prst="rect">
            <a:avLst/>
          </a:prstGeom>
          <a:noFill/>
          <a:ln w="0">
            <a:noFill/>
          </a:ln>
        </p:spPr>
        <p:txBody>
          <a:bodyPr lIns="0" rIns="0" tIns="0" bIns="0" anchor="ctr">
            <a:normAutofit/>
          </a:bodyPr>
          <a:p>
            <a:pPr indent="0">
              <a:lnSpc>
                <a:spcPct val="100000"/>
              </a:lnSpc>
              <a:buNone/>
              <a:tabLst>
                <a:tab algn="l" pos="0"/>
              </a:tabLst>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9" name="PlaceHolder 2"/>
          <p:cNvSpPr>
            <a:spLocks noGrp="1"/>
          </p:cNvSpPr>
          <p:nvPr>
            <p:ph type="ftr" idx="1"/>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50" name="PlaceHolder 3"/>
          <p:cNvSpPr>
            <a:spLocks noGrp="1"/>
          </p:cNvSpPr>
          <p:nvPr>
            <p:ph type="sldNum" idx="2"/>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6D7EC84E-7C9F-454E-B268-EF478FBB68EC}"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51" name="PlaceHolder 4"/>
          <p:cNvSpPr>
            <a:spLocks noGrp="1"/>
          </p:cNvSpPr>
          <p:nvPr>
            <p:ph type="dt" idx="3"/>
          </p:nvPr>
        </p:nvSpPr>
        <p:spPr>
          <a:xfrm>
            <a:off x="504000" y="5328000"/>
            <a:ext cx="2343600" cy="239040"/>
          </a:xfrm>
          <a:prstGeom prst="rect">
            <a:avLst/>
          </a:prstGeom>
          <a:noFill/>
          <a:ln w="0">
            <a:noFill/>
          </a:ln>
        </p:spPr>
        <p:txBody>
          <a:bodyPr lIns="0" rIns="0" tIns="0" bIns="0" anchor="t">
            <a:noAutofit/>
          </a:bodyPr>
          <a:lstStyle>
            <a:lvl1pPr indent="0">
              <a:lnSpc>
                <a:spcPct val="100000"/>
              </a:lnSpc>
              <a:buNone/>
              <a:tabLst>
                <a:tab algn="l" pos="0"/>
              </a:tabLst>
              <a:defRPr b="0" lang="en-GB" sz="1400" strike="noStrike" u="none">
                <a:solidFill>
                  <a:srgbClr val="000000"/>
                </a:solidFill>
                <a:effectLst/>
                <a:uFillTx/>
                <a:latin typeface="Times New Roman"/>
              </a:defRPr>
            </a:lvl1pPr>
          </a:lstStyle>
          <a:p>
            <a:pPr indent="0">
              <a:lnSpc>
                <a:spcPct val="100000"/>
              </a:lnSpc>
              <a:buNone/>
              <a:tabLst>
                <a:tab algn="l" pos="0"/>
              </a:tabLst>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
        <p:nvSpPr>
          <p:cNvPr id="52" name="PlaceHolder 5"/>
          <p:cNvSpPr>
            <a:spLocks noGrp="1"/>
          </p:cNvSpPr>
          <p:nvPr>
            <p:ph type="body"/>
          </p:nvPr>
        </p:nvSpPr>
        <p:spPr>
          <a:xfrm>
            <a:off x="504000" y="1326600"/>
            <a:ext cx="9068760" cy="32853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2c02c"/>
        </a:solidFill>
      </p:bgPr>
    </p:bg>
    <p:spTree>
      <p:nvGrpSpPr>
        <p:cNvPr id="1" name=""/>
        <p:cNvGrpSpPr/>
        <p:nvPr/>
      </p:nvGrpSpPr>
      <p:grpSpPr>
        <a:xfrm>
          <a:off x="0" y="0"/>
          <a:ext cx="0" cy="0"/>
          <a:chOff x="0" y="0"/>
          <a:chExt cx="0" cy="0"/>
        </a:xfrm>
      </p:grpSpPr>
      <p:grpSp>
        <p:nvGrpSpPr>
          <p:cNvPr id="53" name=""/>
          <p:cNvGrpSpPr/>
          <p:nvPr/>
        </p:nvGrpSpPr>
        <p:grpSpPr>
          <a:xfrm>
            <a:off x="785160" y="1498680"/>
            <a:ext cx="3064680" cy="2954160"/>
            <a:chOff x="785160" y="1498680"/>
            <a:chExt cx="3064680" cy="2954160"/>
          </a:xfrm>
        </p:grpSpPr>
        <p:grpSp>
          <p:nvGrpSpPr>
            <p:cNvPr id="54" name=""/>
            <p:cNvGrpSpPr/>
            <p:nvPr/>
          </p:nvGrpSpPr>
          <p:grpSpPr>
            <a:xfrm>
              <a:off x="1668240" y="2219040"/>
              <a:ext cx="1553400" cy="2233800"/>
              <a:chOff x="1668240" y="2219040"/>
              <a:chExt cx="1553400" cy="2233800"/>
            </a:xfrm>
          </p:grpSpPr>
          <p:sp>
            <p:nvSpPr>
              <p:cNvPr id="55" name=""/>
              <p:cNvSpPr/>
              <p:nvPr/>
            </p:nvSpPr>
            <p:spPr>
              <a:xfrm>
                <a:off x="1668240" y="2219040"/>
                <a:ext cx="1553400" cy="1870920"/>
              </a:xfrm>
              <a:custGeom>
                <a:avLst/>
                <a:gdLst>
                  <a:gd name="textAreaLeft" fmla="*/ 0 w 1553400"/>
                  <a:gd name="textAreaRight" fmla="*/ 1557000 w 1553400"/>
                  <a:gd name="textAreaTop" fmla="*/ 0 h 1870920"/>
                  <a:gd name="textAreaBottom" fmla="*/ 1874520 h 1870920"/>
                </a:gdLst>
                <a:ahLst/>
                <a:cxnLst/>
                <a:rect l="textAreaLeft" t="textAreaTop" r="textAreaRight" b="textAreaBottom"/>
                <a:pathLst>
                  <a:path w="4325" h="5207">
                    <a:moveTo>
                      <a:pt x="2162" y="0"/>
                    </a:moveTo>
                    <a:lnTo>
                      <a:pt x="2162" y="0"/>
                    </a:lnTo>
                    <a:lnTo>
                      <a:pt x="2162" y="0"/>
                    </a:lnTo>
                    <a:lnTo>
                      <a:pt x="2015" y="4"/>
                    </a:lnTo>
                    <a:lnTo>
                      <a:pt x="1874" y="17"/>
                    </a:lnTo>
                    <a:lnTo>
                      <a:pt x="1736" y="39"/>
                    </a:lnTo>
                    <a:lnTo>
                      <a:pt x="1602" y="70"/>
                    </a:lnTo>
                    <a:lnTo>
                      <a:pt x="1470" y="111"/>
                    </a:lnTo>
                    <a:lnTo>
                      <a:pt x="1339" y="161"/>
                    </a:lnTo>
                    <a:lnTo>
                      <a:pt x="1210" y="220"/>
                    </a:lnTo>
                    <a:lnTo>
                      <a:pt x="1081" y="290"/>
                    </a:lnTo>
                    <a:lnTo>
                      <a:pt x="956" y="367"/>
                    </a:lnTo>
                    <a:lnTo>
                      <a:pt x="840" y="449"/>
                    </a:lnTo>
                    <a:lnTo>
                      <a:pt x="731" y="537"/>
                    </a:lnTo>
                    <a:lnTo>
                      <a:pt x="630" y="631"/>
                    </a:lnTo>
                    <a:lnTo>
                      <a:pt x="536" y="732"/>
                    </a:lnTo>
                    <a:lnTo>
                      <a:pt x="448" y="840"/>
                    </a:lnTo>
                    <a:lnTo>
                      <a:pt x="366" y="956"/>
                    </a:lnTo>
                    <a:lnTo>
                      <a:pt x="289" y="1081"/>
                    </a:lnTo>
                    <a:lnTo>
                      <a:pt x="219" y="1210"/>
                    </a:lnTo>
                    <a:lnTo>
                      <a:pt x="160" y="1339"/>
                    </a:lnTo>
                    <a:lnTo>
                      <a:pt x="110" y="1470"/>
                    </a:lnTo>
                    <a:lnTo>
                      <a:pt x="70" y="1602"/>
                    </a:lnTo>
                    <a:lnTo>
                      <a:pt x="39" y="1736"/>
                    </a:lnTo>
                    <a:lnTo>
                      <a:pt x="17" y="1874"/>
                    </a:lnTo>
                    <a:lnTo>
                      <a:pt x="4" y="2015"/>
                    </a:lnTo>
                    <a:lnTo>
                      <a:pt x="0" y="2162"/>
                    </a:lnTo>
                    <a:lnTo>
                      <a:pt x="0" y="2162"/>
                    </a:lnTo>
                    <a:lnTo>
                      <a:pt x="0" y="2162"/>
                    </a:lnTo>
                    <a:lnTo>
                      <a:pt x="4" y="2308"/>
                    </a:lnTo>
                    <a:lnTo>
                      <a:pt x="17" y="2450"/>
                    </a:lnTo>
                    <a:lnTo>
                      <a:pt x="39" y="2587"/>
                    </a:lnTo>
                    <a:lnTo>
                      <a:pt x="70" y="2721"/>
                    </a:lnTo>
                    <a:lnTo>
                      <a:pt x="110" y="2853"/>
                    </a:lnTo>
                    <a:lnTo>
                      <a:pt x="160" y="2983"/>
                    </a:lnTo>
                    <a:lnTo>
                      <a:pt x="220" y="3112"/>
                    </a:lnTo>
                    <a:lnTo>
                      <a:pt x="289" y="3241"/>
                    </a:lnTo>
                    <a:lnTo>
                      <a:pt x="366" y="3366"/>
                    </a:lnTo>
                    <a:lnTo>
                      <a:pt x="448" y="3482"/>
                    </a:lnTo>
                    <a:lnTo>
                      <a:pt x="536" y="3590"/>
                    </a:lnTo>
                    <a:lnTo>
                      <a:pt x="630" y="3691"/>
                    </a:lnTo>
                    <a:lnTo>
                      <a:pt x="731" y="3785"/>
                    </a:lnTo>
                    <a:lnTo>
                      <a:pt x="840" y="3873"/>
                    </a:lnTo>
                    <a:lnTo>
                      <a:pt x="956" y="3955"/>
                    </a:lnTo>
                    <a:lnTo>
                      <a:pt x="1081" y="4032"/>
                    </a:lnTo>
                    <a:lnTo>
                      <a:pt x="1171" y="4081"/>
                    </a:lnTo>
                    <a:lnTo>
                      <a:pt x="1260" y="4125"/>
                    </a:lnTo>
                    <a:lnTo>
                      <a:pt x="1351" y="4164"/>
                    </a:lnTo>
                    <a:lnTo>
                      <a:pt x="1448" y="4201"/>
                    </a:lnTo>
                    <a:lnTo>
                      <a:pt x="1448" y="4203"/>
                    </a:lnTo>
                    <a:lnTo>
                      <a:pt x="1448" y="4954"/>
                    </a:lnTo>
                    <a:lnTo>
                      <a:pt x="1449" y="4980"/>
                    </a:lnTo>
                    <a:lnTo>
                      <a:pt x="1453" y="5005"/>
                    </a:lnTo>
                    <a:lnTo>
                      <a:pt x="1459" y="5029"/>
                    </a:lnTo>
                    <a:lnTo>
                      <a:pt x="1468" y="5052"/>
                    </a:lnTo>
                    <a:lnTo>
                      <a:pt x="1478" y="5074"/>
                    </a:lnTo>
                    <a:lnTo>
                      <a:pt x="1491" y="5095"/>
                    </a:lnTo>
                    <a:lnTo>
                      <a:pt x="1506" y="5115"/>
                    </a:lnTo>
                    <a:lnTo>
                      <a:pt x="1522" y="5133"/>
                    </a:lnTo>
                    <a:lnTo>
                      <a:pt x="1540" y="5149"/>
                    </a:lnTo>
                    <a:lnTo>
                      <a:pt x="1560" y="5164"/>
                    </a:lnTo>
                    <a:lnTo>
                      <a:pt x="1581" y="5176"/>
                    </a:lnTo>
                    <a:lnTo>
                      <a:pt x="1603" y="5187"/>
                    </a:lnTo>
                    <a:lnTo>
                      <a:pt x="1626" y="5195"/>
                    </a:lnTo>
                    <a:lnTo>
                      <a:pt x="1651" y="5202"/>
                    </a:lnTo>
                    <a:lnTo>
                      <a:pt x="1676" y="5205"/>
                    </a:lnTo>
                    <a:lnTo>
                      <a:pt x="1702" y="5207"/>
                    </a:lnTo>
                    <a:lnTo>
                      <a:pt x="2622" y="5207"/>
                    </a:lnTo>
                    <a:lnTo>
                      <a:pt x="2648" y="5205"/>
                    </a:lnTo>
                    <a:lnTo>
                      <a:pt x="2673" y="5202"/>
                    </a:lnTo>
                    <a:lnTo>
                      <a:pt x="2698" y="5195"/>
                    </a:lnTo>
                    <a:lnTo>
                      <a:pt x="2721" y="5187"/>
                    </a:lnTo>
                    <a:lnTo>
                      <a:pt x="2743" y="5176"/>
                    </a:lnTo>
                    <a:lnTo>
                      <a:pt x="2764" y="5164"/>
                    </a:lnTo>
                    <a:lnTo>
                      <a:pt x="2784" y="5149"/>
                    </a:lnTo>
                    <a:lnTo>
                      <a:pt x="2802" y="5133"/>
                    </a:lnTo>
                    <a:lnTo>
                      <a:pt x="2818" y="5115"/>
                    </a:lnTo>
                    <a:lnTo>
                      <a:pt x="2833" y="5095"/>
                    </a:lnTo>
                    <a:lnTo>
                      <a:pt x="2845" y="5074"/>
                    </a:lnTo>
                    <a:lnTo>
                      <a:pt x="2856" y="5052"/>
                    </a:lnTo>
                    <a:lnTo>
                      <a:pt x="2865" y="5029"/>
                    </a:lnTo>
                    <a:lnTo>
                      <a:pt x="2871" y="5005"/>
                    </a:lnTo>
                    <a:lnTo>
                      <a:pt x="2875" y="4980"/>
                    </a:lnTo>
                    <a:lnTo>
                      <a:pt x="2876" y="4954"/>
                    </a:lnTo>
                    <a:lnTo>
                      <a:pt x="2876" y="4203"/>
                    </a:lnTo>
                    <a:lnTo>
                      <a:pt x="2876" y="4201"/>
                    </a:lnTo>
                    <a:lnTo>
                      <a:pt x="2876" y="4201"/>
                    </a:lnTo>
                    <a:lnTo>
                      <a:pt x="2972" y="4165"/>
                    </a:lnTo>
                    <a:lnTo>
                      <a:pt x="3063" y="4125"/>
                    </a:lnTo>
                    <a:lnTo>
                      <a:pt x="3152" y="4082"/>
                    </a:lnTo>
                    <a:lnTo>
                      <a:pt x="3243" y="4032"/>
                    </a:lnTo>
                    <a:lnTo>
                      <a:pt x="3368" y="3955"/>
                    </a:lnTo>
                    <a:lnTo>
                      <a:pt x="3484" y="3872"/>
                    </a:lnTo>
                    <a:lnTo>
                      <a:pt x="3593" y="3785"/>
                    </a:lnTo>
                    <a:lnTo>
                      <a:pt x="3694" y="3691"/>
                    </a:lnTo>
                    <a:lnTo>
                      <a:pt x="3788" y="3590"/>
                    </a:lnTo>
                    <a:lnTo>
                      <a:pt x="3876" y="3482"/>
                    </a:lnTo>
                    <a:lnTo>
                      <a:pt x="3958" y="3366"/>
                    </a:lnTo>
                    <a:lnTo>
                      <a:pt x="4035" y="3241"/>
                    </a:lnTo>
                    <a:lnTo>
                      <a:pt x="4104" y="3112"/>
                    </a:lnTo>
                    <a:lnTo>
                      <a:pt x="4164" y="2983"/>
                    </a:lnTo>
                    <a:lnTo>
                      <a:pt x="4213" y="2853"/>
                    </a:lnTo>
                    <a:lnTo>
                      <a:pt x="4254" y="2721"/>
                    </a:lnTo>
                    <a:lnTo>
                      <a:pt x="4285" y="2587"/>
                    </a:lnTo>
                    <a:lnTo>
                      <a:pt x="4307" y="2450"/>
                    </a:lnTo>
                    <a:lnTo>
                      <a:pt x="4320" y="2308"/>
                    </a:lnTo>
                    <a:lnTo>
                      <a:pt x="4325" y="2162"/>
                    </a:lnTo>
                    <a:lnTo>
                      <a:pt x="4325" y="2162"/>
                    </a:lnTo>
                    <a:lnTo>
                      <a:pt x="4325" y="2162"/>
                    </a:lnTo>
                    <a:lnTo>
                      <a:pt x="4321" y="2015"/>
                    </a:lnTo>
                    <a:lnTo>
                      <a:pt x="4308" y="1874"/>
                    </a:lnTo>
                    <a:lnTo>
                      <a:pt x="4286" y="1736"/>
                    </a:lnTo>
                    <a:lnTo>
                      <a:pt x="4254" y="1602"/>
                    </a:lnTo>
                    <a:lnTo>
                      <a:pt x="4214" y="1470"/>
                    </a:lnTo>
                    <a:lnTo>
                      <a:pt x="4164" y="1339"/>
                    </a:lnTo>
                    <a:lnTo>
                      <a:pt x="4104" y="1210"/>
                    </a:lnTo>
                    <a:lnTo>
                      <a:pt x="4035" y="1081"/>
                    </a:lnTo>
                    <a:lnTo>
                      <a:pt x="3958" y="956"/>
                    </a:lnTo>
                    <a:lnTo>
                      <a:pt x="3876" y="840"/>
                    </a:lnTo>
                    <a:lnTo>
                      <a:pt x="3788" y="732"/>
                    </a:lnTo>
                    <a:lnTo>
                      <a:pt x="3693" y="631"/>
                    </a:lnTo>
                    <a:lnTo>
                      <a:pt x="3592" y="537"/>
                    </a:lnTo>
                    <a:lnTo>
                      <a:pt x="3484" y="449"/>
                    </a:lnTo>
                    <a:lnTo>
                      <a:pt x="3368" y="367"/>
                    </a:lnTo>
                    <a:lnTo>
                      <a:pt x="3243" y="290"/>
                    </a:lnTo>
                    <a:lnTo>
                      <a:pt x="3114" y="220"/>
                    </a:lnTo>
                    <a:lnTo>
                      <a:pt x="2985" y="161"/>
                    </a:lnTo>
                    <a:lnTo>
                      <a:pt x="2854" y="111"/>
                    </a:lnTo>
                    <a:lnTo>
                      <a:pt x="2722" y="70"/>
                    </a:lnTo>
                    <a:lnTo>
                      <a:pt x="2588" y="39"/>
                    </a:lnTo>
                    <a:lnTo>
                      <a:pt x="2450" y="17"/>
                    </a:lnTo>
                    <a:lnTo>
                      <a:pt x="2309" y="4"/>
                    </a:lnTo>
                    <a:lnTo>
                      <a:pt x="2162" y="0"/>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56" name=""/>
              <p:cNvSpPr/>
              <p:nvPr/>
            </p:nvSpPr>
            <p:spPr>
              <a:xfrm>
                <a:off x="2081160" y="4093200"/>
                <a:ext cx="727200" cy="179280"/>
              </a:xfrm>
              <a:custGeom>
                <a:avLst/>
                <a:gdLst>
                  <a:gd name="textAreaLeft" fmla="*/ 0 w 727200"/>
                  <a:gd name="textAreaRight" fmla="*/ 730800 w 727200"/>
                  <a:gd name="textAreaTop" fmla="*/ 0 h 179280"/>
                  <a:gd name="textAreaBottom" fmla="*/ 182880 h 179280"/>
                </a:gdLst>
                <a:ahLst/>
                <a:cxnLst/>
                <a:rect l="textAreaLeft" t="textAreaTop" r="textAreaRight" b="textAreaBottom"/>
                <a:pathLst>
                  <a:path w="2030" h="508">
                    <a:moveTo>
                      <a:pt x="1015" y="508"/>
                    </a:moveTo>
                    <a:lnTo>
                      <a:pt x="1776" y="508"/>
                    </a:lnTo>
                    <a:lnTo>
                      <a:pt x="1802" y="507"/>
                    </a:lnTo>
                    <a:lnTo>
                      <a:pt x="1827" y="503"/>
                    </a:lnTo>
                    <a:lnTo>
                      <a:pt x="1852" y="497"/>
                    </a:lnTo>
                    <a:lnTo>
                      <a:pt x="1875" y="488"/>
                    </a:lnTo>
                    <a:lnTo>
                      <a:pt x="1897" y="477"/>
                    </a:lnTo>
                    <a:lnTo>
                      <a:pt x="1918" y="465"/>
                    </a:lnTo>
                    <a:lnTo>
                      <a:pt x="1938" y="450"/>
                    </a:lnTo>
                    <a:lnTo>
                      <a:pt x="1956" y="433"/>
                    </a:lnTo>
                    <a:lnTo>
                      <a:pt x="1972" y="415"/>
                    </a:lnTo>
                    <a:lnTo>
                      <a:pt x="1987" y="396"/>
                    </a:lnTo>
                    <a:lnTo>
                      <a:pt x="1999" y="375"/>
                    </a:lnTo>
                    <a:lnTo>
                      <a:pt x="2010" y="353"/>
                    </a:lnTo>
                    <a:lnTo>
                      <a:pt x="2019" y="329"/>
                    </a:lnTo>
                    <a:lnTo>
                      <a:pt x="2025" y="305"/>
                    </a:lnTo>
                    <a:lnTo>
                      <a:pt x="2029" y="280"/>
                    </a:lnTo>
                    <a:lnTo>
                      <a:pt x="2030" y="254"/>
                    </a:lnTo>
                    <a:lnTo>
                      <a:pt x="2029" y="228"/>
                    </a:lnTo>
                    <a:lnTo>
                      <a:pt x="2025" y="203"/>
                    </a:lnTo>
                    <a:lnTo>
                      <a:pt x="2019" y="179"/>
                    </a:lnTo>
                    <a:lnTo>
                      <a:pt x="2010" y="155"/>
                    </a:lnTo>
                    <a:lnTo>
                      <a:pt x="1999" y="133"/>
                    </a:lnTo>
                    <a:lnTo>
                      <a:pt x="1987" y="112"/>
                    </a:lnTo>
                    <a:lnTo>
                      <a:pt x="1972" y="93"/>
                    </a:lnTo>
                    <a:lnTo>
                      <a:pt x="1956" y="74"/>
                    </a:lnTo>
                    <a:lnTo>
                      <a:pt x="1938" y="58"/>
                    </a:lnTo>
                    <a:lnTo>
                      <a:pt x="1918" y="43"/>
                    </a:lnTo>
                    <a:lnTo>
                      <a:pt x="1897" y="31"/>
                    </a:lnTo>
                    <a:lnTo>
                      <a:pt x="1875" y="20"/>
                    </a:lnTo>
                    <a:lnTo>
                      <a:pt x="1852" y="11"/>
                    </a:lnTo>
                    <a:lnTo>
                      <a:pt x="1827" y="5"/>
                    </a:lnTo>
                    <a:lnTo>
                      <a:pt x="1802" y="1"/>
                    </a:lnTo>
                    <a:lnTo>
                      <a:pt x="1776" y="0"/>
                    </a:lnTo>
                    <a:lnTo>
                      <a:pt x="254" y="0"/>
                    </a:lnTo>
                    <a:lnTo>
                      <a:pt x="228" y="1"/>
                    </a:lnTo>
                    <a:lnTo>
                      <a:pt x="203" y="5"/>
                    </a:lnTo>
                    <a:lnTo>
                      <a:pt x="179" y="11"/>
                    </a:lnTo>
                    <a:lnTo>
                      <a:pt x="155" y="20"/>
                    </a:lnTo>
                    <a:lnTo>
                      <a:pt x="133" y="31"/>
                    </a:lnTo>
                    <a:lnTo>
                      <a:pt x="112" y="43"/>
                    </a:lnTo>
                    <a:lnTo>
                      <a:pt x="93" y="58"/>
                    </a:lnTo>
                    <a:lnTo>
                      <a:pt x="74" y="74"/>
                    </a:lnTo>
                    <a:lnTo>
                      <a:pt x="58" y="93"/>
                    </a:lnTo>
                    <a:lnTo>
                      <a:pt x="43" y="112"/>
                    </a:lnTo>
                    <a:lnTo>
                      <a:pt x="31" y="133"/>
                    </a:lnTo>
                    <a:lnTo>
                      <a:pt x="20" y="155"/>
                    </a:lnTo>
                    <a:lnTo>
                      <a:pt x="11" y="179"/>
                    </a:lnTo>
                    <a:lnTo>
                      <a:pt x="5" y="203"/>
                    </a:lnTo>
                    <a:lnTo>
                      <a:pt x="1" y="228"/>
                    </a:lnTo>
                    <a:lnTo>
                      <a:pt x="0" y="254"/>
                    </a:lnTo>
                    <a:lnTo>
                      <a:pt x="1" y="280"/>
                    </a:lnTo>
                    <a:lnTo>
                      <a:pt x="5" y="305"/>
                    </a:lnTo>
                    <a:lnTo>
                      <a:pt x="11" y="329"/>
                    </a:lnTo>
                    <a:lnTo>
                      <a:pt x="20" y="353"/>
                    </a:lnTo>
                    <a:lnTo>
                      <a:pt x="31" y="375"/>
                    </a:lnTo>
                    <a:lnTo>
                      <a:pt x="43" y="396"/>
                    </a:lnTo>
                    <a:lnTo>
                      <a:pt x="58" y="415"/>
                    </a:lnTo>
                    <a:lnTo>
                      <a:pt x="74" y="433"/>
                    </a:lnTo>
                    <a:lnTo>
                      <a:pt x="93" y="450"/>
                    </a:lnTo>
                    <a:lnTo>
                      <a:pt x="112" y="465"/>
                    </a:lnTo>
                    <a:lnTo>
                      <a:pt x="133" y="477"/>
                    </a:lnTo>
                    <a:lnTo>
                      <a:pt x="155" y="488"/>
                    </a:lnTo>
                    <a:lnTo>
                      <a:pt x="179" y="497"/>
                    </a:lnTo>
                    <a:lnTo>
                      <a:pt x="203" y="503"/>
                    </a:lnTo>
                    <a:lnTo>
                      <a:pt x="228" y="507"/>
                    </a:lnTo>
                    <a:lnTo>
                      <a:pt x="254" y="508"/>
                    </a:lnTo>
                    <a:lnTo>
                      <a:pt x="1015" y="508"/>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57" name=""/>
              <p:cNvSpPr/>
              <p:nvPr/>
            </p:nvSpPr>
            <p:spPr>
              <a:xfrm>
                <a:off x="2151720" y="4273560"/>
                <a:ext cx="586080" cy="179280"/>
              </a:xfrm>
              <a:custGeom>
                <a:avLst/>
                <a:gdLst>
                  <a:gd name="textAreaLeft" fmla="*/ 0 w 586080"/>
                  <a:gd name="textAreaRight" fmla="*/ 589680 w 586080"/>
                  <a:gd name="textAreaTop" fmla="*/ 0 h 179280"/>
                  <a:gd name="textAreaBottom" fmla="*/ 182880 h 179280"/>
                </a:gdLst>
                <a:ahLst/>
                <a:cxnLst/>
                <a:rect l="textAreaLeft" t="textAreaTop" r="textAreaRight" b="textAreaBottom"/>
                <a:pathLst>
                  <a:path w="1638" h="508">
                    <a:moveTo>
                      <a:pt x="819" y="508"/>
                    </a:moveTo>
                    <a:lnTo>
                      <a:pt x="1385" y="508"/>
                    </a:lnTo>
                    <a:lnTo>
                      <a:pt x="1411" y="507"/>
                    </a:lnTo>
                    <a:lnTo>
                      <a:pt x="1436" y="503"/>
                    </a:lnTo>
                    <a:lnTo>
                      <a:pt x="1460" y="497"/>
                    </a:lnTo>
                    <a:lnTo>
                      <a:pt x="1484" y="488"/>
                    </a:lnTo>
                    <a:lnTo>
                      <a:pt x="1506" y="477"/>
                    </a:lnTo>
                    <a:lnTo>
                      <a:pt x="1527" y="465"/>
                    </a:lnTo>
                    <a:lnTo>
                      <a:pt x="1546" y="450"/>
                    </a:lnTo>
                    <a:lnTo>
                      <a:pt x="1564" y="433"/>
                    </a:lnTo>
                    <a:lnTo>
                      <a:pt x="1580" y="415"/>
                    </a:lnTo>
                    <a:lnTo>
                      <a:pt x="1595" y="396"/>
                    </a:lnTo>
                    <a:lnTo>
                      <a:pt x="1607" y="375"/>
                    </a:lnTo>
                    <a:lnTo>
                      <a:pt x="1618" y="353"/>
                    </a:lnTo>
                    <a:lnTo>
                      <a:pt x="1627" y="329"/>
                    </a:lnTo>
                    <a:lnTo>
                      <a:pt x="1633" y="305"/>
                    </a:lnTo>
                    <a:lnTo>
                      <a:pt x="1637" y="280"/>
                    </a:lnTo>
                    <a:lnTo>
                      <a:pt x="1638" y="254"/>
                    </a:lnTo>
                    <a:lnTo>
                      <a:pt x="1638" y="254"/>
                    </a:lnTo>
                    <a:lnTo>
                      <a:pt x="1637" y="228"/>
                    </a:lnTo>
                    <a:lnTo>
                      <a:pt x="1633" y="203"/>
                    </a:lnTo>
                    <a:lnTo>
                      <a:pt x="1627" y="179"/>
                    </a:lnTo>
                    <a:lnTo>
                      <a:pt x="1618" y="155"/>
                    </a:lnTo>
                    <a:lnTo>
                      <a:pt x="1607" y="133"/>
                    </a:lnTo>
                    <a:lnTo>
                      <a:pt x="1595" y="112"/>
                    </a:lnTo>
                    <a:lnTo>
                      <a:pt x="1580" y="93"/>
                    </a:lnTo>
                    <a:lnTo>
                      <a:pt x="1564" y="74"/>
                    </a:lnTo>
                    <a:lnTo>
                      <a:pt x="1546" y="58"/>
                    </a:lnTo>
                    <a:lnTo>
                      <a:pt x="1527" y="43"/>
                    </a:lnTo>
                    <a:lnTo>
                      <a:pt x="1506" y="31"/>
                    </a:lnTo>
                    <a:lnTo>
                      <a:pt x="1484" y="20"/>
                    </a:lnTo>
                    <a:lnTo>
                      <a:pt x="1460" y="11"/>
                    </a:lnTo>
                    <a:lnTo>
                      <a:pt x="1436" y="5"/>
                    </a:lnTo>
                    <a:lnTo>
                      <a:pt x="1411" y="1"/>
                    </a:lnTo>
                    <a:lnTo>
                      <a:pt x="1385" y="0"/>
                    </a:lnTo>
                    <a:lnTo>
                      <a:pt x="254" y="0"/>
                    </a:lnTo>
                    <a:lnTo>
                      <a:pt x="228" y="1"/>
                    </a:lnTo>
                    <a:lnTo>
                      <a:pt x="203" y="5"/>
                    </a:lnTo>
                    <a:lnTo>
                      <a:pt x="179" y="11"/>
                    </a:lnTo>
                    <a:lnTo>
                      <a:pt x="155" y="20"/>
                    </a:lnTo>
                    <a:lnTo>
                      <a:pt x="133" y="31"/>
                    </a:lnTo>
                    <a:lnTo>
                      <a:pt x="112" y="43"/>
                    </a:lnTo>
                    <a:lnTo>
                      <a:pt x="93" y="58"/>
                    </a:lnTo>
                    <a:lnTo>
                      <a:pt x="74" y="74"/>
                    </a:lnTo>
                    <a:lnTo>
                      <a:pt x="58" y="93"/>
                    </a:lnTo>
                    <a:lnTo>
                      <a:pt x="43" y="112"/>
                    </a:lnTo>
                    <a:lnTo>
                      <a:pt x="31" y="133"/>
                    </a:lnTo>
                    <a:lnTo>
                      <a:pt x="20" y="155"/>
                    </a:lnTo>
                    <a:lnTo>
                      <a:pt x="11" y="179"/>
                    </a:lnTo>
                    <a:lnTo>
                      <a:pt x="5" y="203"/>
                    </a:lnTo>
                    <a:lnTo>
                      <a:pt x="1" y="228"/>
                    </a:lnTo>
                    <a:lnTo>
                      <a:pt x="0" y="254"/>
                    </a:lnTo>
                    <a:lnTo>
                      <a:pt x="0" y="254"/>
                    </a:lnTo>
                    <a:lnTo>
                      <a:pt x="1" y="280"/>
                    </a:lnTo>
                    <a:lnTo>
                      <a:pt x="5" y="305"/>
                    </a:lnTo>
                    <a:lnTo>
                      <a:pt x="11" y="329"/>
                    </a:lnTo>
                    <a:lnTo>
                      <a:pt x="20" y="353"/>
                    </a:lnTo>
                    <a:lnTo>
                      <a:pt x="31" y="375"/>
                    </a:lnTo>
                    <a:lnTo>
                      <a:pt x="43" y="396"/>
                    </a:lnTo>
                    <a:lnTo>
                      <a:pt x="58" y="415"/>
                    </a:lnTo>
                    <a:lnTo>
                      <a:pt x="74" y="433"/>
                    </a:lnTo>
                    <a:lnTo>
                      <a:pt x="93" y="450"/>
                    </a:lnTo>
                    <a:lnTo>
                      <a:pt x="112" y="465"/>
                    </a:lnTo>
                    <a:lnTo>
                      <a:pt x="133" y="477"/>
                    </a:lnTo>
                    <a:lnTo>
                      <a:pt x="155" y="488"/>
                    </a:lnTo>
                    <a:lnTo>
                      <a:pt x="179" y="497"/>
                    </a:lnTo>
                    <a:lnTo>
                      <a:pt x="203" y="503"/>
                    </a:lnTo>
                    <a:lnTo>
                      <a:pt x="228" y="507"/>
                    </a:lnTo>
                    <a:lnTo>
                      <a:pt x="254" y="508"/>
                    </a:lnTo>
                    <a:lnTo>
                      <a:pt x="819" y="508"/>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58" name=""/>
              <p:cNvSpPr/>
              <p:nvPr/>
            </p:nvSpPr>
            <p:spPr>
              <a:xfrm>
                <a:off x="2094120" y="2736360"/>
                <a:ext cx="709560" cy="1353240"/>
              </a:xfrm>
              <a:custGeom>
                <a:avLst/>
                <a:gdLst>
                  <a:gd name="textAreaLeft" fmla="*/ 0 w 709560"/>
                  <a:gd name="textAreaRight" fmla="*/ 713160 w 709560"/>
                  <a:gd name="textAreaTop" fmla="*/ 0 h 1353240"/>
                  <a:gd name="textAreaBottom" fmla="*/ 1356840 h 1353240"/>
                </a:gdLst>
                <a:ahLst/>
                <a:cxnLst/>
                <a:rect l="textAreaLeft" t="textAreaTop" r="textAreaRight" b="textAreaBottom"/>
                <a:pathLst>
                  <a:path w="1981" h="3769">
                    <a:moveTo>
                      <a:pt x="719" y="3769"/>
                    </a:moveTo>
                    <a:lnTo>
                      <a:pt x="735" y="2818"/>
                    </a:lnTo>
                    <a:lnTo>
                      <a:pt x="744" y="2317"/>
                    </a:lnTo>
                    <a:lnTo>
                      <a:pt x="754" y="1992"/>
                    </a:lnTo>
                    <a:lnTo>
                      <a:pt x="761" y="1935"/>
                    </a:lnTo>
                    <a:lnTo>
                      <a:pt x="775" y="1880"/>
                    </a:lnTo>
                    <a:lnTo>
                      <a:pt x="795" y="1828"/>
                    </a:lnTo>
                    <a:lnTo>
                      <a:pt x="821" y="1779"/>
                    </a:lnTo>
                    <a:lnTo>
                      <a:pt x="852" y="1733"/>
                    </a:lnTo>
                    <a:lnTo>
                      <a:pt x="888" y="1689"/>
                    </a:lnTo>
                    <a:lnTo>
                      <a:pt x="973" y="1606"/>
                    </a:lnTo>
                    <a:lnTo>
                      <a:pt x="1072" y="1529"/>
                    </a:lnTo>
                    <a:lnTo>
                      <a:pt x="1181" y="1457"/>
                    </a:lnTo>
                    <a:lnTo>
                      <a:pt x="1413" y="1319"/>
                    </a:lnTo>
                    <a:lnTo>
                      <a:pt x="1639" y="1176"/>
                    </a:lnTo>
                    <a:lnTo>
                      <a:pt x="1740" y="1099"/>
                    </a:lnTo>
                    <a:lnTo>
                      <a:pt x="1829" y="1014"/>
                    </a:lnTo>
                    <a:lnTo>
                      <a:pt x="1867" y="969"/>
                    </a:lnTo>
                    <a:lnTo>
                      <a:pt x="1900" y="922"/>
                    </a:lnTo>
                    <a:lnTo>
                      <a:pt x="1929" y="872"/>
                    </a:lnTo>
                    <a:lnTo>
                      <a:pt x="1952" y="819"/>
                    </a:lnTo>
                    <a:lnTo>
                      <a:pt x="1968" y="763"/>
                    </a:lnTo>
                    <a:lnTo>
                      <a:pt x="1978" y="704"/>
                    </a:lnTo>
                    <a:lnTo>
                      <a:pt x="1981" y="641"/>
                    </a:lnTo>
                    <a:lnTo>
                      <a:pt x="1977" y="574"/>
                    </a:lnTo>
                    <a:lnTo>
                      <a:pt x="1967" y="521"/>
                    </a:lnTo>
                    <a:lnTo>
                      <a:pt x="1950" y="475"/>
                    </a:lnTo>
                    <a:lnTo>
                      <a:pt x="1928" y="434"/>
                    </a:lnTo>
                    <a:lnTo>
                      <a:pt x="1901" y="400"/>
                    </a:lnTo>
                    <a:lnTo>
                      <a:pt x="1869" y="371"/>
                    </a:lnTo>
                    <a:lnTo>
                      <a:pt x="1832" y="347"/>
                    </a:lnTo>
                    <a:lnTo>
                      <a:pt x="1792" y="329"/>
                    </a:lnTo>
                    <a:lnTo>
                      <a:pt x="1749" y="315"/>
                    </a:lnTo>
                    <a:lnTo>
                      <a:pt x="1702" y="307"/>
                    </a:lnTo>
                    <a:lnTo>
                      <a:pt x="1654" y="302"/>
                    </a:lnTo>
                    <a:lnTo>
                      <a:pt x="1551" y="306"/>
                    </a:lnTo>
                    <a:lnTo>
                      <a:pt x="1446" y="325"/>
                    </a:lnTo>
                    <a:lnTo>
                      <a:pt x="1340" y="356"/>
                    </a:lnTo>
                    <a:lnTo>
                      <a:pt x="1239" y="398"/>
                    </a:lnTo>
                    <a:lnTo>
                      <a:pt x="1145" y="449"/>
                    </a:lnTo>
                    <a:lnTo>
                      <a:pt x="1064" y="506"/>
                    </a:lnTo>
                    <a:lnTo>
                      <a:pt x="1028" y="537"/>
                    </a:lnTo>
                    <a:lnTo>
                      <a:pt x="998" y="569"/>
                    </a:lnTo>
                    <a:lnTo>
                      <a:pt x="972" y="601"/>
                    </a:lnTo>
                    <a:lnTo>
                      <a:pt x="951" y="634"/>
                    </a:lnTo>
                    <a:lnTo>
                      <a:pt x="937" y="668"/>
                    </a:lnTo>
                    <a:lnTo>
                      <a:pt x="929" y="701"/>
                    </a:lnTo>
                    <a:lnTo>
                      <a:pt x="927" y="734"/>
                    </a:lnTo>
                    <a:lnTo>
                      <a:pt x="933" y="766"/>
                    </a:lnTo>
                    <a:lnTo>
                      <a:pt x="947" y="798"/>
                    </a:lnTo>
                    <a:lnTo>
                      <a:pt x="969" y="828"/>
                    </a:lnTo>
                    <a:lnTo>
                      <a:pt x="989" y="849"/>
                    </a:lnTo>
                    <a:lnTo>
                      <a:pt x="1009" y="865"/>
                    </a:lnTo>
                    <a:lnTo>
                      <a:pt x="1028" y="876"/>
                    </a:lnTo>
                    <a:lnTo>
                      <a:pt x="1048" y="883"/>
                    </a:lnTo>
                    <a:lnTo>
                      <a:pt x="1067" y="886"/>
                    </a:lnTo>
                    <a:lnTo>
                      <a:pt x="1085" y="884"/>
                    </a:lnTo>
                    <a:lnTo>
                      <a:pt x="1103" y="880"/>
                    </a:lnTo>
                    <a:lnTo>
                      <a:pt x="1120" y="871"/>
                    </a:lnTo>
                    <a:lnTo>
                      <a:pt x="1137" y="860"/>
                    </a:lnTo>
                    <a:lnTo>
                      <a:pt x="1152" y="846"/>
                    </a:lnTo>
                    <a:lnTo>
                      <a:pt x="1167" y="828"/>
                    </a:lnTo>
                    <a:lnTo>
                      <a:pt x="1180" y="809"/>
                    </a:lnTo>
                    <a:lnTo>
                      <a:pt x="1204" y="762"/>
                    </a:lnTo>
                    <a:lnTo>
                      <a:pt x="1222" y="709"/>
                    </a:lnTo>
                    <a:lnTo>
                      <a:pt x="1235" y="649"/>
                    </a:lnTo>
                    <a:lnTo>
                      <a:pt x="1240" y="585"/>
                    </a:lnTo>
                    <a:lnTo>
                      <a:pt x="1238" y="520"/>
                    </a:lnTo>
                    <a:lnTo>
                      <a:pt x="1228" y="453"/>
                    </a:lnTo>
                    <a:lnTo>
                      <a:pt x="1209" y="388"/>
                    </a:lnTo>
                    <a:lnTo>
                      <a:pt x="1180" y="326"/>
                    </a:lnTo>
                    <a:lnTo>
                      <a:pt x="1161" y="297"/>
                    </a:lnTo>
                    <a:lnTo>
                      <a:pt x="1140" y="269"/>
                    </a:lnTo>
                    <a:lnTo>
                      <a:pt x="1117" y="243"/>
                    </a:lnTo>
                    <a:lnTo>
                      <a:pt x="1090" y="218"/>
                    </a:lnTo>
                    <a:lnTo>
                      <a:pt x="1054" y="192"/>
                    </a:lnTo>
                    <a:lnTo>
                      <a:pt x="1007" y="162"/>
                    </a:lnTo>
                    <a:lnTo>
                      <a:pt x="951" y="131"/>
                    </a:lnTo>
                    <a:lnTo>
                      <a:pt x="886" y="100"/>
                    </a:lnTo>
                    <a:lnTo>
                      <a:pt x="815" y="70"/>
                    </a:lnTo>
                    <a:lnTo>
                      <a:pt x="739" y="44"/>
                    </a:lnTo>
                    <a:lnTo>
                      <a:pt x="659" y="22"/>
                    </a:lnTo>
                    <a:lnTo>
                      <a:pt x="577" y="7"/>
                    </a:lnTo>
                    <a:lnTo>
                      <a:pt x="494" y="0"/>
                    </a:lnTo>
                    <a:lnTo>
                      <a:pt x="412" y="3"/>
                    </a:lnTo>
                    <a:lnTo>
                      <a:pt x="332" y="16"/>
                    </a:lnTo>
                    <a:lnTo>
                      <a:pt x="294" y="28"/>
                    </a:lnTo>
                    <a:lnTo>
                      <a:pt x="256" y="43"/>
                    </a:lnTo>
                    <a:lnTo>
                      <a:pt x="220" y="61"/>
                    </a:lnTo>
                    <a:lnTo>
                      <a:pt x="186" y="84"/>
                    </a:lnTo>
                    <a:lnTo>
                      <a:pt x="153" y="110"/>
                    </a:lnTo>
                    <a:lnTo>
                      <a:pt x="122" y="141"/>
                    </a:lnTo>
                    <a:lnTo>
                      <a:pt x="93" y="176"/>
                    </a:lnTo>
                    <a:lnTo>
                      <a:pt x="67" y="216"/>
                    </a:lnTo>
                    <a:lnTo>
                      <a:pt x="42" y="260"/>
                    </a:lnTo>
                    <a:lnTo>
                      <a:pt x="21" y="309"/>
                    </a:lnTo>
                    <a:lnTo>
                      <a:pt x="6" y="359"/>
                    </a:lnTo>
                    <a:lnTo>
                      <a:pt x="0" y="410"/>
                    </a:lnTo>
                    <a:lnTo>
                      <a:pt x="2" y="460"/>
                    </a:lnTo>
                    <a:lnTo>
                      <a:pt x="12" y="512"/>
                    </a:lnTo>
                    <a:lnTo>
                      <a:pt x="29" y="563"/>
                    </a:lnTo>
                    <a:lnTo>
                      <a:pt x="52" y="615"/>
                    </a:lnTo>
                    <a:lnTo>
                      <a:pt x="117" y="719"/>
                    </a:lnTo>
                    <a:lnTo>
                      <a:pt x="202" y="824"/>
                    </a:lnTo>
                    <a:lnTo>
                      <a:pt x="302" y="929"/>
                    </a:lnTo>
                    <a:lnTo>
                      <a:pt x="532" y="1139"/>
                    </a:lnTo>
                    <a:lnTo>
                      <a:pt x="773" y="1346"/>
                    </a:lnTo>
                    <a:lnTo>
                      <a:pt x="992" y="1549"/>
                    </a:lnTo>
                    <a:lnTo>
                      <a:pt x="1081" y="1648"/>
                    </a:lnTo>
                    <a:lnTo>
                      <a:pt x="1153" y="1745"/>
                    </a:lnTo>
                    <a:lnTo>
                      <a:pt x="1180" y="1792"/>
                    </a:lnTo>
                    <a:lnTo>
                      <a:pt x="1201" y="1839"/>
                    </a:lnTo>
                    <a:lnTo>
                      <a:pt x="1215" y="1885"/>
                    </a:lnTo>
                    <a:lnTo>
                      <a:pt x="1222" y="1930"/>
                    </a:lnTo>
                    <a:lnTo>
                      <a:pt x="1227" y="2105"/>
                    </a:lnTo>
                    <a:lnTo>
                      <a:pt x="1226" y="2358"/>
                    </a:lnTo>
                    <a:lnTo>
                      <a:pt x="1215" y="2975"/>
                    </a:lnTo>
                    <a:lnTo>
                      <a:pt x="1192" y="3769"/>
                    </a:lnTo>
                    <a:lnTo>
                      <a:pt x="719" y="3769"/>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grpSp>
          <p:nvGrpSpPr>
            <p:cNvPr id="59" name=""/>
            <p:cNvGrpSpPr/>
            <p:nvPr/>
          </p:nvGrpSpPr>
          <p:grpSpPr>
            <a:xfrm>
              <a:off x="1043280" y="1530360"/>
              <a:ext cx="2806560" cy="1420200"/>
              <a:chOff x="1043280" y="1530360"/>
              <a:chExt cx="2806560" cy="1420200"/>
            </a:xfrm>
          </p:grpSpPr>
          <p:sp>
            <p:nvSpPr>
              <p:cNvPr id="60" name=""/>
              <p:cNvSpPr/>
              <p:nvPr/>
            </p:nvSpPr>
            <p:spPr>
              <a:xfrm>
                <a:off x="2446560" y="1530360"/>
                <a:ext cx="360" cy="2667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61" name=""/>
              <p:cNvSpPr/>
              <p:nvPr/>
            </p:nvSpPr>
            <p:spPr>
              <a:xfrm flipH="1">
                <a:off x="3368520" y="1917000"/>
                <a:ext cx="188640" cy="1886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62" name=""/>
              <p:cNvSpPr/>
              <p:nvPr/>
            </p:nvSpPr>
            <p:spPr>
              <a:xfrm flipH="1">
                <a:off x="3582720" y="2950200"/>
                <a:ext cx="267120" cy="3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63" name=""/>
              <p:cNvSpPr/>
              <p:nvPr/>
            </p:nvSpPr>
            <p:spPr>
              <a:xfrm>
                <a:off x="1335960" y="1917000"/>
                <a:ext cx="189000" cy="1886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64" name=""/>
              <p:cNvSpPr/>
              <p:nvPr/>
            </p:nvSpPr>
            <p:spPr>
              <a:xfrm>
                <a:off x="1043280" y="2950200"/>
                <a:ext cx="267120" cy="3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65" name=""/>
            <p:cNvGrpSpPr/>
            <p:nvPr/>
          </p:nvGrpSpPr>
          <p:grpSpPr>
            <a:xfrm>
              <a:off x="1639440" y="2187720"/>
              <a:ext cx="1553400" cy="2233800"/>
              <a:chOff x="1639440" y="2187720"/>
              <a:chExt cx="1553400" cy="2233800"/>
            </a:xfrm>
          </p:grpSpPr>
          <p:sp>
            <p:nvSpPr>
              <p:cNvPr id="66" name=""/>
              <p:cNvSpPr/>
              <p:nvPr/>
            </p:nvSpPr>
            <p:spPr>
              <a:xfrm>
                <a:off x="1639440" y="2187720"/>
                <a:ext cx="1553400" cy="1870920"/>
              </a:xfrm>
              <a:custGeom>
                <a:avLst/>
                <a:gdLst>
                  <a:gd name="textAreaLeft" fmla="*/ 0 w 1553400"/>
                  <a:gd name="textAreaRight" fmla="*/ 1557000 w 1553400"/>
                  <a:gd name="textAreaTop" fmla="*/ 0 h 1870920"/>
                  <a:gd name="textAreaBottom" fmla="*/ 1874520 h 1870920"/>
                </a:gdLst>
                <a:ahLst/>
                <a:cxnLst/>
                <a:rect l="textAreaLeft" t="textAreaTop" r="textAreaRight" b="textAreaBottom"/>
                <a:pathLst>
                  <a:path w="4325" h="5207">
                    <a:moveTo>
                      <a:pt x="2163" y="0"/>
                    </a:moveTo>
                    <a:lnTo>
                      <a:pt x="2163" y="0"/>
                    </a:lnTo>
                    <a:lnTo>
                      <a:pt x="2163" y="0"/>
                    </a:lnTo>
                    <a:lnTo>
                      <a:pt x="2016" y="4"/>
                    </a:lnTo>
                    <a:lnTo>
                      <a:pt x="1875" y="17"/>
                    </a:lnTo>
                    <a:lnTo>
                      <a:pt x="1737" y="39"/>
                    </a:lnTo>
                    <a:lnTo>
                      <a:pt x="1602" y="70"/>
                    </a:lnTo>
                    <a:lnTo>
                      <a:pt x="1470" y="110"/>
                    </a:lnTo>
                    <a:lnTo>
                      <a:pt x="1340" y="160"/>
                    </a:lnTo>
                    <a:lnTo>
                      <a:pt x="1211" y="219"/>
                    </a:lnTo>
                    <a:lnTo>
                      <a:pt x="1082" y="289"/>
                    </a:lnTo>
                    <a:lnTo>
                      <a:pt x="957" y="366"/>
                    </a:lnTo>
                    <a:lnTo>
                      <a:pt x="841" y="448"/>
                    </a:lnTo>
                    <a:lnTo>
                      <a:pt x="732" y="536"/>
                    </a:lnTo>
                    <a:lnTo>
                      <a:pt x="631" y="630"/>
                    </a:lnTo>
                    <a:lnTo>
                      <a:pt x="537" y="731"/>
                    </a:lnTo>
                    <a:lnTo>
                      <a:pt x="449" y="840"/>
                    </a:lnTo>
                    <a:lnTo>
                      <a:pt x="367" y="956"/>
                    </a:lnTo>
                    <a:lnTo>
                      <a:pt x="290" y="1081"/>
                    </a:lnTo>
                    <a:lnTo>
                      <a:pt x="220" y="1210"/>
                    </a:lnTo>
                    <a:lnTo>
                      <a:pt x="161" y="1339"/>
                    </a:lnTo>
                    <a:lnTo>
                      <a:pt x="111" y="1470"/>
                    </a:lnTo>
                    <a:lnTo>
                      <a:pt x="70" y="1602"/>
                    </a:lnTo>
                    <a:lnTo>
                      <a:pt x="39" y="1736"/>
                    </a:lnTo>
                    <a:lnTo>
                      <a:pt x="17" y="1874"/>
                    </a:lnTo>
                    <a:lnTo>
                      <a:pt x="4" y="2015"/>
                    </a:lnTo>
                    <a:lnTo>
                      <a:pt x="0" y="2162"/>
                    </a:lnTo>
                    <a:lnTo>
                      <a:pt x="0" y="2162"/>
                    </a:lnTo>
                    <a:lnTo>
                      <a:pt x="0" y="2162"/>
                    </a:lnTo>
                    <a:lnTo>
                      <a:pt x="5" y="2308"/>
                    </a:lnTo>
                    <a:lnTo>
                      <a:pt x="18" y="2450"/>
                    </a:lnTo>
                    <a:lnTo>
                      <a:pt x="40" y="2587"/>
                    </a:lnTo>
                    <a:lnTo>
                      <a:pt x="71" y="2721"/>
                    </a:lnTo>
                    <a:lnTo>
                      <a:pt x="111" y="2853"/>
                    </a:lnTo>
                    <a:lnTo>
                      <a:pt x="161" y="2983"/>
                    </a:lnTo>
                    <a:lnTo>
                      <a:pt x="221" y="3112"/>
                    </a:lnTo>
                    <a:lnTo>
                      <a:pt x="290" y="3241"/>
                    </a:lnTo>
                    <a:lnTo>
                      <a:pt x="367" y="3365"/>
                    </a:lnTo>
                    <a:lnTo>
                      <a:pt x="449" y="3482"/>
                    </a:lnTo>
                    <a:lnTo>
                      <a:pt x="537" y="3590"/>
                    </a:lnTo>
                    <a:lnTo>
                      <a:pt x="631" y="3691"/>
                    </a:lnTo>
                    <a:lnTo>
                      <a:pt x="732" y="3785"/>
                    </a:lnTo>
                    <a:lnTo>
                      <a:pt x="841" y="3873"/>
                    </a:lnTo>
                    <a:lnTo>
                      <a:pt x="957" y="3955"/>
                    </a:lnTo>
                    <a:lnTo>
                      <a:pt x="1082" y="4032"/>
                    </a:lnTo>
                    <a:lnTo>
                      <a:pt x="1172" y="4081"/>
                    </a:lnTo>
                    <a:lnTo>
                      <a:pt x="1261" y="4125"/>
                    </a:lnTo>
                    <a:lnTo>
                      <a:pt x="1352" y="4164"/>
                    </a:lnTo>
                    <a:lnTo>
                      <a:pt x="1449" y="4201"/>
                    </a:lnTo>
                    <a:lnTo>
                      <a:pt x="1449" y="4203"/>
                    </a:lnTo>
                    <a:lnTo>
                      <a:pt x="1449" y="4953"/>
                    </a:lnTo>
                    <a:lnTo>
                      <a:pt x="1450" y="4979"/>
                    </a:lnTo>
                    <a:lnTo>
                      <a:pt x="1454" y="5004"/>
                    </a:lnTo>
                    <a:lnTo>
                      <a:pt x="1460" y="5028"/>
                    </a:lnTo>
                    <a:lnTo>
                      <a:pt x="1469" y="5052"/>
                    </a:lnTo>
                    <a:lnTo>
                      <a:pt x="1479" y="5074"/>
                    </a:lnTo>
                    <a:lnTo>
                      <a:pt x="1492" y="5095"/>
                    </a:lnTo>
                    <a:lnTo>
                      <a:pt x="1507" y="5115"/>
                    </a:lnTo>
                    <a:lnTo>
                      <a:pt x="1523" y="5133"/>
                    </a:lnTo>
                    <a:lnTo>
                      <a:pt x="1541" y="5149"/>
                    </a:lnTo>
                    <a:lnTo>
                      <a:pt x="1561" y="5163"/>
                    </a:lnTo>
                    <a:lnTo>
                      <a:pt x="1582" y="5176"/>
                    </a:lnTo>
                    <a:lnTo>
                      <a:pt x="1604" y="5187"/>
                    </a:lnTo>
                    <a:lnTo>
                      <a:pt x="1627" y="5195"/>
                    </a:lnTo>
                    <a:lnTo>
                      <a:pt x="1652" y="5202"/>
                    </a:lnTo>
                    <a:lnTo>
                      <a:pt x="1677" y="5205"/>
                    </a:lnTo>
                    <a:lnTo>
                      <a:pt x="1703" y="5207"/>
                    </a:lnTo>
                    <a:lnTo>
                      <a:pt x="2623" y="5207"/>
                    </a:lnTo>
                    <a:lnTo>
                      <a:pt x="2649" y="5205"/>
                    </a:lnTo>
                    <a:lnTo>
                      <a:pt x="2674" y="5202"/>
                    </a:lnTo>
                    <a:lnTo>
                      <a:pt x="2699" y="5195"/>
                    </a:lnTo>
                    <a:lnTo>
                      <a:pt x="2722" y="5187"/>
                    </a:lnTo>
                    <a:lnTo>
                      <a:pt x="2744" y="5176"/>
                    </a:lnTo>
                    <a:lnTo>
                      <a:pt x="2765" y="5163"/>
                    </a:lnTo>
                    <a:lnTo>
                      <a:pt x="2785" y="5149"/>
                    </a:lnTo>
                    <a:lnTo>
                      <a:pt x="2803" y="5133"/>
                    </a:lnTo>
                    <a:lnTo>
                      <a:pt x="2819" y="5115"/>
                    </a:lnTo>
                    <a:lnTo>
                      <a:pt x="2834" y="5095"/>
                    </a:lnTo>
                    <a:lnTo>
                      <a:pt x="2846" y="5074"/>
                    </a:lnTo>
                    <a:lnTo>
                      <a:pt x="2857" y="5052"/>
                    </a:lnTo>
                    <a:lnTo>
                      <a:pt x="2866" y="5028"/>
                    </a:lnTo>
                    <a:lnTo>
                      <a:pt x="2872" y="5004"/>
                    </a:lnTo>
                    <a:lnTo>
                      <a:pt x="2876" y="4979"/>
                    </a:lnTo>
                    <a:lnTo>
                      <a:pt x="2877" y="4953"/>
                    </a:lnTo>
                    <a:lnTo>
                      <a:pt x="2877" y="4203"/>
                    </a:lnTo>
                    <a:lnTo>
                      <a:pt x="2877" y="4201"/>
                    </a:lnTo>
                    <a:lnTo>
                      <a:pt x="2877" y="4201"/>
                    </a:lnTo>
                    <a:lnTo>
                      <a:pt x="2973" y="4164"/>
                    </a:lnTo>
                    <a:lnTo>
                      <a:pt x="3065" y="4125"/>
                    </a:lnTo>
                    <a:lnTo>
                      <a:pt x="3153" y="4081"/>
                    </a:lnTo>
                    <a:lnTo>
                      <a:pt x="3244" y="4032"/>
                    </a:lnTo>
                    <a:lnTo>
                      <a:pt x="3369" y="3955"/>
                    </a:lnTo>
                    <a:lnTo>
                      <a:pt x="3485" y="3873"/>
                    </a:lnTo>
                    <a:lnTo>
                      <a:pt x="3594" y="3785"/>
                    </a:lnTo>
                    <a:lnTo>
                      <a:pt x="3695" y="3691"/>
                    </a:lnTo>
                    <a:lnTo>
                      <a:pt x="3789" y="3590"/>
                    </a:lnTo>
                    <a:lnTo>
                      <a:pt x="3877" y="3482"/>
                    </a:lnTo>
                    <a:lnTo>
                      <a:pt x="3959" y="3366"/>
                    </a:lnTo>
                    <a:lnTo>
                      <a:pt x="4036" y="3241"/>
                    </a:lnTo>
                    <a:lnTo>
                      <a:pt x="4105" y="3112"/>
                    </a:lnTo>
                    <a:lnTo>
                      <a:pt x="4165" y="2983"/>
                    </a:lnTo>
                    <a:lnTo>
                      <a:pt x="4214" y="2853"/>
                    </a:lnTo>
                    <a:lnTo>
                      <a:pt x="4255" y="2721"/>
                    </a:lnTo>
                    <a:lnTo>
                      <a:pt x="4286" y="2587"/>
                    </a:lnTo>
                    <a:lnTo>
                      <a:pt x="4308" y="2450"/>
                    </a:lnTo>
                    <a:lnTo>
                      <a:pt x="4321" y="2308"/>
                    </a:lnTo>
                    <a:lnTo>
                      <a:pt x="4325" y="2162"/>
                    </a:lnTo>
                    <a:lnTo>
                      <a:pt x="4325" y="2162"/>
                    </a:lnTo>
                    <a:lnTo>
                      <a:pt x="4325" y="2162"/>
                    </a:lnTo>
                    <a:lnTo>
                      <a:pt x="4321" y="2015"/>
                    </a:lnTo>
                    <a:lnTo>
                      <a:pt x="4308" y="1874"/>
                    </a:lnTo>
                    <a:lnTo>
                      <a:pt x="4286" y="1736"/>
                    </a:lnTo>
                    <a:lnTo>
                      <a:pt x="4255" y="1602"/>
                    </a:lnTo>
                    <a:lnTo>
                      <a:pt x="4215" y="1470"/>
                    </a:lnTo>
                    <a:lnTo>
                      <a:pt x="4165" y="1339"/>
                    </a:lnTo>
                    <a:lnTo>
                      <a:pt x="4105" y="1210"/>
                    </a:lnTo>
                    <a:lnTo>
                      <a:pt x="4036" y="1081"/>
                    </a:lnTo>
                    <a:lnTo>
                      <a:pt x="3959" y="956"/>
                    </a:lnTo>
                    <a:lnTo>
                      <a:pt x="3877" y="840"/>
                    </a:lnTo>
                    <a:lnTo>
                      <a:pt x="3789" y="731"/>
                    </a:lnTo>
                    <a:lnTo>
                      <a:pt x="3695" y="630"/>
                    </a:lnTo>
                    <a:lnTo>
                      <a:pt x="3594" y="536"/>
                    </a:lnTo>
                    <a:lnTo>
                      <a:pt x="3485" y="448"/>
                    </a:lnTo>
                    <a:lnTo>
                      <a:pt x="3369" y="366"/>
                    </a:lnTo>
                    <a:lnTo>
                      <a:pt x="3244" y="289"/>
                    </a:lnTo>
                    <a:lnTo>
                      <a:pt x="3115" y="219"/>
                    </a:lnTo>
                    <a:lnTo>
                      <a:pt x="2985" y="160"/>
                    </a:lnTo>
                    <a:lnTo>
                      <a:pt x="2855" y="110"/>
                    </a:lnTo>
                    <a:lnTo>
                      <a:pt x="2723" y="70"/>
                    </a:lnTo>
                    <a:lnTo>
                      <a:pt x="2589" y="39"/>
                    </a:lnTo>
                    <a:lnTo>
                      <a:pt x="2451" y="17"/>
                    </a:lnTo>
                    <a:lnTo>
                      <a:pt x="2309" y="4"/>
                    </a:lnTo>
                    <a:lnTo>
                      <a:pt x="2163" y="0"/>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67" name=""/>
              <p:cNvSpPr/>
              <p:nvPr/>
            </p:nvSpPr>
            <p:spPr>
              <a:xfrm>
                <a:off x="2052720" y="4061880"/>
                <a:ext cx="727200" cy="179280"/>
              </a:xfrm>
              <a:custGeom>
                <a:avLst/>
                <a:gdLst>
                  <a:gd name="textAreaLeft" fmla="*/ 0 w 727200"/>
                  <a:gd name="textAreaRight" fmla="*/ 730800 w 727200"/>
                  <a:gd name="textAreaTop" fmla="*/ 0 h 179280"/>
                  <a:gd name="textAreaBottom" fmla="*/ 182880 h 179280"/>
                </a:gdLst>
                <a:ahLst/>
                <a:cxnLst/>
                <a:rect l="textAreaLeft" t="textAreaTop" r="textAreaRight" b="textAreaBottom"/>
                <a:pathLst>
                  <a:path w="2030" h="508">
                    <a:moveTo>
                      <a:pt x="1015" y="508"/>
                    </a:moveTo>
                    <a:lnTo>
                      <a:pt x="1776" y="508"/>
                    </a:lnTo>
                    <a:lnTo>
                      <a:pt x="1802" y="507"/>
                    </a:lnTo>
                    <a:lnTo>
                      <a:pt x="1827" y="503"/>
                    </a:lnTo>
                    <a:lnTo>
                      <a:pt x="1851" y="497"/>
                    </a:lnTo>
                    <a:lnTo>
                      <a:pt x="1875" y="488"/>
                    </a:lnTo>
                    <a:lnTo>
                      <a:pt x="1897" y="477"/>
                    </a:lnTo>
                    <a:lnTo>
                      <a:pt x="1918" y="465"/>
                    </a:lnTo>
                    <a:lnTo>
                      <a:pt x="1937" y="450"/>
                    </a:lnTo>
                    <a:lnTo>
                      <a:pt x="1955" y="433"/>
                    </a:lnTo>
                    <a:lnTo>
                      <a:pt x="1972" y="415"/>
                    </a:lnTo>
                    <a:lnTo>
                      <a:pt x="1986" y="396"/>
                    </a:lnTo>
                    <a:lnTo>
                      <a:pt x="1999" y="375"/>
                    </a:lnTo>
                    <a:lnTo>
                      <a:pt x="2010" y="353"/>
                    </a:lnTo>
                    <a:lnTo>
                      <a:pt x="2018" y="329"/>
                    </a:lnTo>
                    <a:lnTo>
                      <a:pt x="2025" y="305"/>
                    </a:lnTo>
                    <a:lnTo>
                      <a:pt x="2029" y="280"/>
                    </a:lnTo>
                    <a:lnTo>
                      <a:pt x="2030" y="254"/>
                    </a:lnTo>
                    <a:lnTo>
                      <a:pt x="2029" y="228"/>
                    </a:lnTo>
                    <a:lnTo>
                      <a:pt x="2025" y="203"/>
                    </a:lnTo>
                    <a:lnTo>
                      <a:pt x="2018" y="179"/>
                    </a:lnTo>
                    <a:lnTo>
                      <a:pt x="2010" y="155"/>
                    </a:lnTo>
                    <a:lnTo>
                      <a:pt x="1999" y="133"/>
                    </a:lnTo>
                    <a:lnTo>
                      <a:pt x="1986" y="112"/>
                    </a:lnTo>
                    <a:lnTo>
                      <a:pt x="1972" y="93"/>
                    </a:lnTo>
                    <a:lnTo>
                      <a:pt x="1955" y="74"/>
                    </a:lnTo>
                    <a:lnTo>
                      <a:pt x="1937" y="58"/>
                    </a:lnTo>
                    <a:lnTo>
                      <a:pt x="1918" y="43"/>
                    </a:lnTo>
                    <a:lnTo>
                      <a:pt x="1897" y="31"/>
                    </a:lnTo>
                    <a:lnTo>
                      <a:pt x="1875" y="20"/>
                    </a:lnTo>
                    <a:lnTo>
                      <a:pt x="1851" y="11"/>
                    </a:lnTo>
                    <a:lnTo>
                      <a:pt x="1827" y="5"/>
                    </a:lnTo>
                    <a:lnTo>
                      <a:pt x="1802" y="1"/>
                    </a:lnTo>
                    <a:lnTo>
                      <a:pt x="1776" y="0"/>
                    </a:lnTo>
                    <a:lnTo>
                      <a:pt x="254" y="0"/>
                    </a:lnTo>
                    <a:lnTo>
                      <a:pt x="228" y="1"/>
                    </a:lnTo>
                    <a:lnTo>
                      <a:pt x="203" y="5"/>
                    </a:lnTo>
                    <a:lnTo>
                      <a:pt x="178" y="11"/>
                    </a:lnTo>
                    <a:lnTo>
                      <a:pt x="155" y="20"/>
                    </a:lnTo>
                    <a:lnTo>
                      <a:pt x="133" y="31"/>
                    </a:lnTo>
                    <a:lnTo>
                      <a:pt x="112" y="43"/>
                    </a:lnTo>
                    <a:lnTo>
                      <a:pt x="92" y="58"/>
                    </a:lnTo>
                    <a:lnTo>
                      <a:pt x="74" y="74"/>
                    </a:lnTo>
                    <a:lnTo>
                      <a:pt x="58" y="93"/>
                    </a:lnTo>
                    <a:lnTo>
                      <a:pt x="43" y="112"/>
                    </a:lnTo>
                    <a:lnTo>
                      <a:pt x="31" y="133"/>
                    </a:lnTo>
                    <a:lnTo>
                      <a:pt x="20" y="155"/>
                    </a:lnTo>
                    <a:lnTo>
                      <a:pt x="11" y="179"/>
                    </a:lnTo>
                    <a:lnTo>
                      <a:pt x="5" y="203"/>
                    </a:lnTo>
                    <a:lnTo>
                      <a:pt x="1" y="228"/>
                    </a:lnTo>
                    <a:lnTo>
                      <a:pt x="0" y="254"/>
                    </a:lnTo>
                    <a:lnTo>
                      <a:pt x="1" y="280"/>
                    </a:lnTo>
                    <a:lnTo>
                      <a:pt x="5" y="305"/>
                    </a:lnTo>
                    <a:lnTo>
                      <a:pt x="11" y="329"/>
                    </a:lnTo>
                    <a:lnTo>
                      <a:pt x="20" y="353"/>
                    </a:lnTo>
                    <a:lnTo>
                      <a:pt x="31" y="375"/>
                    </a:lnTo>
                    <a:lnTo>
                      <a:pt x="43" y="396"/>
                    </a:lnTo>
                    <a:lnTo>
                      <a:pt x="58" y="415"/>
                    </a:lnTo>
                    <a:lnTo>
                      <a:pt x="74" y="433"/>
                    </a:lnTo>
                    <a:lnTo>
                      <a:pt x="92" y="450"/>
                    </a:lnTo>
                    <a:lnTo>
                      <a:pt x="112" y="465"/>
                    </a:lnTo>
                    <a:lnTo>
                      <a:pt x="133" y="477"/>
                    </a:lnTo>
                    <a:lnTo>
                      <a:pt x="155" y="488"/>
                    </a:lnTo>
                    <a:lnTo>
                      <a:pt x="178" y="497"/>
                    </a:lnTo>
                    <a:lnTo>
                      <a:pt x="203" y="503"/>
                    </a:lnTo>
                    <a:lnTo>
                      <a:pt x="228" y="507"/>
                    </a:lnTo>
                    <a:lnTo>
                      <a:pt x="254" y="508"/>
                    </a:lnTo>
                    <a:lnTo>
                      <a:pt x="1015" y="508"/>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68" name=""/>
              <p:cNvSpPr/>
              <p:nvPr/>
            </p:nvSpPr>
            <p:spPr>
              <a:xfrm>
                <a:off x="2123280" y="4242240"/>
                <a:ext cx="586080" cy="179280"/>
              </a:xfrm>
              <a:custGeom>
                <a:avLst/>
                <a:gdLst>
                  <a:gd name="textAreaLeft" fmla="*/ 0 w 586080"/>
                  <a:gd name="textAreaRight" fmla="*/ 589680 w 586080"/>
                  <a:gd name="textAreaTop" fmla="*/ 0 h 179280"/>
                  <a:gd name="textAreaBottom" fmla="*/ 182880 h 179280"/>
                </a:gdLst>
                <a:ahLst/>
                <a:cxnLst/>
                <a:rect l="textAreaLeft" t="textAreaTop" r="textAreaRight" b="textAreaBottom"/>
                <a:pathLst>
                  <a:path w="1638" h="508">
                    <a:moveTo>
                      <a:pt x="819" y="508"/>
                    </a:moveTo>
                    <a:lnTo>
                      <a:pt x="1384" y="508"/>
                    </a:lnTo>
                    <a:lnTo>
                      <a:pt x="1410" y="507"/>
                    </a:lnTo>
                    <a:lnTo>
                      <a:pt x="1435" y="503"/>
                    </a:lnTo>
                    <a:lnTo>
                      <a:pt x="1459" y="497"/>
                    </a:lnTo>
                    <a:lnTo>
                      <a:pt x="1483" y="488"/>
                    </a:lnTo>
                    <a:lnTo>
                      <a:pt x="1505" y="477"/>
                    </a:lnTo>
                    <a:lnTo>
                      <a:pt x="1526" y="465"/>
                    </a:lnTo>
                    <a:lnTo>
                      <a:pt x="1545" y="450"/>
                    </a:lnTo>
                    <a:lnTo>
                      <a:pt x="1563" y="433"/>
                    </a:lnTo>
                    <a:lnTo>
                      <a:pt x="1580" y="415"/>
                    </a:lnTo>
                    <a:lnTo>
                      <a:pt x="1594" y="396"/>
                    </a:lnTo>
                    <a:lnTo>
                      <a:pt x="1607" y="375"/>
                    </a:lnTo>
                    <a:lnTo>
                      <a:pt x="1618" y="353"/>
                    </a:lnTo>
                    <a:lnTo>
                      <a:pt x="1626" y="329"/>
                    </a:lnTo>
                    <a:lnTo>
                      <a:pt x="1633" y="305"/>
                    </a:lnTo>
                    <a:lnTo>
                      <a:pt x="1637" y="280"/>
                    </a:lnTo>
                    <a:lnTo>
                      <a:pt x="1638" y="254"/>
                    </a:lnTo>
                    <a:lnTo>
                      <a:pt x="1638" y="254"/>
                    </a:lnTo>
                    <a:lnTo>
                      <a:pt x="1637" y="228"/>
                    </a:lnTo>
                    <a:lnTo>
                      <a:pt x="1633" y="203"/>
                    </a:lnTo>
                    <a:lnTo>
                      <a:pt x="1626" y="179"/>
                    </a:lnTo>
                    <a:lnTo>
                      <a:pt x="1618" y="155"/>
                    </a:lnTo>
                    <a:lnTo>
                      <a:pt x="1607" y="133"/>
                    </a:lnTo>
                    <a:lnTo>
                      <a:pt x="1594" y="112"/>
                    </a:lnTo>
                    <a:lnTo>
                      <a:pt x="1580" y="93"/>
                    </a:lnTo>
                    <a:lnTo>
                      <a:pt x="1563" y="74"/>
                    </a:lnTo>
                    <a:lnTo>
                      <a:pt x="1545" y="58"/>
                    </a:lnTo>
                    <a:lnTo>
                      <a:pt x="1526" y="43"/>
                    </a:lnTo>
                    <a:lnTo>
                      <a:pt x="1505" y="31"/>
                    </a:lnTo>
                    <a:lnTo>
                      <a:pt x="1483" y="20"/>
                    </a:lnTo>
                    <a:lnTo>
                      <a:pt x="1459" y="11"/>
                    </a:lnTo>
                    <a:lnTo>
                      <a:pt x="1435" y="5"/>
                    </a:lnTo>
                    <a:lnTo>
                      <a:pt x="1410" y="1"/>
                    </a:lnTo>
                    <a:lnTo>
                      <a:pt x="1384" y="0"/>
                    </a:lnTo>
                    <a:lnTo>
                      <a:pt x="253" y="0"/>
                    </a:lnTo>
                    <a:lnTo>
                      <a:pt x="227" y="1"/>
                    </a:lnTo>
                    <a:lnTo>
                      <a:pt x="202" y="5"/>
                    </a:lnTo>
                    <a:lnTo>
                      <a:pt x="178" y="11"/>
                    </a:lnTo>
                    <a:lnTo>
                      <a:pt x="154" y="20"/>
                    </a:lnTo>
                    <a:lnTo>
                      <a:pt x="132" y="31"/>
                    </a:lnTo>
                    <a:lnTo>
                      <a:pt x="111" y="43"/>
                    </a:lnTo>
                    <a:lnTo>
                      <a:pt x="92" y="58"/>
                    </a:lnTo>
                    <a:lnTo>
                      <a:pt x="74" y="74"/>
                    </a:lnTo>
                    <a:lnTo>
                      <a:pt x="58" y="93"/>
                    </a:lnTo>
                    <a:lnTo>
                      <a:pt x="43" y="112"/>
                    </a:lnTo>
                    <a:lnTo>
                      <a:pt x="30" y="133"/>
                    </a:lnTo>
                    <a:lnTo>
                      <a:pt x="20" y="155"/>
                    </a:lnTo>
                    <a:lnTo>
                      <a:pt x="11" y="179"/>
                    </a:lnTo>
                    <a:lnTo>
                      <a:pt x="5" y="203"/>
                    </a:lnTo>
                    <a:lnTo>
                      <a:pt x="1" y="228"/>
                    </a:lnTo>
                    <a:lnTo>
                      <a:pt x="0" y="254"/>
                    </a:lnTo>
                    <a:lnTo>
                      <a:pt x="0" y="254"/>
                    </a:lnTo>
                    <a:lnTo>
                      <a:pt x="1" y="280"/>
                    </a:lnTo>
                    <a:lnTo>
                      <a:pt x="5" y="305"/>
                    </a:lnTo>
                    <a:lnTo>
                      <a:pt x="11" y="329"/>
                    </a:lnTo>
                    <a:lnTo>
                      <a:pt x="20" y="353"/>
                    </a:lnTo>
                    <a:lnTo>
                      <a:pt x="30" y="375"/>
                    </a:lnTo>
                    <a:lnTo>
                      <a:pt x="43" y="396"/>
                    </a:lnTo>
                    <a:lnTo>
                      <a:pt x="58" y="415"/>
                    </a:lnTo>
                    <a:lnTo>
                      <a:pt x="74" y="433"/>
                    </a:lnTo>
                    <a:lnTo>
                      <a:pt x="92" y="450"/>
                    </a:lnTo>
                    <a:lnTo>
                      <a:pt x="111" y="465"/>
                    </a:lnTo>
                    <a:lnTo>
                      <a:pt x="132" y="477"/>
                    </a:lnTo>
                    <a:lnTo>
                      <a:pt x="154" y="488"/>
                    </a:lnTo>
                    <a:lnTo>
                      <a:pt x="178" y="497"/>
                    </a:lnTo>
                    <a:lnTo>
                      <a:pt x="202" y="503"/>
                    </a:lnTo>
                    <a:lnTo>
                      <a:pt x="227" y="507"/>
                    </a:lnTo>
                    <a:lnTo>
                      <a:pt x="253" y="508"/>
                    </a:lnTo>
                    <a:lnTo>
                      <a:pt x="819" y="508"/>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69" name=""/>
              <p:cNvSpPr/>
              <p:nvPr/>
            </p:nvSpPr>
            <p:spPr>
              <a:xfrm>
                <a:off x="2065320" y="2705040"/>
                <a:ext cx="709920" cy="1353240"/>
              </a:xfrm>
              <a:custGeom>
                <a:avLst/>
                <a:gdLst>
                  <a:gd name="textAreaLeft" fmla="*/ 0 w 709920"/>
                  <a:gd name="textAreaRight" fmla="*/ 713520 w 709920"/>
                  <a:gd name="textAreaTop" fmla="*/ 0 h 1353240"/>
                  <a:gd name="textAreaBottom" fmla="*/ 1356840 h 1353240"/>
                </a:gdLst>
                <a:ahLst/>
                <a:cxnLst/>
                <a:rect l="textAreaLeft" t="textAreaTop" r="textAreaRight" b="textAreaBottom"/>
                <a:pathLst>
                  <a:path w="1982" h="3769">
                    <a:moveTo>
                      <a:pt x="720" y="3769"/>
                    </a:moveTo>
                    <a:lnTo>
                      <a:pt x="736" y="2818"/>
                    </a:lnTo>
                    <a:lnTo>
                      <a:pt x="744" y="2317"/>
                    </a:lnTo>
                    <a:lnTo>
                      <a:pt x="754" y="1992"/>
                    </a:lnTo>
                    <a:lnTo>
                      <a:pt x="761" y="1935"/>
                    </a:lnTo>
                    <a:lnTo>
                      <a:pt x="775" y="1880"/>
                    </a:lnTo>
                    <a:lnTo>
                      <a:pt x="795" y="1828"/>
                    </a:lnTo>
                    <a:lnTo>
                      <a:pt x="821" y="1779"/>
                    </a:lnTo>
                    <a:lnTo>
                      <a:pt x="852" y="1733"/>
                    </a:lnTo>
                    <a:lnTo>
                      <a:pt x="889" y="1689"/>
                    </a:lnTo>
                    <a:lnTo>
                      <a:pt x="974" y="1606"/>
                    </a:lnTo>
                    <a:lnTo>
                      <a:pt x="1073" y="1529"/>
                    </a:lnTo>
                    <a:lnTo>
                      <a:pt x="1181" y="1457"/>
                    </a:lnTo>
                    <a:lnTo>
                      <a:pt x="1414" y="1319"/>
                    </a:lnTo>
                    <a:lnTo>
                      <a:pt x="1640" y="1176"/>
                    </a:lnTo>
                    <a:lnTo>
                      <a:pt x="1741" y="1099"/>
                    </a:lnTo>
                    <a:lnTo>
                      <a:pt x="1830" y="1014"/>
                    </a:lnTo>
                    <a:lnTo>
                      <a:pt x="1868" y="969"/>
                    </a:lnTo>
                    <a:lnTo>
                      <a:pt x="1901" y="922"/>
                    </a:lnTo>
                    <a:lnTo>
                      <a:pt x="1930" y="872"/>
                    </a:lnTo>
                    <a:lnTo>
                      <a:pt x="1953" y="819"/>
                    </a:lnTo>
                    <a:lnTo>
                      <a:pt x="1969" y="763"/>
                    </a:lnTo>
                    <a:lnTo>
                      <a:pt x="1979" y="704"/>
                    </a:lnTo>
                    <a:lnTo>
                      <a:pt x="1982" y="641"/>
                    </a:lnTo>
                    <a:lnTo>
                      <a:pt x="1978" y="574"/>
                    </a:lnTo>
                    <a:lnTo>
                      <a:pt x="1967" y="521"/>
                    </a:lnTo>
                    <a:lnTo>
                      <a:pt x="1951" y="475"/>
                    </a:lnTo>
                    <a:lnTo>
                      <a:pt x="1929" y="434"/>
                    </a:lnTo>
                    <a:lnTo>
                      <a:pt x="1901" y="400"/>
                    </a:lnTo>
                    <a:lnTo>
                      <a:pt x="1869" y="371"/>
                    </a:lnTo>
                    <a:lnTo>
                      <a:pt x="1833" y="347"/>
                    </a:lnTo>
                    <a:lnTo>
                      <a:pt x="1793" y="329"/>
                    </a:lnTo>
                    <a:lnTo>
                      <a:pt x="1749" y="315"/>
                    </a:lnTo>
                    <a:lnTo>
                      <a:pt x="1703" y="307"/>
                    </a:lnTo>
                    <a:lnTo>
                      <a:pt x="1654" y="302"/>
                    </a:lnTo>
                    <a:lnTo>
                      <a:pt x="1552" y="306"/>
                    </a:lnTo>
                    <a:lnTo>
                      <a:pt x="1446" y="325"/>
                    </a:lnTo>
                    <a:lnTo>
                      <a:pt x="1341" y="356"/>
                    </a:lnTo>
                    <a:lnTo>
                      <a:pt x="1239" y="398"/>
                    </a:lnTo>
                    <a:lnTo>
                      <a:pt x="1146" y="449"/>
                    </a:lnTo>
                    <a:lnTo>
                      <a:pt x="1064" y="506"/>
                    </a:lnTo>
                    <a:lnTo>
                      <a:pt x="1029" y="537"/>
                    </a:lnTo>
                    <a:lnTo>
                      <a:pt x="999" y="569"/>
                    </a:lnTo>
                    <a:lnTo>
                      <a:pt x="973" y="601"/>
                    </a:lnTo>
                    <a:lnTo>
                      <a:pt x="952" y="634"/>
                    </a:lnTo>
                    <a:lnTo>
                      <a:pt x="938" y="668"/>
                    </a:lnTo>
                    <a:lnTo>
                      <a:pt x="930" y="701"/>
                    </a:lnTo>
                    <a:lnTo>
                      <a:pt x="928" y="734"/>
                    </a:lnTo>
                    <a:lnTo>
                      <a:pt x="934" y="766"/>
                    </a:lnTo>
                    <a:lnTo>
                      <a:pt x="948" y="798"/>
                    </a:lnTo>
                    <a:lnTo>
                      <a:pt x="970" y="828"/>
                    </a:lnTo>
                    <a:lnTo>
                      <a:pt x="990" y="849"/>
                    </a:lnTo>
                    <a:lnTo>
                      <a:pt x="1010" y="865"/>
                    </a:lnTo>
                    <a:lnTo>
                      <a:pt x="1029" y="876"/>
                    </a:lnTo>
                    <a:lnTo>
                      <a:pt x="1049" y="882"/>
                    </a:lnTo>
                    <a:lnTo>
                      <a:pt x="1068" y="885"/>
                    </a:lnTo>
                    <a:lnTo>
                      <a:pt x="1086" y="884"/>
                    </a:lnTo>
                    <a:lnTo>
                      <a:pt x="1104" y="879"/>
                    </a:lnTo>
                    <a:lnTo>
                      <a:pt x="1121" y="871"/>
                    </a:lnTo>
                    <a:lnTo>
                      <a:pt x="1138" y="860"/>
                    </a:lnTo>
                    <a:lnTo>
                      <a:pt x="1153" y="845"/>
                    </a:lnTo>
                    <a:lnTo>
                      <a:pt x="1168" y="828"/>
                    </a:lnTo>
                    <a:lnTo>
                      <a:pt x="1181" y="808"/>
                    </a:lnTo>
                    <a:lnTo>
                      <a:pt x="1205" y="762"/>
                    </a:lnTo>
                    <a:lnTo>
                      <a:pt x="1223" y="708"/>
                    </a:lnTo>
                    <a:lnTo>
                      <a:pt x="1236" y="649"/>
                    </a:lnTo>
                    <a:lnTo>
                      <a:pt x="1241" y="585"/>
                    </a:lnTo>
                    <a:lnTo>
                      <a:pt x="1239" y="519"/>
                    </a:lnTo>
                    <a:lnTo>
                      <a:pt x="1229" y="453"/>
                    </a:lnTo>
                    <a:lnTo>
                      <a:pt x="1210" y="388"/>
                    </a:lnTo>
                    <a:lnTo>
                      <a:pt x="1181" y="326"/>
                    </a:lnTo>
                    <a:lnTo>
                      <a:pt x="1162" y="297"/>
                    </a:lnTo>
                    <a:lnTo>
                      <a:pt x="1141" y="269"/>
                    </a:lnTo>
                    <a:lnTo>
                      <a:pt x="1118" y="243"/>
                    </a:lnTo>
                    <a:lnTo>
                      <a:pt x="1091" y="218"/>
                    </a:lnTo>
                    <a:lnTo>
                      <a:pt x="1055" y="192"/>
                    </a:lnTo>
                    <a:lnTo>
                      <a:pt x="1008" y="162"/>
                    </a:lnTo>
                    <a:lnTo>
                      <a:pt x="952" y="131"/>
                    </a:lnTo>
                    <a:lnTo>
                      <a:pt x="887" y="100"/>
                    </a:lnTo>
                    <a:lnTo>
                      <a:pt x="816" y="70"/>
                    </a:lnTo>
                    <a:lnTo>
                      <a:pt x="740" y="44"/>
                    </a:lnTo>
                    <a:lnTo>
                      <a:pt x="660" y="22"/>
                    </a:lnTo>
                    <a:lnTo>
                      <a:pt x="578" y="7"/>
                    </a:lnTo>
                    <a:lnTo>
                      <a:pt x="495" y="0"/>
                    </a:lnTo>
                    <a:lnTo>
                      <a:pt x="413" y="3"/>
                    </a:lnTo>
                    <a:lnTo>
                      <a:pt x="333" y="16"/>
                    </a:lnTo>
                    <a:lnTo>
                      <a:pt x="294" y="28"/>
                    </a:lnTo>
                    <a:lnTo>
                      <a:pt x="257" y="43"/>
                    </a:lnTo>
                    <a:lnTo>
                      <a:pt x="221" y="61"/>
                    </a:lnTo>
                    <a:lnTo>
                      <a:pt x="186" y="84"/>
                    </a:lnTo>
                    <a:lnTo>
                      <a:pt x="153" y="110"/>
                    </a:lnTo>
                    <a:lnTo>
                      <a:pt x="122" y="141"/>
                    </a:lnTo>
                    <a:lnTo>
                      <a:pt x="93" y="176"/>
                    </a:lnTo>
                    <a:lnTo>
                      <a:pt x="67" y="216"/>
                    </a:lnTo>
                    <a:lnTo>
                      <a:pt x="42" y="260"/>
                    </a:lnTo>
                    <a:lnTo>
                      <a:pt x="21" y="309"/>
                    </a:lnTo>
                    <a:lnTo>
                      <a:pt x="6" y="359"/>
                    </a:lnTo>
                    <a:lnTo>
                      <a:pt x="0" y="410"/>
                    </a:lnTo>
                    <a:lnTo>
                      <a:pt x="2" y="460"/>
                    </a:lnTo>
                    <a:lnTo>
                      <a:pt x="12" y="511"/>
                    </a:lnTo>
                    <a:lnTo>
                      <a:pt x="29" y="563"/>
                    </a:lnTo>
                    <a:lnTo>
                      <a:pt x="52" y="614"/>
                    </a:lnTo>
                    <a:lnTo>
                      <a:pt x="117" y="718"/>
                    </a:lnTo>
                    <a:lnTo>
                      <a:pt x="202" y="823"/>
                    </a:lnTo>
                    <a:lnTo>
                      <a:pt x="302" y="928"/>
                    </a:lnTo>
                    <a:lnTo>
                      <a:pt x="532" y="1138"/>
                    </a:lnTo>
                    <a:lnTo>
                      <a:pt x="774" y="1346"/>
                    </a:lnTo>
                    <a:lnTo>
                      <a:pt x="992" y="1549"/>
                    </a:lnTo>
                    <a:lnTo>
                      <a:pt x="1082" y="1648"/>
                    </a:lnTo>
                    <a:lnTo>
                      <a:pt x="1153" y="1745"/>
                    </a:lnTo>
                    <a:lnTo>
                      <a:pt x="1181" y="1792"/>
                    </a:lnTo>
                    <a:lnTo>
                      <a:pt x="1202" y="1839"/>
                    </a:lnTo>
                    <a:lnTo>
                      <a:pt x="1216" y="1885"/>
                    </a:lnTo>
                    <a:lnTo>
                      <a:pt x="1223" y="1930"/>
                    </a:lnTo>
                    <a:lnTo>
                      <a:pt x="1228" y="2105"/>
                    </a:lnTo>
                    <a:lnTo>
                      <a:pt x="1227" y="2358"/>
                    </a:lnTo>
                    <a:lnTo>
                      <a:pt x="1216" y="2975"/>
                    </a:lnTo>
                    <a:lnTo>
                      <a:pt x="1193" y="3769"/>
                    </a:lnTo>
                    <a:lnTo>
                      <a:pt x="720" y="3769"/>
                    </a:lnTo>
                    <a:close/>
                  </a:path>
                </a:pathLst>
              </a:custGeom>
              <a:noFill/>
              <a:ln cap="rnd" w="792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grpSp>
        <p:grpSp>
          <p:nvGrpSpPr>
            <p:cNvPr id="70" name=""/>
            <p:cNvGrpSpPr/>
            <p:nvPr/>
          </p:nvGrpSpPr>
          <p:grpSpPr>
            <a:xfrm>
              <a:off x="1014840" y="1498680"/>
              <a:ext cx="2806560" cy="1420560"/>
              <a:chOff x="1014840" y="1498680"/>
              <a:chExt cx="2806560" cy="1420560"/>
            </a:xfrm>
          </p:grpSpPr>
          <p:sp>
            <p:nvSpPr>
              <p:cNvPr id="71" name=""/>
              <p:cNvSpPr/>
              <p:nvPr/>
            </p:nvSpPr>
            <p:spPr>
              <a:xfrm>
                <a:off x="2418120" y="1498680"/>
                <a:ext cx="360" cy="26712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72" name=""/>
              <p:cNvSpPr/>
              <p:nvPr/>
            </p:nvSpPr>
            <p:spPr>
              <a:xfrm flipH="1">
                <a:off x="3340080" y="1885680"/>
                <a:ext cx="188640" cy="18864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73" name=""/>
              <p:cNvSpPr/>
              <p:nvPr/>
            </p:nvSpPr>
            <p:spPr>
              <a:xfrm flipH="1">
                <a:off x="3554280" y="2918880"/>
                <a:ext cx="267120" cy="36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74" name=""/>
              <p:cNvSpPr/>
              <p:nvPr/>
            </p:nvSpPr>
            <p:spPr>
              <a:xfrm>
                <a:off x="1307520" y="1885680"/>
                <a:ext cx="188640" cy="18864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75" name=""/>
              <p:cNvSpPr/>
              <p:nvPr/>
            </p:nvSpPr>
            <p:spPr>
              <a:xfrm>
                <a:off x="1014840" y="2918880"/>
                <a:ext cx="267120" cy="360"/>
              </a:xfrm>
              <a:prstGeom prst="line">
                <a:avLst/>
              </a:prstGeom>
              <a:ln cap="rnd" w="792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grpSp>
        <p:grpSp>
          <p:nvGrpSpPr>
            <p:cNvPr id="76" name=""/>
            <p:cNvGrpSpPr/>
            <p:nvPr/>
          </p:nvGrpSpPr>
          <p:grpSpPr>
            <a:xfrm>
              <a:off x="785160" y="2054880"/>
              <a:ext cx="3052080" cy="2273040"/>
              <a:chOff x="785160" y="2054880"/>
              <a:chExt cx="3052080" cy="2273040"/>
            </a:xfrm>
          </p:grpSpPr>
          <p:sp>
            <p:nvSpPr>
              <p:cNvPr id="77" name=""/>
              <p:cNvSpPr/>
              <p:nvPr/>
            </p:nvSpPr>
            <p:spPr>
              <a:xfrm flipH="1">
                <a:off x="2983680" y="3843720"/>
                <a:ext cx="126000" cy="12600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78" name=""/>
              <p:cNvSpPr/>
              <p:nvPr/>
            </p:nvSpPr>
            <p:spPr>
              <a:xfrm>
                <a:off x="2983680" y="3843720"/>
                <a:ext cx="126000" cy="12600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79" name=""/>
              <p:cNvSpPr/>
              <p:nvPr/>
            </p:nvSpPr>
            <p:spPr>
              <a:xfrm flipH="1">
                <a:off x="1771920" y="2054880"/>
                <a:ext cx="126000" cy="12636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80" name=""/>
              <p:cNvSpPr/>
              <p:nvPr/>
            </p:nvSpPr>
            <p:spPr>
              <a:xfrm>
                <a:off x="1771920" y="2054880"/>
                <a:ext cx="126000" cy="12636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81" name=""/>
              <p:cNvSpPr/>
              <p:nvPr/>
            </p:nvSpPr>
            <p:spPr>
              <a:xfrm>
                <a:off x="1568880" y="4125600"/>
                <a:ext cx="181080" cy="202320"/>
              </a:xfrm>
              <a:custGeom>
                <a:avLst/>
                <a:gdLst>
                  <a:gd name="textAreaLeft" fmla="*/ 0 w 181080"/>
                  <a:gd name="textAreaRight" fmla="*/ 184680 w 181080"/>
                  <a:gd name="textAreaTop" fmla="*/ 0 h 202320"/>
                  <a:gd name="textAreaBottom" fmla="*/ 205920 h 202320"/>
                </a:gdLst>
                <a:ahLst/>
                <a:cxnLst/>
                <a:rect l="textAreaLeft" t="textAreaTop" r="textAreaRight" b="textAreaBottom"/>
                <a:pathLst>
                  <a:path w="513" h="572">
                    <a:moveTo>
                      <a:pt x="0" y="572"/>
                    </a:moveTo>
                    <a:lnTo>
                      <a:pt x="513" y="390"/>
                    </a:lnTo>
                    <a:lnTo>
                      <a:pt x="103" y="0"/>
                    </a:lnTo>
                    <a:lnTo>
                      <a:pt x="0" y="572"/>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82" name=""/>
              <p:cNvSpPr/>
              <p:nvPr/>
            </p:nvSpPr>
            <p:spPr>
              <a:xfrm>
                <a:off x="3604680" y="3255840"/>
                <a:ext cx="183240" cy="199080"/>
              </a:xfrm>
              <a:custGeom>
                <a:avLst/>
                <a:gdLst>
                  <a:gd name="textAreaLeft" fmla="*/ 0 w 183240"/>
                  <a:gd name="textAreaRight" fmla="*/ 186840 w 183240"/>
                  <a:gd name="textAreaTop" fmla="*/ 0 h 199080"/>
                  <a:gd name="textAreaBottom" fmla="*/ 202680 h 199080"/>
                </a:gdLst>
                <a:ahLst/>
                <a:cxnLst/>
                <a:rect l="textAreaLeft" t="textAreaTop" r="textAreaRight" b="textAreaBottom"/>
                <a:pathLst>
                  <a:path w="519" h="563">
                    <a:moveTo>
                      <a:pt x="0" y="262"/>
                    </a:moveTo>
                    <a:lnTo>
                      <a:pt x="455" y="563"/>
                    </a:lnTo>
                    <a:lnTo>
                      <a:pt x="519" y="0"/>
                    </a:lnTo>
                    <a:lnTo>
                      <a:pt x="0" y="262"/>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83" name=""/>
              <p:cNvSpPr/>
              <p:nvPr/>
            </p:nvSpPr>
            <p:spPr>
              <a:xfrm>
                <a:off x="785160" y="2122200"/>
                <a:ext cx="204120" cy="179640"/>
              </a:xfrm>
              <a:custGeom>
                <a:avLst/>
                <a:gdLst>
                  <a:gd name="textAreaLeft" fmla="*/ 0 w 204120"/>
                  <a:gd name="textAreaRight" fmla="*/ 207720 w 204120"/>
                  <a:gd name="textAreaTop" fmla="*/ 0 h 179640"/>
                  <a:gd name="textAreaBottom" fmla="*/ 183240 h 179640"/>
                </a:gdLst>
                <a:ahLst/>
                <a:cxnLst/>
                <a:rect l="textAreaLeft" t="textAreaTop" r="textAreaRight" b="textAreaBottom"/>
                <a:pathLst>
                  <a:path w="577" h="509">
                    <a:moveTo>
                      <a:pt x="0" y="73"/>
                    </a:moveTo>
                    <a:lnTo>
                      <a:pt x="328" y="509"/>
                    </a:lnTo>
                    <a:lnTo>
                      <a:pt x="577" y="0"/>
                    </a:lnTo>
                    <a:lnTo>
                      <a:pt x="0" y="73"/>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84" name=""/>
              <p:cNvSpPr/>
              <p:nvPr/>
            </p:nvSpPr>
            <p:spPr>
              <a:xfrm>
                <a:off x="3624480" y="2125440"/>
                <a:ext cx="212760" cy="212400"/>
              </a:xfrm>
              <a:custGeom>
                <a:avLst/>
                <a:gdLst>
                  <a:gd name="textAreaLeft" fmla="*/ 0 w 212760"/>
                  <a:gd name="textAreaRight" fmla="*/ 216360 w 212760"/>
                  <a:gd name="textAreaTop" fmla="*/ 0 h 212400"/>
                  <a:gd name="textAreaBottom" fmla="*/ 216000 h 212400"/>
                </a:gdLst>
                <a:ahLst/>
                <a:cxnLst/>
                <a:rect l="textAreaLeft" t="textAreaTop" r="textAreaRight" b="textAreaBottom"/>
                <a:pathLst>
                  <a:path w="601" h="600">
                    <a:moveTo>
                      <a:pt x="601" y="300"/>
                    </a:moveTo>
                    <a:lnTo>
                      <a:pt x="600" y="320"/>
                    </a:lnTo>
                    <a:lnTo>
                      <a:pt x="599" y="340"/>
                    </a:lnTo>
                    <a:lnTo>
                      <a:pt x="596" y="359"/>
                    </a:lnTo>
                    <a:lnTo>
                      <a:pt x="591" y="378"/>
                    </a:lnTo>
                    <a:lnTo>
                      <a:pt x="586" y="396"/>
                    </a:lnTo>
                    <a:lnTo>
                      <a:pt x="579" y="414"/>
                    </a:lnTo>
                    <a:lnTo>
                      <a:pt x="571" y="432"/>
                    </a:lnTo>
                    <a:lnTo>
                      <a:pt x="561" y="450"/>
                    </a:lnTo>
                    <a:lnTo>
                      <a:pt x="550" y="467"/>
                    </a:lnTo>
                    <a:lnTo>
                      <a:pt x="539" y="484"/>
                    </a:lnTo>
                    <a:lnTo>
                      <a:pt x="527" y="499"/>
                    </a:lnTo>
                    <a:lnTo>
                      <a:pt x="513" y="513"/>
                    </a:lnTo>
                    <a:lnTo>
                      <a:pt x="499" y="526"/>
                    </a:lnTo>
                    <a:lnTo>
                      <a:pt x="484" y="538"/>
                    </a:lnTo>
                    <a:lnTo>
                      <a:pt x="468" y="549"/>
                    </a:lnTo>
                    <a:lnTo>
                      <a:pt x="451" y="560"/>
                    </a:lnTo>
                    <a:lnTo>
                      <a:pt x="433" y="570"/>
                    </a:lnTo>
                    <a:lnTo>
                      <a:pt x="415" y="578"/>
                    </a:lnTo>
                    <a:lnTo>
                      <a:pt x="397" y="585"/>
                    </a:lnTo>
                    <a:lnTo>
                      <a:pt x="379" y="590"/>
                    </a:lnTo>
                    <a:lnTo>
                      <a:pt x="360" y="595"/>
                    </a:lnTo>
                    <a:lnTo>
                      <a:pt x="341" y="598"/>
                    </a:lnTo>
                    <a:lnTo>
                      <a:pt x="321" y="599"/>
                    </a:lnTo>
                    <a:lnTo>
                      <a:pt x="301" y="600"/>
                    </a:lnTo>
                    <a:lnTo>
                      <a:pt x="281" y="599"/>
                    </a:lnTo>
                    <a:lnTo>
                      <a:pt x="261" y="598"/>
                    </a:lnTo>
                    <a:lnTo>
                      <a:pt x="241" y="595"/>
                    </a:lnTo>
                    <a:lnTo>
                      <a:pt x="222" y="590"/>
                    </a:lnTo>
                    <a:lnTo>
                      <a:pt x="204" y="585"/>
                    </a:lnTo>
                    <a:lnTo>
                      <a:pt x="186" y="578"/>
                    </a:lnTo>
                    <a:lnTo>
                      <a:pt x="168" y="570"/>
                    </a:lnTo>
                    <a:lnTo>
                      <a:pt x="150" y="560"/>
                    </a:lnTo>
                    <a:lnTo>
                      <a:pt x="133" y="549"/>
                    </a:lnTo>
                    <a:lnTo>
                      <a:pt x="117" y="538"/>
                    </a:lnTo>
                    <a:lnTo>
                      <a:pt x="102" y="526"/>
                    </a:lnTo>
                    <a:lnTo>
                      <a:pt x="88" y="513"/>
                    </a:lnTo>
                    <a:lnTo>
                      <a:pt x="75" y="499"/>
                    </a:lnTo>
                    <a:lnTo>
                      <a:pt x="63" y="484"/>
                    </a:lnTo>
                    <a:lnTo>
                      <a:pt x="52" y="467"/>
                    </a:lnTo>
                    <a:lnTo>
                      <a:pt x="41" y="450"/>
                    </a:lnTo>
                    <a:lnTo>
                      <a:pt x="31" y="432"/>
                    </a:lnTo>
                    <a:lnTo>
                      <a:pt x="23" y="414"/>
                    </a:lnTo>
                    <a:lnTo>
                      <a:pt x="16" y="396"/>
                    </a:lnTo>
                    <a:lnTo>
                      <a:pt x="10" y="378"/>
                    </a:lnTo>
                    <a:lnTo>
                      <a:pt x="6" y="359"/>
                    </a:lnTo>
                    <a:lnTo>
                      <a:pt x="3" y="340"/>
                    </a:lnTo>
                    <a:lnTo>
                      <a:pt x="1" y="320"/>
                    </a:lnTo>
                    <a:lnTo>
                      <a:pt x="0" y="300"/>
                    </a:lnTo>
                    <a:lnTo>
                      <a:pt x="1" y="280"/>
                    </a:lnTo>
                    <a:lnTo>
                      <a:pt x="3" y="260"/>
                    </a:lnTo>
                    <a:lnTo>
                      <a:pt x="6" y="241"/>
                    </a:lnTo>
                    <a:lnTo>
                      <a:pt x="10" y="222"/>
                    </a:lnTo>
                    <a:lnTo>
                      <a:pt x="16" y="204"/>
                    </a:lnTo>
                    <a:lnTo>
                      <a:pt x="23" y="186"/>
                    </a:lnTo>
                    <a:lnTo>
                      <a:pt x="31" y="168"/>
                    </a:lnTo>
                    <a:lnTo>
                      <a:pt x="41" y="150"/>
                    </a:lnTo>
                    <a:lnTo>
                      <a:pt x="52" y="133"/>
                    </a:lnTo>
                    <a:lnTo>
                      <a:pt x="63" y="117"/>
                    </a:lnTo>
                    <a:lnTo>
                      <a:pt x="75" y="102"/>
                    </a:lnTo>
                    <a:lnTo>
                      <a:pt x="88" y="87"/>
                    </a:lnTo>
                    <a:lnTo>
                      <a:pt x="102" y="74"/>
                    </a:lnTo>
                    <a:lnTo>
                      <a:pt x="117" y="62"/>
                    </a:lnTo>
                    <a:lnTo>
                      <a:pt x="133" y="51"/>
                    </a:lnTo>
                    <a:lnTo>
                      <a:pt x="150" y="40"/>
                    </a:lnTo>
                    <a:lnTo>
                      <a:pt x="168" y="30"/>
                    </a:lnTo>
                    <a:lnTo>
                      <a:pt x="186" y="22"/>
                    </a:lnTo>
                    <a:lnTo>
                      <a:pt x="204" y="15"/>
                    </a:lnTo>
                    <a:lnTo>
                      <a:pt x="222" y="10"/>
                    </a:lnTo>
                    <a:lnTo>
                      <a:pt x="241" y="5"/>
                    </a:lnTo>
                    <a:lnTo>
                      <a:pt x="260" y="2"/>
                    </a:lnTo>
                    <a:lnTo>
                      <a:pt x="280" y="1"/>
                    </a:lnTo>
                    <a:lnTo>
                      <a:pt x="301" y="0"/>
                    </a:lnTo>
                    <a:lnTo>
                      <a:pt x="321" y="1"/>
                    </a:lnTo>
                    <a:lnTo>
                      <a:pt x="341" y="2"/>
                    </a:lnTo>
                    <a:lnTo>
                      <a:pt x="360" y="5"/>
                    </a:lnTo>
                    <a:lnTo>
                      <a:pt x="379" y="10"/>
                    </a:lnTo>
                    <a:lnTo>
                      <a:pt x="397" y="15"/>
                    </a:lnTo>
                    <a:lnTo>
                      <a:pt x="415" y="22"/>
                    </a:lnTo>
                    <a:lnTo>
                      <a:pt x="433" y="30"/>
                    </a:lnTo>
                    <a:lnTo>
                      <a:pt x="451" y="40"/>
                    </a:lnTo>
                    <a:lnTo>
                      <a:pt x="468" y="51"/>
                    </a:lnTo>
                    <a:lnTo>
                      <a:pt x="484" y="62"/>
                    </a:lnTo>
                    <a:lnTo>
                      <a:pt x="499" y="74"/>
                    </a:lnTo>
                    <a:lnTo>
                      <a:pt x="513" y="87"/>
                    </a:lnTo>
                    <a:lnTo>
                      <a:pt x="527" y="102"/>
                    </a:lnTo>
                    <a:lnTo>
                      <a:pt x="539" y="117"/>
                    </a:lnTo>
                    <a:lnTo>
                      <a:pt x="550" y="133"/>
                    </a:lnTo>
                    <a:lnTo>
                      <a:pt x="561" y="150"/>
                    </a:lnTo>
                    <a:lnTo>
                      <a:pt x="571" y="168"/>
                    </a:lnTo>
                    <a:lnTo>
                      <a:pt x="579" y="186"/>
                    </a:lnTo>
                    <a:lnTo>
                      <a:pt x="586" y="204"/>
                    </a:lnTo>
                    <a:lnTo>
                      <a:pt x="591" y="222"/>
                    </a:lnTo>
                    <a:lnTo>
                      <a:pt x="596" y="240"/>
                    </a:lnTo>
                    <a:lnTo>
                      <a:pt x="599" y="260"/>
                    </a:lnTo>
                    <a:lnTo>
                      <a:pt x="600" y="279"/>
                    </a:lnTo>
                    <a:lnTo>
                      <a:pt x="601" y="30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grpSp>
      </p:grpSp>
      <p:grpSp>
        <p:nvGrpSpPr>
          <p:cNvPr id="85" name=""/>
          <p:cNvGrpSpPr/>
          <p:nvPr/>
        </p:nvGrpSpPr>
        <p:grpSpPr>
          <a:xfrm>
            <a:off x="8280720" y="4099680"/>
            <a:ext cx="1557000" cy="1465200"/>
            <a:chOff x="8280720" y="4099680"/>
            <a:chExt cx="1557000" cy="1465200"/>
          </a:xfrm>
        </p:grpSpPr>
        <p:sp>
          <p:nvSpPr>
            <p:cNvPr id="86" name=""/>
            <p:cNvSpPr/>
            <p:nvPr/>
          </p:nvSpPr>
          <p:spPr>
            <a:xfrm>
              <a:off x="8639280" y="4366800"/>
              <a:ext cx="104400" cy="1206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87" name=""/>
            <p:cNvSpPr/>
            <p:nvPr/>
          </p:nvSpPr>
          <p:spPr>
            <a:xfrm flipH="1">
              <a:off x="9286920" y="4099680"/>
              <a:ext cx="12600" cy="1602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88" name=""/>
            <p:cNvSpPr/>
            <p:nvPr/>
          </p:nvSpPr>
          <p:spPr>
            <a:xfrm flipH="1">
              <a:off x="9715320" y="4449240"/>
              <a:ext cx="122400" cy="1062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89" name=""/>
            <p:cNvSpPr/>
            <p:nvPr/>
          </p:nvSpPr>
          <p:spPr>
            <a:xfrm>
              <a:off x="8280720" y="4982760"/>
              <a:ext cx="160560" cy="100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90" name=""/>
            <p:cNvSpPr/>
            <p:nvPr/>
          </p:nvSpPr>
          <p:spPr>
            <a:xfrm flipV="1">
              <a:off x="8550360" y="5458680"/>
              <a:ext cx="122760" cy="1062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91" name=""/>
          <p:cNvGrpSpPr/>
          <p:nvPr/>
        </p:nvGrpSpPr>
        <p:grpSpPr>
          <a:xfrm>
            <a:off x="5009400" y="429480"/>
            <a:ext cx="4872240" cy="4929840"/>
            <a:chOff x="5009400" y="429480"/>
            <a:chExt cx="4872240" cy="4929840"/>
          </a:xfrm>
        </p:grpSpPr>
        <p:sp>
          <p:nvSpPr>
            <p:cNvPr id="92" name=""/>
            <p:cNvSpPr/>
            <p:nvPr/>
          </p:nvSpPr>
          <p:spPr>
            <a:xfrm>
              <a:off x="5009400" y="429480"/>
              <a:ext cx="204120" cy="179280"/>
            </a:xfrm>
            <a:custGeom>
              <a:avLst/>
              <a:gdLst>
                <a:gd name="textAreaLeft" fmla="*/ 0 w 204120"/>
                <a:gd name="textAreaRight" fmla="*/ 207720 w 204120"/>
                <a:gd name="textAreaTop" fmla="*/ 0 h 179280"/>
                <a:gd name="textAreaBottom" fmla="*/ 182880 h 179280"/>
              </a:gdLst>
              <a:ahLst/>
              <a:cxnLst/>
              <a:rect l="textAreaLeft" t="textAreaTop" r="textAreaRight" b="textAreaBottom"/>
              <a:pathLst>
                <a:path w="577" h="508">
                  <a:moveTo>
                    <a:pt x="0" y="73"/>
                  </a:moveTo>
                  <a:lnTo>
                    <a:pt x="328" y="508"/>
                  </a:lnTo>
                  <a:lnTo>
                    <a:pt x="577" y="0"/>
                  </a:lnTo>
                  <a:lnTo>
                    <a:pt x="0" y="73"/>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93" name=""/>
            <p:cNvSpPr/>
            <p:nvPr/>
          </p:nvSpPr>
          <p:spPr>
            <a:xfrm>
              <a:off x="6346800" y="5160240"/>
              <a:ext cx="183240" cy="199080"/>
            </a:xfrm>
            <a:custGeom>
              <a:avLst/>
              <a:gdLst>
                <a:gd name="textAreaLeft" fmla="*/ 0 w 183240"/>
                <a:gd name="textAreaRight" fmla="*/ 186840 w 183240"/>
                <a:gd name="textAreaTop" fmla="*/ 0 h 199080"/>
                <a:gd name="textAreaBottom" fmla="*/ 202680 h 199080"/>
              </a:gdLst>
              <a:ahLst/>
              <a:cxnLst/>
              <a:rect l="textAreaLeft" t="textAreaTop" r="textAreaRight" b="textAreaBottom"/>
              <a:pathLst>
                <a:path w="519" h="563">
                  <a:moveTo>
                    <a:pt x="0" y="262"/>
                  </a:moveTo>
                  <a:lnTo>
                    <a:pt x="455" y="563"/>
                  </a:lnTo>
                  <a:lnTo>
                    <a:pt x="519" y="0"/>
                  </a:lnTo>
                  <a:lnTo>
                    <a:pt x="0" y="262"/>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94" name=""/>
            <p:cNvSpPr/>
            <p:nvPr/>
          </p:nvSpPr>
          <p:spPr>
            <a:xfrm flipH="1">
              <a:off x="8121600" y="1173240"/>
              <a:ext cx="126360" cy="126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95" name=""/>
            <p:cNvSpPr/>
            <p:nvPr/>
          </p:nvSpPr>
          <p:spPr>
            <a:xfrm>
              <a:off x="8121600" y="1173240"/>
              <a:ext cx="126360" cy="126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96" name=""/>
            <p:cNvSpPr/>
            <p:nvPr/>
          </p:nvSpPr>
          <p:spPr>
            <a:xfrm>
              <a:off x="9668880" y="2216880"/>
              <a:ext cx="212760" cy="212400"/>
            </a:xfrm>
            <a:custGeom>
              <a:avLst/>
              <a:gdLst>
                <a:gd name="textAreaLeft" fmla="*/ 0 w 212760"/>
                <a:gd name="textAreaRight" fmla="*/ 216360 w 212760"/>
                <a:gd name="textAreaTop" fmla="*/ 0 h 212400"/>
                <a:gd name="textAreaBottom" fmla="*/ 216000 h 212400"/>
              </a:gdLst>
              <a:ahLst/>
              <a:cxnLst/>
              <a:rect l="textAreaLeft" t="textAreaTop" r="textAreaRight" b="textAreaBottom"/>
              <a:pathLst>
                <a:path w="601" h="600">
                  <a:moveTo>
                    <a:pt x="601" y="300"/>
                  </a:moveTo>
                  <a:lnTo>
                    <a:pt x="600" y="320"/>
                  </a:lnTo>
                  <a:lnTo>
                    <a:pt x="598" y="340"/>
                  </a:lnTo>
                  <a:lnTo>
                    <a:pt x="595" y="359"/>
                  </a:lnTo>
                  <a:lnTo>
                    <a:pt x="591" y="378"/>
                  </a:lnTo>
                  <a:lnTo>
                    <a:pt x="585" y="396"/>
                  </a:lnTo>
                  <a:lnTo>
                    <a:pt x="578" y="414"/>
                  </a:lnTo>
                  <a:lnTo>
                    <a:pt x="570" y="432"/>
                  </a:lnTo>
                  <a:lnTo>
                    <a:pt x="560" y="450"/>
                  </a:lnTo>
                  <a:lnTo>
                    <a:pt x="549" y="467"/>
                  </a:lnTo>
                  <a:lnTo>
                    <a:pt x="538" y="484"/>
                  </a:lnTo>
                  <a:lnTo>
                    <a:pt x="526" y="499"/>
                  </a:lnTo>
                  <a:lnTo>
                    <a:pt x="513" y="513"/>
                  </a:lnTo>
                  <a:lnTo>
                    <a:pt x="499" y="526"/>
                  </a:lnTo>
                  <a:lnTo>
                    <a:pt x="484" y="538"/>
                  </a:lnTo>
                  <a:lnTo>
                    <a:pt x="468" y="549"/>
                  </a:lnTo>
                  <a:lnTo>
                    <a:pt x="451" y="560"/>
                  </a:lnTo>
                  <a:lnTo>
                    <a:pt x="433" y="570"/>
                  </a:lnTo>
                  <a:lnTo>
                    <a:pt x="415" y="578"/>
                  </a:lnTo>
                  <a:lnTo>
                    <a:pt x="397" y="585"/>
                  </a:lnTo>
                  <a:lnTo>
                    <a:pt x="378" y="590"/>
                  </a:lnTo>
                  <a:lnTo>
                    <a:pt x="360" y="595"/>
                  </a:lnTo>
                  <a:lnTo>
                    <a:pt x="340" y="598"/>
                  </a:lnTo>
                  <a:lnTo>
                    <a:pt x="320" y="599"/>
                  </a:lnTo>
                  <a:lnTo>
                    <a:pt x="300" y="600"/>
                  </a:lnTo>
                  <a:lnTo>
                    <a:pt x="280" y="599"/>
                  </a:lnTo>
                  <a:lnTo>
                    <a:pt x="260" y="598"/>
                  </a:lnTo>
                  <a:lnTo>
                    <a:pt x="241" y="595"/>
                  </a:lnTo>
                  <a:lnTo>
                    <a:pt x="222" y="590"/>
                  </a:lnTo>
                  <a:lnTo>
                    <a:pt x="204" y="585"/>
                  </a:lnTo>
                  <a:lnTo>
                    <a:pt x="186" y="578"/>
                  </a:lnTo>
                  <a:lnTo>
                    <a:pt x="168" y="570"/>
                  </a:lnTo>
                  <a:lnTo>
                    <a:pt x="150" y="560"/>
                  </a:lnTo>
                  <a:lnTo>
                    <a:pt x="133" y="549"/>
                  </a:lnTo>
                  <a:lnTo>
                    <a:pt x="116" y="538"/>
                  </a:lnTo>
                  <a:lnTo>
                    <a:pt x="101" y="526"/>
                  </a:lnTo>
                  <a:lnTo>
                    <a:pt x="87" y="513"/>
                  </a:lnTo>
                  <a:lnTo>
                    <a:pt x="74" y="499"/>
                  </a:lnTo>
                  <a:lnTo>
                    <a:pt x="62" y="484"/>
                  </a:lnTo>
                  <a:lnTo>
                    <a:pt x="51" y="467"/>
                  </a:lnTo>
                  <a:lnTo>
                    <a:pt x="40" y="450"/>
                  </a:lnTo>
                  <a:lnTo>
                    <a:pt x="30" y="432"/>
                  </a:lnTo>
                  <a:lnTo>
                    <a:pt x="22" y="414"/>
                  </a:lnTo>
                  <a:lnTo>
                    <a:pt x="15" y="396"/>
                  </a:lnTo>
                  <a:lnTo>
                    <a:pt x="10" y="378"/>
                  </a:lnTo>
                  <a:lnTo>
                    <a:pt x="5" y="359"/>
                  </a:lnTo>
                  <a:lnTo>
                    <a:pt x="2" y="340"/>
                  </a:lnTo>
                  <a:lnTo>
                    <a:pt x="1" y="320"/>
                  </a:lnTo>
                  <a:lnTo>
                    <a:pt x="0" y="300"/>
                  </a:lnTo>
                  <a:lnTo>
                    <a:pt x="1" y="280"/>
                  </a:lnTo>
                  <a:lnTo>
                    <a:pt x="2" y="260"/>
                  </a:lnTo>
                  <a:lnTo>
                    <a:pt x="5" y="241"/>
                  </a:lnTo>
                  <a:lnTo>
                    <a:pt x="10" y="222"/>
                  </a:lnTo>
                  <a:lnTo>
                    <a:pt x="15" y="204"/>
                  </a:lnTo>
                  <a:lnTo>
                    <a:pt x="22" y="186"/>
                  </a:lnTo>
                  <a:lnTo>
                    <a:pt x="30" y="168"/>
                  </a:lnTo>
                  <a:lnTo>
                    <a:pt x="40" y="150"/>
                  </a:lnTo>
                  <a:lnTo>
                    <a:pt x="51" y="133"/>
                  </a:lnTo>
                  <a:lnTo>
                    <a:pt x="62" y="116"/>
                  </a:lnTo>
                  <a:lnTo>
                    <a:pt x="74" y="101"/>
                  </a:lnTo>
                  <a:lnTo>
                    <a:pt x="87" y="87"/>
                  </a:lnTo>
                  <a:lnTo>
                    <a:pt x="101" y="74"/>
                  </a:lnTo>
                  <a:lnTo>
                    <a:pt x="116" y="62"/>
                  </a:lnTo>
                  <a:lnTo>
                    <a:pt x="133" y="51"/>
                  </a:lnTo>
                  <a:lnTo>
                    <a:pt x="150" y="40"/>
                  </a:lnTo>
                  <a:lnTo>
                    <a:pt x="168" y="30"/>
                  </a:lnTo>
                  <a:lnTo>
                    <a:pt x="186" y="22"/>
                  </a:lnTo>
                  <a:lnTo>
                    <a:pt x="204" y="15"/>
                  </a:lnTo>
                  <a:lnTo>
                    <a:pt x="222" y="9"/>
                  </a:lnTo>
                  <a:lnTo>
                    <a:pt x="241" y="5"/>
                  </a:lnTo>
                  <a:lnTo>
                    <a:pt x="260" y="2"/>
                  </a:lnTo>
                  <a:lnTo>
                    <a:pt x="280" y="1"/>
                  </a:lnTo>
                  <a:lnTo>
                    <a:pt x="300" y="0"/>
                  </a:lnTo>
                  <a:lnTo>
                    <a:pt x="321" y="1"/>
                  </a:lnTo>
                  <a:lnTo>
                    <a:pt x="341" y="2"/>
                  </a:lnTo>
                  <a:lnTo>
                    <a:pt x="360" y="5"/>
                  </a:lnTo>
                  <a:lnTo>
                    <a:pt x="379" y="9"/>
                  </a:lnTo>
                  <a:lnTo>
                    <a:pt x="397" y="15"/>
                  </a:lnTo>
                  <a:lnTo>
                    <a:pt x="415" y="22"/>
                  </a:lnTo>
                  <a:lnTo>
                    <a:pt x="433" y="30"/>
                  </a:lnTo>
                  <a:lnTo>
                    <a:pt x="451" y="40"/>
                  </a:lnTo>
                  <a:lnTo>
                    <a:pt x="468" y="51"/>
                  </a:lnTo>
                  <a:lnTo>
                    <a:pt x="484" y="62"/>
                  </a:lnTo>
                  <a:lnTo>
                    <a:pt x="499" y="74"/>
                  </a:lnTo>
                  <a:lnTo>
                    <a:pt x="513" y="87"/>
                  </a:lnTo>
                  <a:lnTo>
                    <a:pt x="526" y="101"/>
                  </a:lnTo>
                  <a:lnTo>
                    <a:pt x="538" y="116"/>
                  </a:lnTo>
                  <a:lnTo>
                    <a:pt x="549" y="133"/>
                  </a:lnTo>
                  <a:lnTo>
                    <a:pt x="560" y="150"/>
                  </a:lnTo>
                  <a:lnTo>
                    <a:pt x="570" y="168"/>
                  </a:lnTo>
                  <a:lnTo>
                    <a:pt x="578" y="186"/>
                  </a:lnTo>
                  <a:lnTo>
                    <a:pt x="585" y="204"/>
                  </a:lnTo>
                  <a:lnTo>
                    <a:pt x="591" y="222"/>
                  </a:lnTo>
                  <a:lnTo>
                    <a:pt x="595" y="241"/>
                  </a:lnTo>
                  <a:lnTo>
                    <a:pt x="598" y="260"/>
                  </a:lnTo>
                  <a:lnTo>
                    <a:pt x="600" y="280"/>
                  </a:lnTo>
                  <a:lnTo>
                    <a:pt x="601" y="30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sp>
        <p:nvSpPr>
          <p:cNvPr id="97" name=""/>
          <p:cNvSpPr/>
          <p:nvPr/>
        </p:nvSpPr>
        <p:spPr>
          <a:xfrm>
            <a:off x="0" y="3690000"/>
            <a:ext cx="104760" cy="1980360"/>
          </a:xfrm>
          <a:custGeom>
            <a:avLst/>
            <a:gdLst>
              <a:gd name="textAreaLeft" fmla="*/ 0 w 104760"/>
              <a:gd name="textAreaRight" fmla="*/ 108360 w 104760"/>
              <a:gd name="textAreaTop" fmla="*/ 0 h 1980360"/>
              <a:gd name="textAreaBottom" fmla="*/ 1983960 h 1980360"/>
            </a:gdLst>
            <a:ahLst/>
            <a:cxnLst/>
            <a:rect l="textAreaLeft" t="textAreaTop" r="textAreaRight" b="textAreaBottom"/>
            <a:pathLst>
              <a:path w="301" h="5511">
                <a:moveTo>
                  <a:pt x="0" y="0"/>
                </a:moveTo>
                <a:lnTo>
                  <a:pt x="301" y="0"/>
                </a:lnTo>
                <a:lnTo>
                  <a:pt x="301" y="5511"/>
                </a:lnTo>
                <a:lnTo>
                  <a:pt x="0" y="5511"/>
                </a:lnTo>
                <a:lnTo>
                  <a:pt x="0" y="0"/>
                </a:lnTo>
                <a:close/>
              </a:path>
            </a:pathLst>
          </a:custGeom>
          <a:solidFill>
            <a:srgbClr val="000000"/>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98" name=""/>
          <p:cNvSpPr/>
          <p:nvPr/>
        </p:nvSpPr>
        <p:spPr>
          <a:xfrm>
            <a:off x="9972000" y="0"/>
            <a:ext cx="104760" cy="1976760"/>
          </a:xfrm>
          <a:custGeom>
            <a:avLst/>
            <a:gdLst>
              <a:gd name="textAreaLeft" fmla="*/ 0 w 104760"/>
              <a:gd name="textAreaRight" fmla="*/ 108360 w 104760"/>
              <a:gd name="textAreaTop" fmla="*/ 0 h 1976760"/>
              <a:gd name="textAreaBottom" fmla="*/ 1980360 h 1976760"/>
            </a:gdLst>
            <a:ahLst/>
            <a:cxnLst/>
            <a:rect l="textAreaLeft" t="textAreaTop" r="textAreaRight" b="textAreaBottom"/>
            <a:pathLst>
              <a:path w="301" h="5501">
                <a:moveTo>
                  <a:pt x="0" y="0"/>
                </a:moveTo>
                <a:lnTo>
                  <a:pt x="301" y="0"/>
                </a:lnTo>
                <a:lnTo>
                  <a:pt x="301" y="5501"/>
                </a:lnTo>
                <a:lnTo>
                  <a:pt x="0" y="5501"/>
                </a:lnTo>
                <a:lnTo>
                  <a:pt x="0" y="0"/>
                </a:lnTo>
                <a:close/>
              </a:path>
            </a:pathLst>
          </a:custGeom>
          <a:solidFill>
            <a:srgbClr val="000000"/>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99" name="PlaceHolder 1"/>
          <p:cNvSpPr>
            <a:spLocks noGrp="1"/>
          </p:cNvSpPr>
          <p:nvPr>
            <p:ph type="title"/>
          </p:nvPr>
        </p:nvSpPr>
        <p:spPr>
          <a:xfrm>
            <a:off x="4320000" y="1800000"/>
            <a:ext cx="5036400" cy="716400"/>
          </a:xfrm>
          <a:prstGeom prst="rect">
            <a:avLst/>
          </a:prstGeom>
          <a:noFill/>
          <a:ln w="0">
            <a:noFill/>
          </a:ln>
        </p:spPr>
        <p:txBody>
          <a:bodyPr lIns="0" rIns="0" tIns="0" bIns="0" anchor="ctr">
            <a:normAutofit/>
          </a:bodyPr>
          <a:p>
            <a:pPr indent="0">
              <a:lnSpc>
                <a:spcPct val="100000"/>
              </a:lnSpc>
              <a:buNone/>
              <a:tabLst>
                <a:tab algn="l" pos="0"/>
              </a:tabLst>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00"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01" name="PlaceHolder 3"/>
          <p:cNvSpPr>
            <a:spLocks noGrp="1"/>
          </p:cNvSpPr>
          <p:nvPr>
            <p:ph type="ftr" idx="4"/>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102" name="PlaceHolder 4"/>
          <p:cNvSpPr>
            <a:spLocks noGrp="1"/>
          </p:cNvSpPr>
          <p:nvPr>
            <p:ph type="sldNum" idx="5"/>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022AC584-A16C-4EB6-9A1B-6EE5704D4F5C}"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103" name="PlaceHolder 5"/>
          <p:cNvSpPr>
            <a:spLocks noGrp="1"/>
          </p:cNvSpPr>
          <p:nvPr>
            <p:ph type="dt" idx="6"/>
          </p:nvPr>
        </p:nvSpPr>
        <p:spPr>
          <a:xfrm>
            <a:off x="504000" y="5328000"/>
            <a:ext cx="2343600" cy="239040"/>
          </a:xfrm>
          <a:prstGeom prst="rect">
            <a:avLst/>
          </a:prstGeom>
          <a:noFill/>
          <a:ln w="0">
            <a:noFill/>
          </a:ln>
        </p:spPr>
        <p:txBody>
          <a:bodyPr lIns="0" rIns="0" tIns="0" bIns="0" anchor="t">
            <a:noAutofit/>
          </a:bodyPr>
          <a:lstStyle>
            <a:lvl1pPr indent="0">
              <a:lnSpc>
                <a:spcPct val="100000"/>
              </a:lnSpc>
              <a:buNone/>
              <a:tabLst>
                <a:tab algn="l" pos="0"/>
              </a:tabLst>
              <a:defRPr b="0" lang="en-GB" sz="1400" strike="noStrike" u="none">
                <a:solidFill>
                  <a:srgbClr val="000000"/>
                </a:solidFill>
                <a:effectLst/>
                <a:uFillTx/>
                <a:latin typeface="Times New Roman"/>
              </a:defRPr>
            </a:lvl1pPr>
          </a:lstStyle>
          <a:p>
            <a:pPr indent="0">
              <a:lnSpc>
                <a:spcPct val="100000"/>
              </a:lnSpc>
              <a:buNone/>
              <a:tabLst>
                <a:tab algn="l" pos="0"/>
              </a:tabLst>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scription">
    <p:spTree>
      <p:nvGrpSpPr>
        <p:cNvPr id="1" name=""/>
        <p:cNvGrpSpPr/>
        <p:nvPr/>
      </p:nvGrpSpPr>
      <p:grpSpPr>
        <a:xfrm>
          <a:off x="0" y="0"/>
          <a:ext cx="0" cy="0"/>
          <a:chOff x="0" y="0"/>
          <a:chExt cx="0" cy="0"/>
        </a:xfrm>
      </p:grpSpPr>
      <p:sp>
        <p:nvSpPr>
          <p:cNvPr id="141" name="PlaceHolder 1"/>
          <p:cNvSpPr>
            <a:spLocks noGrp="1"/>
          </p:cNvSpPr>
          <p:nvPr>
            <p:ph type="title"/>
          </p:nvPr>
        </p:nvSpPr>
        <p:spPr>
          <a:xfrm>
            <a:off x="4320000" y="1843920"/>
            <a:ext cx="5036400" cy="625320"/>
          </a:xfrm>
          <a:prstGeom prst="rect">
            <a:avLst/>
          </a:prstGeom>
          <a:noFill/>
          <a:ln w="0">
            <a:noFill/>
          </a:ln>
        </p:spPr>
        <p:txBody>
          <a:bodyPr lIns="0" rIns="0" tIns="0" bIns="0" anchor="ctr">
            <a:spAutoFit/>
          </a:bodyPr>
          <a:p>
            <a:pPr indent="0" algn="ctr">
              <a:buNone/>
            </a:pPr>
            <a:endParaRPr b="0" lang="en-GB" sz="4400" strike="noStrike" u="none">
              <a:solidFill>
                <a:srgbClr val="000000"/>
              </a:solidFill>
              <a:effectLst/>
              <a:uFillTx/>
              <a:latin typeface="Arial"/>
            </a:endParaRPr>
          </a:p>
        </p:txBody>
      </p:sp>
      <p:sp>
        <p:nvSpPr>
          <p:cNvPr id="142" name="PlaceHolder 2"/>
          <p:cNvSpPr>
            <a:spLocks noGrp="1"/>
          </p:cNvSpPr>
          <p:nvPr>
            <p:ph/>
          </p:nvPr>
        </p:nvSpPr>
        <p:spPr>
          <a:xfrm>
            <a:off x="4320000" y="2880000"/>
            <a:ext cx="5036400" cy="1796400"/>
          </a:xfrm>
          <a:prstGeom prst="rect">
            <a:avLst/>
          </a:prstGeom>
          <a:noFill/>
          <a:ln w="0">
            <a:noFill/>
          </a:ln>
        </p:spPr>
        <p:txBody>
          <a:bodyPr lIns="0" rIns="0" tIns="0" bIns="0" anchor="t">
            <a:normAutofit/>
          </a:bodyPr>
          <a:p>
            <a:pPr indent="0">
              <a:spcBef>
                <a:spcPts val="1417"/>
              </a:spcBef>
              <a:buNone/>
            </a:pPr>
            <a:endParaRPr b="0" lang="en-GB"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92C745C-4CF0-497B-B139-234005F0BC03}" type="slidenum">
              <a:t>&lt;#&gt;</a:t>
            </a:fld>
          </a:p>
        </p:txBody>
      </p:sp>
      <p:sp>
        <p:nvSpPr>
          <p:cNvPr id="6" name="PlaceHolder 5"/>
          <p:cNvSpPr>
            <a:spLocks noGrp="1"/>
          </p:cNvSpPr>
          <p:nvPr>
            <p:ph type="dt" idx="9"/>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Contents">
    <p:spTree>
      <p:nvGrpSpPr>
        <p:cNvPr id="1" name=""/>
        <p:cNvGrpSpPr/>
        <p:nvPr/>
      </p:nvGrpSpPr>
      <p:grpSpPr>
        <a:xfrm>
          <a:off x="0" y="0"/>
          <a:ext cx="0" cy="0"/>
          <a:chOff x="0" y="0"/>
          <a:chExt cx="0" cy="0"/>
        </a:xfrm>
      </p:grpSpPr>
      <p:sp>
        <p:nvSpPr>
          <p:cNvPr id="143" name=""/>
          <p:cNvSpPr/>
          <p:nvPr/>
        </p:nvSpPr>
        <p:spPr>
          <a:xfrm>
            <a:off x="0" y="0"/>
            <a:ext cx="10076760" cy="5666760"/>
          </a:xfrm>
          <a:custGeom>
            <a:avLst/>
            <a:gdLst>
              <a:gd name="textAreaLeft" fmla="*/ 0 w 10076760"/>
              <a:gd name="textAreaRight" fmla="*/ 10080360 w 10076760"/>
              <a:gd name="textAreaTop" fmla="*/ 0 h 5666760"/>
              <a:gd name="textAreaBottom" fmla="*/ 5670360 h 5666760"/>
            </a:gdLst>
            <a:ahLst/>
            <a:cxnLst/>
            <a:rect l="textAreaLeft" t="textAreaTop" r="textAreaRight" b="textAreaBottom"/>
            <a:pathLst>
              <a:path w="28001" h="15751">
                <a:moveTo>
                  <a:pt x="1000" y="600"/>
                </a:moveTo>
                <a:lnTo>
                  <a:pt x="1000" y="15151"/>
                </a:lnTo>
                <a:lnTo>
                  <a:pt x="27001" y="15151"/>
                </a:lnTo>
                <a:lnTo>
                  <a:pt x="27001" y="600"/>
                </a:lnTo>
                <a:lnTo>
                  <a:pt x="1000" y="600"/>
                </a:lnTo>
                <a:moveTo>
                  <a:pt x="14001" y="15751"/>
                </a:moveTo>
                <a:lnTo>
                  <a:pt x="0" y="15751"/>
                </a:lnTo>
                <a:lnTo>
                  <a:pt x="0" y="0"/>
                </a:lnTo>
                <a:lnTo>
                  <a:pt x="28001" y="0"/>
                </a:lnTo>
                <a:lnTo>
                  <a:pt x="28001" y="15751"/>
                </a:lnTo>
                <a:lnTo>
                  <a:pt x="14001" y="15751"/>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144" name=""/>
          <p:cNvGrpSpPr/>
          <p:nvPr/>
        </p:nvGrpSpPr>
        <p:grpSpPr>
          <a:xfrm>
            <a:off x="4304520" y="277920"/>
            <a:ext cx="5131440" cy="4218840"/>
            <a:chOff x="4304520" y="277920"/>
            <a:chExt cx="5131440" cy="4218840"/>
          </a:xfrm>
        </p:grpSpPr>
        <p:sp>
          <p:nvSpPr>
            <p:cNvPr id="145" name=""/>
            <p:cNvSpPr/>
            <p:nvPr/>
          </p:nvSpPr>
          <p:spPr>
            <a:xfrm flipH="1">
              <a:off x="4558320" y="315000"/>
              <a:ext cx="196920" cy="1227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46" name=""/>
            <p:cNvSpPr/>
            <p:nvPr/>
          </p:nvSpPr>
          <p:spPr>
            <a:xfrm>
              <a:off x="4595400" y="277920"/>
              <a:ext cx="122760" cy="1965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47" name=""/>
            <p:cNvSpPr/>
            <p:nvPr/>
          </p:nvSpPr>
          <p:spPr>
            <a:xfrm>
              <a:off x="4304520" y="4309920"/>
              <a:ext cx="186840" cy="186840"/>
            </a:xfrm>
            <a:custGeom>
              <a:avLst/>
              <a:gdLst>
                <a:gd name="textAreaLeft" fmla="*/ 0 w 186840"/>
                <a:gd name="textAreaRight" fmla="*/ 190440 w 186840"/>
                <a:gd name="textAreaTop" fmla="*/ 0 h 186840"/>
                <a:gd name="textAreaBottom" fmla="*/ 190440 h 186840"/>
              </a:gdLst>
              <a:ahLst/>
              <a:cxnLst/>
              <a:rect l="textAreaLeft" t="textAreaTop" r="textAreaRight" b="textAreaBottom"/>
              <a:pathLst>
                <a:path w="529" h="529">
                  <a:moveTo>
                    <a:pt x="529" y="265"/>
                  </a:moveTo>
                  <a:lnTo>
                    <a:pt x="528" y="283"/>
                  </a:lnTo>
                  <a:lnTo>
                    <a:pt x="527" y="300"/>
                  </a:lnTo>
                  <a:lnTo>
                    <a:pt x="524" y="317"/>
                  </a:lnTo>
                  <a:lnTo>
                    <a:pt x="520" y="333"/>
                  </a:lnTo>
                  <a:lnTo>
                    <a:pt x="516" y="349"/>
                  </a:lnTo>
                  <a:lnTo>
                    <a:pt x="510" y="365"/>
                  </a:lnTo>
                  <a:lnTo>
                    <a:pt x="502" y="381"/>
                  </a:lnTo>
                  <a:lnTo>
                    <a:pt x="494" y="397"/>
                  </a:lnTo>
                  <a:lnTo>
                    <a:pt x="485" y="412"/>
                  </a:lnTo>
                  <a:lnTo>
                    <a:pt x="475" y="426"/>
                  </a:lnTo>
                  <a:lnTo>
                    <a:pt x="464" y="439"/>
                  </a:lnTo>
                  <a:lnTo>
                    <a:pt x="452" y="452"/>
                  </a:lnTo>
                  <a:lnTo>
                    <a:pt x="440" y="463"/>
                  </a:lnTo>
                  <a:lnTo>
                    <a:pt x="426" y="474"/>
                  </a:lnTo>
                  <a:lnTo>
                    <a:pt x="412" y="484"/>
                  </a:lnTo>
                  <a:lnTo>
                    <a:pt x="397" y="493"/>
                  </a:lnTo>
                  <a:lnTo>
                    <a:pt x="381" y="502"/>
                  </a:lnTo>
                  <a:lnTo>
                    <a:pt x="365" y="509"/>
                  </a:lnTo>
                  <a:lnTo>
                    <a:pt x="350" y="515"/>
                  </a:lnTo>
                  <a:lnTo>
                    <a:pt x="333" y="520"/>
                  </a:lnTo>
                  <a:lnTo>
                    <a:pt x="317" y="524"/>
                  </a:lnTo>
                  <a:lnTo>
                    <a:pt x="300" y="527"/>
                  </a:lnTo>
                  <a:lnTo>
                    <a:pt x="283" y="528"/>
                  </a:lnTo>
                  <a:lnTo>
                    <a:pt x="265" y="529"/>
                  </a:lnTo>
                  <a:lnTo>
                    <a:pt x="247" y="528"/>
                  </a:lnTo>
                  <a:lnTo>
                    <a:pt x="230" y="527"/>
                  </a:lnTo>
                  <a:lnTo>
                    <a:pt x="213" y="524"/>
                  </a:lnTo>
                  <a:lnTo>
                    <a:pt x="196" y="520"/>
                  </a:lnTo>
                  <a:lnTo>
                    <a:pt x="180" y="515"/>
                  </a:lnTo>
                  <a:lnTo>
                    <a:pt x="164" y="509"/>
                  </a:lnTo>
                  <a:lnTo>
                    <a:pt x="148" y="502"/>
                  </a:lnTo>
                  <a:lnTo>
                    <a:pt x="132" y="493"/>
                  </a:lnTo>
                  <a:lnTo>
                    <a:pt x="117" y="484"/>
                  </a:lnTo>
                  <a:lnTo>
                    <a:pt x="103" y="474"/>
                  </a:lnTo>
                  <a:lnTo>
                    <a:pt x="89" y="463"/>
                  </a:lnTo>
                  <a:lnTo>
                    <a:pt x="77" y="452"/>
                  </a:lnTo>
                  <a:lnTo>
                    <a:pt x="65" y="439"/>
                  </a:lnTo>
                  <a:lnTo>
                    <a:pt x="55" y="426"/>
                  </a:lnTo>
                  <a:lnTo>
                    <a:pt x="44" y="412"/>
                  </a:lnTo>
                  <a:lnTo>
                    <a:pt x="35" y="397"/>
                  </a:lnTo>
                  <a:lnTo>
                    <a:pt x="26" y="381"/>
                  </a:lnTo>
                  <a:lnTo>
                    <a:pt x="19" y="365"/>
                  </a:lnTo>
                  <a:lnTo>
                    <a:pt x="13" y="350"/>
                  </a:lnTo>
                  <a:lnTo>
                    <a:pt x="8" y="333"/>
                  </a:lnTo>
                  <a:lnTo>
                    <a:pt x="5" y="317"/>
                  </a:lnTo>
                  <a:lnTo>
                    <a:pt x="2" y="300"/>
                  </a:lnTo>
                  <a:lnTo>
                    <a:pt x="0" y="283"/>
                  </a:lnTo>
                  <a:lnTo>
                    <a:pt x="0" y="265"/>
                  </a:lnTo>
                  <a:lnTo>
                    <a:pt x="0" y="247"/>
                  </a:lnTo>
                  <a:lnTo>
                    <a:pt x="2" y="230"/>
                  </a:lnTo>
                  <a:lnTo>
                    <a:pt x="5" y="213"/>
                  </a:lnTo>
                  <a:lnTo>
                    <a:pt x="8" y="196"/>
                  </a:lnTo>
                  <a:lnTo>
                    <a:pt x="13" y="180"/>
                  </a:lnTo>
                  <a:lnTo>
                    <a:pt x="19" y="164"/>
                  </a:lnTo>
                  <a:lnTo>
                    <a:pt x="26" y="148"/>
                  </a:lnTo>
                  <a:lnTo>
                    <a:pt x="35" y="132"/>
                  </a:lnTo>
                  <a:lnTo>
                    <a:pt x="44" y="117"/>
                  </a:lnTo>
                  <a:lnTo>
                    <a:pt x="55" y="103"/>
                  </a:lnTo>
                  <a:lnTo>
                    <a:pt x="65" y="89"/>
                  </a:lnTo>
                  <a:lnTo>
                    <a:pt x="77" y="77"/>
                  </a:lnTo>
                  <a:lnTo>
                    <a:pt x="89" y="66"/>
                  </a:lnTo>
                  <a:lnTo>
                    <a:pt x="103" y="55"/>
                  </a:lnTo>
                  <a:lnTo>
                    <a:pt x="117" y="45"/>
                  </a:lnTo>
                  <a:lnTo>
                    <a:pt x="132" y="36"/>
                  </a:lnTo>
                  <a:lnTo>
                    <a:pt x="148" y="27"/>
                  </a:lnTo>
                  <a:lnTo>
                    <a:pt x="164" y="20"/>
                  </a:lnTo>
                  <a:lnTo>
                    <a:pt x="180" y="14"/>
                  </a:lnTo>
                  <a:lnTo>
                    <a:pt x="196" y="9"/>
                  </a:lnTo>
                  <a:lnTo>
                    <a:pt x="212" y="5"/>
                  </a:lnTo>
                  <a:lnTo>
                    <a:pt x="229" y="2"/>
                  </a:lnTo>
                  <a:lnTo>
                    <a:pt x="247" y="1"/>
                  </a:lnTo>
                  <a:lnTo>
                    <a:pt x="265" y="0"/>
                  </a:lnTo>
                  <a:lnTo>
                    <a:pt x="283" y="1"/>
                  </a:lnTo>
                  <a:lnTo>
                    <a:pt x="300" y="2"/>
                  </a:lnTo>
                  <a:lnTo>
                    <a:pt x="317" y="5"/>
                  </a:lnTo>
                  <a:lnTo>
                    <a:pt x="333" y="9"/>
                  </a:lnTo>
                  <a:lnTo>
                    <a:pt x="349" y="14"/>
                  </a:lnTo>
                  <a:lnTo>
                    <a:pt x="365" y="20"/>
                  </a:lnTo>
                  <a:lnTo>
                    <a:pt x="381" y="27"/>
                  </a:lnTo>
                  <a:lnTo>
                    <a:pt x="397" y="36"/>
                  </a:lnTo>
                  <a:lnTo>
                    <a:pt x="412" y="45"/>
                  </a:lnTo>
                  <a:lnTo>
                    <a:pt x="426" y="55"/>
                  </a:lnTo>
                  <a:lnTo>
                    <a:pt x="440" y="66"/>
                  </a:lnTo>
                  <a:lnTo>
                    <a:pt x="452" y="77"/>
                  </a:lnTo>
                  <a:lnTo>
                    <a:pt x="464" y="89"/>
                  </a:lnTo>
                  <a:lnTo>
                    <a:pt x="475" y="103"/>
                  </a:lnTo>
                  <a:lnTo>
                    <a:pt x="485" y="117"/>
                  </a:lnTo>
                  <a:lnTo>
                    <a:pt x="494" y="132"/>
                  </a:lnTo>
                  <a:lnTo>
                    <a:pt x="502" y="148"/>
                  </a:lnTo>
                  <a:lnTo>
                    <a:pt x="510" y="164"/>
                  </a:lnTo>
                  <a:lnTo>
                    <a:pt x="516" y="180"/>
                  </a:lnTo>
                  <a:lnTo>
                    <a:pt x="520" y="196"/>
                  </a:lnTo>
                  <a:lnTo>
                    <a:pt x="524" y="213"/>
                  </a:lnTo>
                  <a:lnTo>
                    <a:pt x="527" y="230"/>
                  </a:lnTo>
                  <a:lnTo>
                    <a:pt x="528" y="247"/>
                  </a:lnTo>
                  <a:lnTo>
                    <a:pt x="529"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48" name=""/>
            <p:cNvSpPr/>
            <p:nvPr/>
          </p:nvSpPr>
          <p:spPr>
            <a:xfrm>
              <a:off x="6459840" y="1847160"/>
              <a:ext cx="164520" cy="176760"/>
            </a:xfrm>
            <a:custGeom>
              <a:avLst/>
              <a:gdLst>
                <a:gd name="textAreaLeft" fmla="*/ 0 w 164520"/>
                <a:gd name="textAreaRight" fmla="*/ 168120 w 164520"/>
                <a:gd name="textAreaTop" fmla="*/ 0 h 176760"/>
                <a:gd name="textAreaBottom" fmla="*/ 180360 h 176760"/>
              </a:gdLst>
              <a:ahLst/>
              <a:cxnLst/>
              <a:rect l="textAreaLeft" t="textAreaTop" r="textAreaRight" b="textAreaBottom"/>
              <a:pathLst>
                <a:path w="467" h="501">
                  <a:moveTo>
                    <a:pt x="0" y="229"/>
                  </a:moveTo>
                  <a:lnTo>
                    <a:pt x="404" y="501"/>
                  </a:lnTo>
                  <a:lnTo>
                    <a:pt x="467" y="0"/>
                  </a:lnTo>
                  <a:lnTo>
                    <a:pt x="0" y="229"/>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49" name=""/>
            <p:cNvSpPr/>
            <p:nvPr/>
          </p:nvSpPr>
          <p:spPr>
            <a:xfrm>
              <a:off x="9315000" y="873000"/>
              <a:ext cx="58320" cy="18288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50" name=""/>
            <p:cNvSpPr/>
            <p:nvPr/>
          </p:nvSpPr>
          <p:spPr>
            <a:xfrm flipV="1">
              <a:off x="9252720" y="935280"/>
              <a:ext cx="183240" cy="5832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151" name=""/>
          <p:cNvGrpSpPr/>
          <p:nvPr/>
        </p:nvGrpSpPr>
        <p:grpSpPr>
          <a:xfrm>
            <a:off x="432360" y="2833920"/>
            <a:ext cx="2343240" cy="2545920"/>
            <a:chOff x="432360" y="2833920"/>
            <a:chExt cx="2343240" cy="2545920"/>
          </a:xfrm>
        </p:grpSpPr>
        <p:sp>
          <p:nvSpPr>
            <p:cNvPr id="152" name=""/>
            <p:cNvSpPr/>
            <p:nvPr/>
          </p:nvSpPr>
          <p:spPr>
            <a:xfrm>
              <a:off x="977760" y="3434040"/>
              <a:ext cx="1356480" cy="1629360"/>
            </a:xfrm>
            <a:custGeom>
              <a:avLst/>
              <a:gdLst>
                <a:gd name="textAreaLeft" fmla="*/ 0 w 1356480"/>
                <a:gd name="textAreaRight" fmla="*/ 1360080 w 1356480"/>
                <a:gd name="textAreaTop" fmla="*/ 0 h 1629360"/>
                <a:gd name="textAreaBottom" fmla="*/ 1632960 h 1629360"/>
              </a:gdLst>
              <a:ahLst/>
              <a:cxnLst/>
              <a:rect l="textAreaLeft" t="textAreaTop" r="textAreaRight" b="textAreaBottom"/>
              <a:pathLst>
                <a:path w="3778" h="4536">
                  <a:moveTo>
                    <a:pt x="1889" y="0"/>
                  </a:moveTo>
                  <a:lnTo>
                    <a:pt x="1889" y="0"/>
                  </a:lnTo>
                  <a:lnTo>
                    <a:pt x="1889" y="0"/>
                  </a:lnTo>
                  <a:lnTo>
                    <a:pt x="1761" y="4"/>
                  </a:lnTo>
                  <a:lnTo>
                    <a:pt x="1637" y="15"/>
                  </a:lnTo>
                  <a:lnTo>
                    <a:pt x="1517" y="34"/>
                  </a:lnTo>
                  <a:lnTo>
                    <a:pt x="1399" y="61"/>
                  </a:lnTo>
                  <a:lnTo>
                    <a:pt x="1284" y="96"/>
                  </a:lnTo>
                  <a:lnTo>
                    <a:pt x="1171" y="139"/>
                  </a:lnTo>
                  <a:lnTo>
                    <a:pt x="1058" y="191"/>
                  </a:lnTo>
                  <a:lnTo>
                    <a:pt x="945" y="252"/>
                  </a:lnTo>
                  <a:lnTo>
                    <a:pt x="836" y="319"/>
                  </a:lnTo>
                  <a:lnTo>
                    <a:pt x="734" y="391"/>
                  </a:lnTo>
                  <a:lnTo>
                    <a:pt x="639" y="467"/>
                  </a:lnTo>
                  <a:lnTo>
                    <a:pt x="551" y="549"/>
                  </a:lnTo>
                  <a:lnTo>
                    <a:pt x="469" y="637"/>
                  </a:lnTo>
                  <a:lnTo>
                    <a:pt x="392" y="732"/>
                  </a:lnTo>
                  <a:lnTo>
                    <a:pt x="320" y="833"/>
                  </a:lnTo>
                  <a:lnTo>
                    <a:pt x="253" y="942"/>
                  </a:lnTo>
                  <a:lnTo>
                    <a:pt x="192" y="1054"/>
                  </a:lnTo>
                  <a:lnTo>
                    <a:pt x="140" y="1167"/>
                  </a:lnTo>
                  <a:lnTo>
                    <a:pt x="97" y="1281"/>
                  </a:lnTo>
                  <a:lnTo>
                    <a:pt x="61" y="1395"/>
                  </a:lnTo>
                  <a:lnTo>
                    <a:pt x="34" y="1513"/>
                  </a:lnTo>
                  <a:lnTo>
                    <a:pt x="15" y="1633"/>
                  </a:lnTo>
                  <a:lnTo>
                    <a:pt x="4" y="1756"/>
                  </a:lnTo>
                  <a:lnTo>
                    <a:pt x="0" y="1884"/>
                  </a:lnTo>
                  <a:lnTo>
                    <a:pt x="0" y="1884"/>
                  </a:lnTo>
                  <a:lnTo>
                    <a:pt x="0" y="1884"/>
                  </a:lnTo>
                  <a:lnTo>
                    <a:pt x="4" y="2011"/>
                  </a:lnTo>
                  <a:lnTo>
                    <a:pt x="16" y="2135"/>
                  </a:lnTo>
                  <a:lnTo>
                    <a:pt x="35" y="2254"/>
                  </a:lnTo>
                  <a:lnTo>
                    <a:pt x="62" y="2371"/>
                  </a:lnTo>
                  <a:lnTo>
                    <a:pt x="97" y="2486"/>
                  </a:lnTo>
                  <a:lnTo>
                    <a:pt x="141" y="2599"/>
                  </a:lnTo>
                  <a:lnTo>
                    <a:pt x="193" y="2711"/>
                  </a:lnTo>
                  <a:lnTo>
                    <a:pt x="253" y="2823"/>
                  </a:lnTo>
                  <a:lnTo>
                    <a:pt x="320" y="2932"/>
                  </a:lnTo>
                  <a:lnTo>
                    <a:pt x="392" y="3033"/>
                  </a:lnTo>
                  <a:lnTo>
                    <a:pt x="469" y="3127"/>
                  </a:lnTo>
                  <a:lnTo>
                    <a:pt x="551" y="3215"/>
                  </a:lnTo>
                  <a:lnTo>
                    <a:pt x="640" y="3297"/>
                  </a:lnTo>
                  <a:lnTo>
                    <a:pt x="734" y="3374"/>
                  </a:lnTo>
                  <a:lnTo>
                    <a:pt x="836" y="3445"/>
                  </a:lnTo>
                  <a:lnTo>
                    <a:pt x="945" y="3513"/>
                  </a:lnTo>
                  <a:lnTo>
                    <a:pt x="1024" y="3556"/>
                  </a:lnTo>
                  <a:lnTo>
                    <a:pt x="1101" y="3594"/>
                  </a:lnTo>
                  <a:lnTo>
                    <a:pt x="1181" y="3628"/>
                  </a:lnTo>
                  <a:lnTo>
                    <a:pt x="1266" y="3660"/>
                  </a:lnTo>
                  <a:lnTo>
                    <a:pt x="1266" y="3660"/>
                  </a:lnTo>
                  <a:lnTo>
                    <a:pt x="1266" y="3660"/>
                  </a:lnTo>
                  <a:lnTo>
                    <a:pt x="1266" y="3660"/>
                  </a:lnTo>
                  <a:lnTo>
                    <a:pt x="1265" y="3660"/>
                  </a:lnTo>
                  <a:lnTo>
                    <a:pt x="1265" y="3661"/>
                  </a:lnTo>
                  <a:lnTo>
                    <a:pt x="1265" y="3661"/>
                  </a:lnTo>
                  <a:lnTo>
                    <a:pt x="1265" y="3661"/>
                  </a:lnTo>
                  <a:lnTo>
                    <a:pt x="1265" y="3661"/>
                  </a:lnTo>
                  <a:lnTo>
                    <a:pt x="1265" y="3661"/>
                  </a:lnTo>
                  <a:lnTo>
                    <a:pt x="1265" y="3662"/>
                  </a:lnTo>
                  <a:lnTo>
                    <a:pt x="1265" y="3662"/>
                  </a:lnTo>
                  <a:lnTo>
                    <a:pt x="1265" y="4315"/>
                  </a:lnTo>
                  <a:lnTo>
                    <a:pt x="1266" y="4337"/>
                  </a:lnTo>
                  <a:lnTo>
                    <a:pt x="1269" y="4360"/>
                  </a:lnTo>
                  <a:lnTo>
                    <a:pt x="1275" y="4381"/>
                  </a:lnTo>
                  <a:lnTo>
                    <a:pt x="1282" y="4401"/>
                  </a:lnTo>
                  <a:lnTo>
                    <a:pt x="1292" y="4420"/>
                  </a:lnTo>
                  <a:lnTo>
                    <a:pt x="1303" y="4439"/>
                  </a:lnTo>
                  <a:lnTo>
                    <a:pt x="1316" y="4456"/>
                  </a:lnTo>
                  <a:lnTo>
                    <a:pt x="1330" y="4471"/>
                  </a:lnTo>
                  <a:lnTo>
                    <a:pt x="1346" y="4486"/>
                  </a:lnTo>
                  <a:lnTo>
                    <a:pt x="1363" y="4498"/>
                  </a:lnTo>
                  <a:lnTo>
                    <a:pt x="1381" y="4509"/>
                  </a:lnTo>
                  <a:lnTo>
                    <a:pt x="1400" y="4518"/>
                  </a:lnTo>
                  <a:lnTo>
                    <a:pt x="1421" y="4526"/>
                  </a:lnTo>
                  <a:lnTo>
                    <a:pt x="1442" y="4531"/>
                  </a:lnTo>
                  <a:lnTo>
                    <a:pt x="1464" y="4535"/>
                  </a:lnTo>
                  <a:lnTo>
                    <a:pt x="1487" y="4536"/>
                  </a:lnTo>
                  <a:lnTo>
                    <a:pt x="2291" y="4536"/>
                  </a:lnTo>
                  <a:lnTo>
                    <a:pt x="2314" y="4535"/>
                  </a:lnTo>
                  <a:lnTo>
                    <a:pt x="2336" y="4531"/>
                  </a:lnTo>
                  <a:lnTo>
                    <a:pt x="2357" y="4526"/>
                  </a:lnTo>
                  <a:lnTo>
                    <a:pt x="2377" y="4518"/>
                  </a:lnTo>
                  <a:lnTo>
                    <a:pt x="2397" y="4509"/>
                  </a:lnTo>
                  <a:lnTo>
                    <a:pt x="2415" y="4498"/>
                  </a:lnTo>
                  <a:lnTo>
                    <a:pt x="2432" y="4486"/>
                  </a:lnTo>
                  <a:lnTo>
                    <a:pt x="2448" y="4471"/>
                  </a:lnTo>
                  <a:lnTo>
                    <a:pt x="2462" y="4456"/>
                  </a:lnTo>
                  <a:lnTo>
                    <a:pt x="2475" y="4439"/>
                  </a:lnTo>
                  <a:lnTo>
                    <a:pt x="2486" y="4420"/>
                  </a:lnTo>
                  <a:lnTo>
                    <a:pt x="2496" y="4401"/>
                  </a:lnTo>
                  <a:lnTo>
                    <a:pt x="2503" y="4381"/>
                  </a:lnTo>
                  <a:lnTo>
                    <a:pt x="2508" y="4360"/>
                  </a:lnTo>
                  <a:lnTo>
                    <a:pt x="2512" y="4337"/>
                  </a:lnTo>
                  <a:lnTo>
                    <a:pt x="2513" y="4315"/>
                  </a:lnTo>
                  <a:lnTo>
                    <a:pt x="2513" y="3662"/>
                  </a:lnTo>
                  <a:lnTo>
                    <a:pt x="2513" y="3660"/>
                  </a:lnTo>
                  <a:lnTo>
                    <a:pt x="2513" y="3660"/>
                  </a:lnTo>
                  <a:lnTo>
                    <a:pt x="2597" y="3628"/>
                  </a:lnTo>
                  <a:lnTo>
                    <a:pt x="2677" y="3594"/>
                  </a:lnTo>
                  <a:lnTo>
                    <a:pt x="2754" y="3556"/>
                  </a:lnTo>
                  <a:lnTo>
                    <a:pt x="2833" y="3513"/>
                  </a:lnTo>
                  <a:lnTo>
                    <a:pt x="2942" y="3446"/>
                  </a:lnTo>
                  <a:lnTo>
                    <a:pt x="3044" y="3374"/>
                  </a:lnTo>
                  <a:lnTo>
                    <a:pt x="3139" y="3298"/>
                  </a:lnTo>
                  <a:lnTo>
                    <a:pt x="3227" y="3216"/>
                  </a:lnTo>
                  <a:lnTo>
                    <a:pt x="3309" y="3128"/>
                  </a:lnTo>
                  <a:lnTo>
                    <a:pt x="3386" y="3033"/>
                  </a:lnTo>
                  <a:lnTo>
                    <a:pt x="3458" y="2932"/>
                  </a:lnTo>
                  <a:lnTo>
                    <a:pt x="3525" y="2823"/>
                  </a:lnTo>
                  <a:lnTo>
                    <a:pt x="3585" y="2711"/>
                  </a:lnTo>
                  <a:lnTo>
                    <a:pt x="3637" y="2599"/>
                  </a:lnTo>
                  <a:lnTo>
                    <a:pt x="3681" y="2486"/>
                  </a:lnTo>
                  <a:lnTo>
                    <a:pt x="3716" y="2371"/>
                  </a:lnTo>
                  <a:lnTo>
                    <a:pt x="3743" y="2254"/>
                  </a:lnTo>
                  <a:lnTo>
                    <a:pt x="3762" y="2135"/>
                  </a:lnTo>
                  <a:lnTo>
                    <a:pt x="3774" y="2011"/>
                  </a:lnTo>
                  <a:lnTo>
                    <a:pt x="3778" y="1884"/>
                  </a:lnTo>
                  <a:lnTo>
                    <a:pt x="3778" y="1884"/>
                  </a:lnTo>
                  <a:lnTo>
                    <a:pt x="3778" y="1884"/>
                  </a:lnTo>
                  <a:lnTo>
                    <a:pt x="3774" y="1756"/>
                  </a:lnTo>
                  <a:lnTo>
                    <a:pt x="3763" y="1633"/>
                  </a:lnTo>
                  <a:lnTo>
                    <a:pt x="3744" y="1513"/>
                  </a:lnTo>
                  <a:lnTo>
                    <a:pt x="3717" y="1395"/>
                  </a:lnTo>
                  <a:lnTo>
                    <a:pt x="3681" y="1281"/>
                  </a:lnTo>
                  <a:lnTo>
                    <a:pt x="3638" y="1167"/>
                  </a:lnTo>
                  <a:lnTo>
                    <a:pt x="3586" y="1054"/>
                  </a:lnTo>
                  <a:lnTo>
                    <a:pt x="3525" y="942"/>
                  </a:lnTo>
                  <a:lnTo>
                    <a:pt x="3458" y="833"/>
                  </a:lnTo>
                  <a:lnTo>
                    <a:pt x="3386" y="732"/>
                  </a:lnTo>
                  <a:lnTo>
                    <a:pt x="3309" y="637"/>
                  </a:lnTo>
                  <a:lnTo>
                    <a:pt x="3227" y="549"/>
                  </a:lnTo>
                  <a:lnTo>
                    <a:pt x="3138" y="467"/>
                  </a:lnTo>
                  <a:lnTo>
                    <a:pt x="3044" y="391"/>
                  </a:lnTo>
                  <a:lnTo>
                    <a:pt x="2942" y="319"/>
                  </a:lnTo>
                  <a:lnTo>
                    <a:pt x="2833" y="252"/>
                  </a:lnTo>
                  <a:lnTo>
                    <a:pt x="2720" y="191"/>
                  </a:lnTo>
                  <a:lnTo>
                    <a:pt x="2607" y="139"/>
                  </a:lnTo>
                  <a:lnTo>
                    <a:pt x="2493" y="96"/>
                  </a:lnTo>
                  <a:lnTo>
                    <a:pt x="2378" y="61"/>
                  </a:lnTo>
                  <a:lnTo>
                    <a:pt x="2261" y="34"/>
                  </a:lnTo>
                  <a:lnTo>
                    <a:pt x="2141" y="15"/>
                  </a:lnTo>
                  <a:lnTo>
                    <a:pt x="2017" y="4"/>
                  </a:lnTo>
                  <a:lnTo>
                    <a:pt x="1889" y="0"/>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53" name=""/>
            <p:cNvSpPr/>
            <p:nvPr/>
          </p:nvSpPr>
          <p:spPr>
            <a:xfrm>
              <a:off x="1338840" y="5067000"/>
              <a:ext cx="634680" cy="155880"/>
            </a:xfrm>
            <a:custGeom>
              <a:avLst/>
              <a:gdLst>
                <a:gd name="textAreaLeft" fmla="*/ 0 w 634680"/>
                <a:gd name="textAreaRight" fmla="*/ 638280 w 634680"/>
                <a:gd name="textAreaTop" fmla="*/ 0 h 155880"/>
                <a:gd name="textAreaBottom" fmla="*/ 159480 h 155880"/>
              </a:gdLst>
              <a:ahLst/>
              <a:cxnLst/>
              <a:rect l="textAreaLeft" t="textAreaTop" r="textAreaRight" b="textAreaBottom"/>
              <a:pathLst>
                <a:path w="1773" h="443">
                  <a:moveTo>
                    <a:pt x="886" y="443"/>
                  </a:moveTo>
                  <a:lnTo>
                    <a:pt x="1551" y="443"/>
                  </a:lnTo>
                  <a:lnTo>
                    <a:pt x="1574" y="442"/>
                  </a:lnTo>
                  <a:lnTo>
                    <a:pt x="1596" y="439"/>
                  </a:lnTo>
                  <a:lnTo>
                    <a:pt x="1617" y="433"/>
                  </a:lnTo>
                  <a:lnTo>
                    <a:pt x="1637" y="426"/>
                  </a:lnTo>
                  <a:lnTo>
                    <a:pt x="1656" y="416"/>
                  </a:lnTo>
                  <a:lnTo>
                    <a:pt x="1675" y="405"/>
                  </a:lnTo>
                  <a:lnTo>
                    <a:pt x="1692" y="393"/>
                  </a:lnTo>
                  <a:lnTo>
                    <a:pt x="1708" y="378"/>
                  </a:lnTo>
                  <a:lnTo>
                    <a:pt x="1722" y="363"/>
                  </a:lnTo>
                  <a:lnTo>
                    <a:pt x="1735" y="346"/>
                  </a:lnTo>
                  <a:lnTo>
                    <a:pt x="1746" y="328"/>
                  </a:lnTo>
                  <a:lnTo>
                    <a:pt x="1755" y="308"/>
                  </a:lnTo>
                  <a:lnTo>
                    <a:pt x="1763" y="288"/>
                  </a:lnTo>
                  <a:lnTo>
                    <a:pt x="1768" y="267"/>
                  </a:lnTo>
                  <a:lnTo>
                    <a:pt x="1772" y="245"/>
                  </a:lnTo>
                  <a:lnTo>
                    <a:pt x="1773" y="222"/>
                  </a:lnTo>
                  <a:lnTo>
                    <a:pt x="1772" y="199"/>
                  </a:lnTo>
                  <a:lnTo>
                    <a:pt x="1768" y="177"/>
                  </a:lnTo>
                  <a:lnTo>
                    <a:pt x="1763" y="156"/>
                  </a:lnTo>
                  <a:lnTo>
                    <a:pt x="1755" y="136"/>
                  </a:lnTo>
                  <a:lnTo>
                    <a:pt x="1746" y="116"/>
                  </a:lnTo>
                  <a:lnTo>
                    <a:pt x="1735" y="98"/>
                  </a:lnTo>
                  <a:lnTo>
                    <a:pt x="1722" y="81"/>
                  </a:lnTo>
                  <a:lnTo>
                    <a:pt x="1708" y="65"/>
                  </a:lnTo>
                  <a:lnTo>
                    <a:pt x="1692" y="51"/>
                  </a:lnTo>
                  <a:lnTo>
                    <a:pt x="1675" y="38"/>
                  </a:lnTo>
                  <a:lnTo>
                    <a:pt x="1656" y="27"/>
                  </a:lnTo>
                  <a:lnTo>
                    <a:pt x="1637" y="17"/>
                  </a:lnTo>
                  <a:lnTo>
                    <a:pt x="1617" y="10"/>
                  </a:lnTo>
                  <a:lnTo>
                    <a:pt x="1596" y="5"/>
                  </a:lnTo>
                  <a:lnTo>
                    <a:pt x="1574" y="1"/>
                  </a:lnTo>
                  <a:lnTo>
                    <a:pt x="1551" y="0"/>
                  </a:lnTo>
                  <a:lnTo>
                    <a:pt x="221" y="0"/>
                  </a:lnTo>
                  <a:lnTo>
                    <a:pt x="198" y="1"/>
                  </a:lnTo>
                  <a:lnTo>
                    <a:pt x="176" y="5"/>
                  </a:lnTo>
                  <a:lnTo>
                    <a:pt x="155" y="10"/>
                  </a:lnTo>
                  <a:lnTo>
                    <a:pt x="135" y="17"/>
                  </a:lnTo>
                  <a:lnTo>
                    <a:pt x="116" y="27"/>
                  </a:lnTo>
                  <a:lnTo>
                    <a:pt x="97" y="38"/>
                  </a:lnTo>
                  <a:lnTo>
                    <a:pt x="80" y="51"/>
                  </a:lnTo>
                  <a:lnTo>
                    <a:pt x="65" y="65"/>
                  </a:lnTo>
                  <a:lnTo>
                    <a:pt x="50" y="81"/>
                  </a:lnTo>
                  <a:lnTo>
                    <a:pt x="38" y="98"/>
                  </a:lnTo>
                  <a:lnTo>
                    <a:pt x="27" y="116"/>
                  </a:lnTo>
                  <a:lnTo>
                    <a:pt x="17" y="136"/>
                  </a:lnTo>
                  <a:lnTo>
                    <a:pt x="10" y="156"/>
                  </a:lnTo>
                  <a:lnTo>
                    <a:pt x="4" y="177"/>
                  </a:lnTo>
                  <a:lnTo>
                    <a:pt x="1" y="199"/>
                  </a:lnTo>
                  <a:lnTo>
                    <a:pt x="0" y="222"/>
                  </a:lnTo>
                  <a:lnTo>
                    <a:pt x="1" y="245"/>
                  </a:lnTo>
                  <a:lnTo>
                    <a:pt x="4" y="267"/>
                  </a:lnTo>
                  <a:lnTo>
                    <a:pt x="10" y="288"/>
                  </a:lnTo>
                  <a:lnTo>
                    <a:pt x="17" y="308"/>
                  </a:lnTo>
                  <a:lnTo>
                    <a:pt x="27" y="328"/>
                  </a:lnTo>
                  <a:lnTo>
                    <a:pt x="38" y="346"/>
                  </a:lnTo>
                  <a:lnTo>
                    <a:pt x="50" y="363"/>
                  </a:lnTo>
                  <a:lnTo>
                    <a:pt x="65" y="378"/>
                  </a:lnTo>
                  <a:lnTo>
                    <a:pt x="80" y="393"/>
                  </a:lnTo>
                  <a:lnTo>
                    <a:pt x="97" y="405"/>
                  </a:lnTo>
                  <a:lnTo>
                    <a:pt x="116" y="416"/>
                  </a:lnTo>
                  <a:lnTo>
                    <a:pt x="135" y="426"/>
                  </a:lnTo>
                  <a:lnTo>
                    <a:pt x="155" y="433"/>
                  </a:lnTo>
                  <a:lnTo>
                    <a:pt x="176" y="439"/>
                  </a:lnTo>
                  <a:lnTo>
                    <a:pt x="198" y="442"/>
                  </a:lnTo>
                  <a:lnTo>
                    <a:pt x="221" y="443"/>
                  </a:lnTo>
                  <a:lnTo>
                    <a:pt x="886" y="443"/>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54" name=""/>
            <p:cNvSpPr/>
            <p:nvPr/>
          </p:nvSpPr>
          <p:spPr>
            <a:xfrm>
              <a:off x="1400400" y="5224320"/>
              <a:ext cx="511560" cy="155520"/>
            </a:xfrm>
            <a:custGeom>
              <a:avLst/>
              <a:gdLst>
                <a:gd name="textAreaLeft" fmla="*/ 0 w 511560"/>
                <a:gd name="textAreaRight" fmla="*/ 515160 w 511560"/>
                <a:gd name="textAreaTop" fmla="*/ 0 h 155520"/>
                <a:gd name="textAreaBottom" fmla="*/ 159120 h 155520"/>
              </a:gdLst>
              <a:ahLst/>
              <a:cxnLst/>
              <a:rect l="textAreaLeft" t="textAreaTop" r="textAreaRight" b="textAreaBottom"/>
              <a:pathLst>
                <a:path w="1431" h="442">
                  <a:moveTo>
                    <a:pt x="715" y="442"/>
                  </a:moveTo>
                  <a:lnTo>
                    <a:pt x="1209" y="442"/>
                  </a:lnTo>
                  <a:lnTo>
                    <a:pt x="1232" y="441"/>
                  </a:lnTo>
                  <a:lnTo>
                    <a:pt x="1254" y="437"/>
                  </a:lnTo>
                  <a:lnTo>
                    <a:pt x="1275" y="432"/>
                  </a:lnTo>
                  <a:lnTo>
                    <a:pt x="1295" y="425"/>
                  </a:lnTo>
                  <a:lnTo>
                    <a:pt x="1315" y="415"/>
                  </a:lnTo>
                  <a:lnTo>
                    <a:pt x="1333" y="404"/>
                  </a:lnTo>
                  <a:lnTo>
                    <a:pt x="1350" y="391"/>
                  </a:lnTo>
                  <a:lnTo>
                    <a:pt x="1366" y="377"/>
                  </a:lnTo>
                  <a:lnTo>
                    <a:pt x="1380" y="362"/>
                  </a:lnTo>
                  <a:lnTo>
                    <a:pt x="1393" y="345"/>
                  </a:lnTo>
                  <a:lnTo>
                    <a:pt x="1404" y="326"/>
                  </a:lnTo>
                  <a:lnTo>
                    <a:pt x="1413" y="307"/>
                  </a:lnTo>
                  <a:lnTo>
                    <a:pt x="1421" y="287"/>
                  </a:lnTo>
                  <a:lnTo>
                    <a:pt x="1426" y="266"/>
                  </a:lnTo>
                  <a:lnTo>
                    <a:pt x="1430" y="244"/>
                  </a:lnTo>
                  <a:lnTo>
                    <a:pt x="1431" y="221"/>
                  </a:lnTo>
                  <a:lnTo>
                    <a:pt x="1431" y="221"/>
                  </a:lnTo>
                  <a:lnTo>
                    <a:pt x="1430" y="198"/>
                  </a:lnTo>
                  <a:lnTo>
                    <a:pt x="1426" y="176"/>
                  </a:lnTo>
                  <a:lnTo>
                    <a:pt x="1421" y="155"/>
                  </a:lnTo>
                  <a:lnTo>
                    <a:pt x="1413" y="135"/>
                  </a:lnTo>
                  <a:lnTo>
                    <a:pt x="1404" y="116"/>
                  </a:lnTo>
                  <a:lnTo>
                    <a:pt x="1393" y="97"/>
                  </a:lnTo>
                  <a:lnTo>
                    <a:pt x="1380" y="80"/>
                  </a:lnTo>
                  <a:lnTo>
                    <a:pt x="1366" y="65"/>
                  </a:lnTo>
                  <a:lnTo>
                    <a:pt x="1350" y="50"/>
                  </a:lnTo>
                  <a:lnTo>
                    <a:pt x="1333" y="38"/>
                  </a:lnTo>
                  <a:lnTo>
                    <a:pt x="1315" y="27"/>
                  </a:lnTo>
                  <a:lnTo>
                    <a:pt x="1295" y="17"/>
                  </a:lnTo>
                  <a:lnTo>
                    <a:pt x="1275" y="10"/>
                  </a:lnTo>
                  <a:lnTo>
                    <a:pt x="1254" y="4"/>
                  </a:lnTo>
                  <a:lnTo>
                    <a:pt x="1232" y="1"/>
                  </a:lnTo>
                  <a:lnTo>
                    <a:pt x="1209" y="0"/>
                  </a:lnTo>
                  <a:lnTo>
                    <a:pt x="221" y="0"/>
                  </a:lnTo>
                  <a:lnTo>
                    <a:pt x="198" y="1"/>
                  </a:lnTo>
                  <a:lnTo>
                    <a:pt x="176" y="4"/>
                  </a:lnTo>
                  <a:lnTo>
                    <a:pt x="155" y="10"/>
                  </a:lnTo>
                  <a:lnTo>
                    <a:pt x="135" y="17"/>
                  </a:lnTo>
                  <a:lnTo>
                    <a:pt x="116" y="27"/>
                  </a:lnTo>
                  <a:lnTo>
                    <a:pt x="97" y="38"/>
                  </a:lnTo>
                  <a:lnTo>
                    <a:pt x="80" y="50"/>
                  </a:lnTo>
                  <a:lnTo>
                    <a:pt x="65" y="65"/>
                  </a:lnTo>
                  <a:lnTo>
                    <a:pt x="50" y="80"/>
                  </a:lnTo>
                  <a:lnTo>
                    <a:pt x="38" y="97"/>
                  </a:lnTo>
                  <a:lnTo>
                    <a:pt x="27" y="116"/>
                  </a:lnTo>
                  <a:lnTo>
                    <a:pt x="17" y="135"/>
                  </a:lnTo>
                  <a:lnTo>
                    <a:pt x="10" y="155"/>
                  </a:lnTo>
                  <a:lnTo>
                    <a:pt x="4" y="176"/>
                  </a:lnTo>
                  <a:lnTo>
                    <a:pt x="1" y="198"/>
                  </a:lnTo>
                  <a:lnTo>
                    <a:pt x="0" y="221"/>
                  </a:lnTo>
                  <a:lnTo>
                    <a:pt x="0" y="221"/>
                  </a:lnTo>
                  <a:lnTo>
                    <a:pt x="1" y="244"/>
                  </a:lnTo>
                  <a:lnTo>
                    <a:pt x="4" y="266"/>
                  </a:lnTo>
                  <a:lnTo>
                    <a:pt x="10" y="287"/>
                  </a:lnTo>
                  <a:lnTo>
                    <a:pt x="17" y="307"/>
                  </a:lnTo>
                  <a:lnTo>
                    <a:pt x="27" y="326"/>
                  </a:lnTo>
                  <a:lnTo>
                    <a:pt x="38" y="345"/>
                  </a:lnTo>
                  <a:lnTo>
                    <a:pt x="50" y="362"/>
                  </a:lnTo>
                  <a:lnTo>
                    <a:pt x="65" y="377"/>
                  </a:lnTo>
                  <a:lnTo>
                    <a:pt x="80" y="391"/>
                  </a:lnTo>
                  <a:lnTo>
                    <a:pt x="97" y="404"/>
                  </a:lnTo>
                  <a:lnTo>
                    <a:pt x="116" y="415"/>
                  </a:lnTo>
                  <a:lnTo>
                    <a:pt x="135" y="425"/>
                  </a:lnTo>
                  <a:lnTo>
                    <a:pt x="155" y="432"/>
                  </a:lnTo>
                  <a:lnTo>
                    <a:pt x="176" y="437"/>
                  </a:lnTo>
                  <a:lnTo>
                    <a:pt x="198" y="441"/>
                  </a:lnTo>
                  <a:lnTo>
                    <a:pt x="221" y="442"/>
                  </a:lnTo>
                  <a:lnTo>
                    <a:pt x="715" y="442"/>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55" name=""/>
            <p:cNvSpPr/>
            <p:nvPr/>
          </p:nvSpPr>
          <p:spPr>
            <a:xfrm>
              <a:off x="1350000" y="3885120"/>
              <a:ext cx="619560" cy="1178280"/>
            </a:xfrm>
            <a:custGeom>
              <a:avLst/>
              <a:gdLst>
                <a:gd name="textAreaLeft" fmla="*/ 0 w 619560"/>
                <a:gd name="textAreaRight" fmla="*/ 623160 w 619560"/>
                <a:gd name="textAreaTop" fmla="*/ 0 h 1178280"/>
                <a:gd name="textAreaBottom" fmla="*/ 1181880 h 1178280"/>
              </a:gdLst>
              <a:ahLst/>
              <a:cxnLst/>
              <a:rect l="textAreaLeft" t="textAreaTop" r="textAreaRight" b="textAreaBottom"/>
              <a:pathLst>
                <a:path w="1731" h="3283">
                  <a:moveTo>
                    <a:pt x="628" y="3283"/>
                  </a:moveTo>
                  <a:lnTo>
                    <a:pt x="642" y="2455"/>
                  </a:lnTo>
                  <a:lnTo>
                    <a:pt x="649" y="2018"/>
                  </a:lnTo>
                  <a:lnTo>
                    <a:pt x="658" y="1735"/>
                  </a:lnTo>
                  <a:lnTo>
                    <a:pt x="664" y="1685"/>
                  </a:lnTo>
                  <a:lnTo>
                    <a:pt x="676" y="1638"/>
                  </a:lnTo>
                  <a:lnTo>
                    <a:pt x="694" y="1593"/>
                  </a:lnTo>
                  <a:lnTo>
                    <a:pt x="717" y="1550"/>
                  </a:lnTo>
                  <a:lnTo>
                    <a:pt x="744" y="1509"/>
                  </a:lnTo>
                  <a:lnTo>
                    <a:pt x="776" y="1471"/>
                  </a:lnTo>
                  <a:lnTo>
                    <a:pt x="850" y="1399"/>
                  </a:lnTo>
                  <a:lnTo>
                    <a:pt x="936" y="1332"/>
                  </a:lnTo>
                  <a:lnTo>
                    <a:pt x="1031" y="1270"/>
                  </a:lnTo>
                  <a:lnTo>
                    <a:pt x="1234" y="1149"/>
                  </a:lnTo>
                  <a:lnTo>
                    <a:pt x="1432" y="1025"/>
                  </a:lnTo>
                  <a:lnTo>
                    <a:pt x="1520" y="957"/>
                  </a:lnTo>
                  <a:lnTo>
                    <a:pt x="1598" y="884"/>
                  </a:lnTo>
                  <a:lnTo>
                    <a:pt x="1631" y="844"/>
                  </a:lnTo>
                  <a:lnTo>
                    <a:pt x="1660" y="803"/>
                  </a:lnTo>
                  <a:lnTo>
                    <a:pt x="1685" y="759"/>
                  </a:lnTo>
                  <a:lnTo>
                    <a:pt x="1705" y="713"/>
                  </a:lnTo>
                  <a:lnTo>
                    <a:pt x="1720" y="665"/>
                  </a:lnTo>
                  <a:lnTo>
                    <a:pt x="1728" y="613"/>
                  </a:lnTo>
                  <a:lnTo>
                    <a:pt x="1731" y="558"/>
                  </a:lnTo>
                  <a:lnTo>
                    <a:pt x="1727" y="501"/>
                  </a:lnTo>
                  <a:lnTo>
                    <a:pt x="1718" y="454"/>
                  </a:lnTo>
                  <a:lnTo>
                    <a:pt x="1704" y="414"/>
                  </a:lnTo>
                  <a:lnTo>
                    <a:pt x="1685" y="378"/>
                  </a:lnTo>
                  <a:lnTo>
                    <a:pt x="1661" y="348"/>
                  </a:lnTo>
                  <a:lnTo>
                    <a:pt x="1633" y="323"/>
                  </a:lnTo>
                  <a:lnTo>
                    <a:pt x="1601" y="302"/>
                  </a:lnTo>
                  <a:lnTo>
                    <a:pt x="1566" y="286"/>
                  </a:lnTo>
                  <a:lnTo>
                    <a:pt x="1528" y="275"/>
                  </a:lnTo>
                  <a:lnTo>
                    <a:pt x="1487" y="267"/>
                  </a:lnTo>
                  <a:lnTo>
                    <a:pt x="1445" y="263"/>
                  </a:lnTo>
                  <a:lnTo>
                    <a:pt x="1355" y="267"/>
                  </a:lnTo>
                  <a:lnTo>
                    <a:pt x="1263" y="283"/>
                  </a:lnTo>
                  <a:lnTo>
                    <a:pt x="1171" y="310"/>
                  </a:lnTo>
                  <a:lnTo>
                    <a:pt x="1082" y="347"/>
                  </a:lnTo>
                  <a:lnTo>
                    <a:pt x="1001" y="391"/>
                  </a:lnTo>
                  <a:lnTo>
                    <a:pt x="929" y="441"/>
                  </a:lnTo>
                  <a:lnTo>
                    <a:pt x="899" y="468"/>
                  </a:lnTo>
                  <a:lnTo>
                    <a:pt x="872" y="496"/>
                  </a:lnTo>
                  <a:lnTo>
                    <a:pt x="849" y="524"/>
                  </a:lnTo>
                  <a:lnTo>
                    <a:pt x="831" y="553"/>
                  </a:lnTo>
                  <a:lnTo>
                    <a:pt x="819" y="582"/>
                  </a:lnTo>
                  <a:lnTo>
                    <a:pt x="811" y="610"/>
                  </a:lnTo>
                  <a:lnTo>
                    <a:pt x="810" y="639"/>
                  </a:lnTo>
                  <a:lnTo>
                    <a:pt x="815" y="667"/>
                  </a:lnTo>
                  <a:lnTo>
                    <a:pt x="827" y="695"/>
                  </a:lnTo>
                  <a:lnTo>
                    <a:pt x="846" y="721"/>
                  </a:lnTo>
                  <a:lnTo>
                    <a:pt x="864" y="739"/>
                  </a:lnTo>
                  <a:lnTo>
                    <a:pt x="881" y="753"/>
                  </a:lnTo>
                  <a:lnTo>
                    <a:pt x="898" y="763"/>
                  </a:lnTo>
                  <a:lnTo>
                    <a:pt x="915" y="769"/>
                  </a:lnTo>
                  <a:lnTo>
                    <a:pt x="932" y="771"/>
                  </a:lnTo>
                  <a:lnTo>
                    <a:pt x="948" y="770"/>
                  </a:lnTo>
                  <a:lnTo>
                    <a:pt x="964" y="766"/>
                  </a:lnTo>
                  <a:lnTo>
                    <a:pt x="979" y="759"/>
                  </a:lnTo>
                  <a:lnTo>
                    <a:pt x="993" y="749"/>
                  </a:lnTo>
                  <a:lnTo>
                    <a:pt x="1007" y="736"/>
                  </a:lnTo>
                  <a:lnTo>
                    <a:pt x="1019" y="721"/>
                  </a:lnTo>
                  <a:lnTo>
                    <a:pt x="1031" y="704"/>
                  </a:lnTo>
                  <a:lnTo>
                    <a:pt x="1052" y="664"/>
                  </a:lnTo>
                  <a:lnTo>
                    <a:pt x="1068" y="617"/>
                  </a:lnTo>
                  <a:lnTo>
                    <a:pt x="1079" y="565"/>
                  </a:lnTo>
                  <a:lnTo>
                    <a:pt x="1083" y="510"/>
                  </a:lnTo>
                  <a:lnTo>
                    <a:pt x="1082" y="453"/>
                  </a:lnTo>
                  <a:lnTo>
                    <a:pt x="1073" y="395"/>
                  </a:lnTo>
                  <a:lnTo>
                    <a:pt x="1056" y="338"/>
                  </a:lnTo>
                  <a:lnTo>
                    <a:pt x="1031" y="284"/>
                  </a:lnTo>
                  <a:lnTo>
                    <a:pt x="1015" y="259"/>
                  </a:lnTo>
                  <a:lnTo>
                    <a:pt x="996" y="235"/>
                  </a:lnTo>
                  <a:lnTo>
                    <a:pt x="976" y="212"/>
                  </a:lnTo>
                  <a:lnTo>
                    <a:pt x="952" y="191"/>
                  </a:lnTo>
                  <a:lnTo>
                    <a:pt x="921" y="167"/>
                  </a:lnTo>
                  <a:lnTo>
                    <a:pt x="880" y="141"/>
                  </a:lnTo>
                  <a:lnTo>
                    <a:pt x="831" y="114"/>
                  </a:lnTo>
                  <a:lnTo>
                    <a:pt x="774" y="87"/>
                  </a:lnTo>
                  <a:lnTo>
                    <a:pt x="712" y="61"/>
                  </a:lnTo>
                  <a:lnTo>
                    <a:pt x="646" y="38"/>
                  </a:lnTo>
                  <a:lnTo>
                    <a:pt x="576" y="19"/>
                  </a:lnTo>
                  <a:lnTo>
                    <a:pt x="504" y="6"/>
                  </a:lnTo>
                  <a:lnTo>
                    <a:pt x="432" y="0"/>
                  </a:lnTo>
                  <a:lnTo>
                    <a:pt x="360" y="2"/>
                  </a:lnTo>
                  <a:lnTo>
                    <a:pt x="290" y="14"/>
                  </a:lnTo>
                  <a:lnTo>
                    <a:pt x="257" y="24"/>
                  </a:lnTo>
                  <a:lnTo>
                    <a:pt x="224" y="37"/>
                  </a:lnTo>
                  <a:lnTo>
                    <a:pt x="193" y="54"/>
                  </a:lnTo>
                  <a:lnTo>
                    <a:pt x="162" y="73"/>
                  </a:lnTo>
                  <a:lnTo>
                    <a:pt x="134" y="96"/>
                  </a:lnTo>
                  <a:lnTo>
                    <a:pt x="107" y="123"/>
                  </a:lnTo>
                  <a:lnTo>
                    <a:pt x="81" y="153"/>
                  </a:lnTo>
                  <a:lnTo>
                    <a:pt x="58" y="188"/>
                  </a:lnTo>
                  <a:lnTo>
                    <a:pt x="37" y="226"/>
                  </a:lnTo>
                  <a:lnTo>
                    <a:pt x="18" y="270"/>
                  </a:lnTo>
                  <a:lnTo>
                    <a:pt x="5" y="313"/>
                  </a:lnTo>
                  <a:lnTo>
                    <a:pt x="0" y="357"/>
                  </a:lnTo>
                  <a:lnTo>
                    <a:pt x="2" y="401"/>
                  </a:lnTo>
                  <a:lnTo>
                    <a:pt x="10" y="445"/>
                  </a:lnTo>
                  <a:lnTo>
                    <a:pt x="25" y="490"/>
                  </a:lnTo>
                  <a:lnTo>
                    <a:pt x="46" y="535"/>
                  </a:lnTo>
                  <a:lnTo>
                    <a:pt x="102" y="626"/>
                  </a:lnTo>
                  <a:lnTo>
                    <a:pt x="176" y="717"/>
                  </a:lnTo>
                  <a:lnTo>
                    <a:pt x="264" y="809"/>
                  </a:lnTo>
                  <a:lnTo>
                    <a:pt x="465" y="992"/>
                  </a:lnTo>
                  <a:lnTo>
                    <a:pt x="675" y="1173"/>
                  </a:lnTo>
                  <a:lnTo>
                    <a:pt x="866" y="1349"/>
                  </a:lnTo>
                  <a:lnTo>
                    <a:pt x="945" y="1435"/>
                  </a:lnTo>
                  <a:lnTo>
                    <a:pt x="1007" y="1520"/>
                  </a:lnTo>
                  <a:lnTo>
                    <a:pt x="1030" y="1561"/>
                  </a:lnTo>
                  <a:lnTo>
                    <a:pt x="1049" y="1602"/>
                  </a:lnTo>
                  <a:lnTo>
                    <a:pt x="1061" y="1642"/>
                  </a:lnTo>
                  <a:lnTo>
                    <a:pt x="1067" y="1681"/>
                  </a:lnTo>
                  <a:lnTo>
                    <a:pt x="1072" y="1834"/>
                  </a:lnTo>
                  <a:lnTo>
                    <a:pt x="1072" y="2054"/>
                  </a:lnTo>
                  <a:lnTo>
                    <a:pt x="1062" y="2591"/>
                  </a:lnTo>
                  <a:lnTo>
                    <a:pt x="1041" y="3283"/>
                  </a:lnTo>
                  <a:lnTo>
                    <a:pt x="628" y="3283"/>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56" name=""/>
            <p:cNvSpPr/>
            <p:nvPr/>
          </p:nvSpPr>
          <p:spPr>
            <a:xfrm>
              <a:off x="1657800" y="2833920"/>
              <a:ext cx="360" cy="23256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57" name=""/>
            <p:cNvSpPr/>
            <p:nvPr/>
          </p:nvSpPr>
          <p:spPr>
            <a:xfrm flipH="1">
              <a:off x="2463120" y="3170880"/>
              <a:ext cx="164880" cy="16452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58" name=""/>
            <p:cNvSpPr/>
            <p:nvPr/>
          </p:nvSpPr>
          <p:spPr>
            <a:xfrm flipH="1">
              <a:off x="2542320" y="4071240"/>
              <a:ext cx="233280" cy="36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59" name=""/>
            <p:cNvSpPr/>
            <p:nvPr/>
          </p:nvSpPr>
          <p:spPr>
            <a:xfrm>
              <a:off x="687600" y="3170880"/>
              <a:ext cx="165240" cy="16452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60" name=""/>
            <p:cNvSpPr/>
            <p:nvPr/>
          </p:nvSpPr>
          <p:spPr>
            <a:xfrm>
              <a:off x="432360" y="4071240"/>
              <a:ext cx="233280" cy="36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161" name=""/>
          <p:cNvGrpSpPr/>
          <p:nvPr/>
        </p:nvGrpSpPr>
        <p:grpSpPr>
          <a:xfrm>
            <a:off x="632520" y="720000"/>
            <a:ext cx="923400" cy="588600"/>
            <a:chOff x="632520" y="720000"/>
            <a:chExt cx="923400" cy="588600"/>
          </a:xfrm>
        </p:grpSpPr>
        <p:sp>
          <p:nvSpPr>
            <p:cNvPr id="162" name=""/>
            <p:cNvSpPr/>
            <p:nvPr/>
          </p:nvSpPr>
          <p:spPr>
            <a:xfrm>
              <a:off x="701280" y="78336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63" name=""/>
            <p:cNvSpPr/>
            <p:nvPr/>
          </p:nvSpPr>
          <p:spPr>
            <a:xfrm>
              <a:off x="632520" y="72000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01</a:t>
              </a:r>
              <a:endParaRPr b="0" lang="en-GB" sz="3200" strike="noStrike" u="none">
                <a:solidFill>
                  <a:srgbClr val="000000"/>
                </a:solidFill>
                <a:effectLst/>
                <a:uFillTx/>
                <a:latin typeface="Arial"/>
              </a:endParaRPr>
            </a:p>
          </p:txBody>
        </p:sp>
      </p:grpSp>
      <p:grpSp>
        <p:nvGrpSpPr>
          <p:cNvPr id="164" name=""/>
          <p:cNvGrpSpPr/>
          <p:nvPr/>
        </p:nvGrpSpPr>
        <p:grpSpPr>
          <a:xfrm>
            <a:off x="632520" y="2359080"/>
            <a:ext cx="923400" cy="588960"/>
            <a:chOff x="632520" y="2359080"/>
            <a:chExt cx="923400" cy="588960"/>
          </a:xfrm>
        </p:grpSpPr>
        <p:sp>
          <p:nvSpPr>
            <p:cNvPr id="165" name=""/>
            <p:cNvSpPr/>
            <p:nvPr/>
          </p:nvSpPr>
          <p:spPr>
            <a:xfrm>
              <a:off x="701280" y="242280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66" name=""/>
            <p:cNvSpPr/>
            <p:nvPr/>
          </p:nvSpPr>
          <p:spPr>
            <a:xfrm>
              <a:off x="632520" y="235908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02</a:t>
              </a:r>
              <a:endParaRPr b="0" lang="en-GB" sz="3200" strike="noStrike" u="none">
                <a:solidFill>
                  <a:srgbClr val="000000"/>
                </a:solidFill>
                <a:effectLst/>
                <a:uFillTx/>
                <a:latin typeface="Arial"/>
              </a:endParaRPr>
            </a:p>
          </p:txBody>
        </p:sp>
      </p:grpSp>
      <p:grpSp>
        <p:nvGrpSpPr>
          <p:cNvPr id="167" name=""/>
          <p:cNvGrpSpPr/>
          <p:nvPr/>
        </p:nvGrpSpPr>
        <p:grpSpPr>
          <a:xfrm>
            <a:off x="5639760" y="2359080"/>
            <a:ext cx="923400" cy="588960"/>
            <a:chOff x="5639760" y="2359080"/>
            <a:chExt cx="923400" cy="588960"/>
          </a:xfrm>
        </p:grpSpPr>
        <p:sp>
          <p:nvSpPr>
            <p:cNvPr id="168" name=""/>
            <p:cNvSpPr/>
            <p:nvPr/>
          </p:nvSpPr>
          <p:spPr>
            <a:xfrm>
              <a:off x="5708880" y="242280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69" name=""/>
            <p:cNvSpPr/>
            <p:nvPr/>
          </p:nvSpPr>
          <p:spPr>
            <a:xfrm>
              <a:off x="5639760" y="235908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03</a:t>
              </a:r>
              <a:endParaRPr b="0" lang="en-GB" sz="3200" strike="noStrike" u="none">
                <a:solidFill>
                  <a:srgbClr val="000000"/>
                </a:solidFill>
                <a:effectLst/>
                <a:uFillTx/>
                <a:latin typeface="Arial"/>
              </a:endParaRPr>
            </a:p>
          </p:txBody>
        </p:sp>
      </p:grpSp>
      <p:grpSp>
        <p:nvGrpSpPr>
          <p:cNvPr id="170" name=""/>
          <p:cNvGrpSpPr/>
          <p:nvPr/>
        </p:nvGrpSpPr>
        <p:grpSpPr>
          <a:xfrm>
            <a:off x="5639760" y="3998160"/>
            <a:ext cx="923400" cy="588600"/>
            <a:chOff x="5639760" y="3998160"/>
            <a:chExt cx="923400" cy="588600"/>
          </a:xfrm>
        </p:grpSpPr>
        <p:sp>
          <p:nvSpPr>
            <p:cNvPr id="171" name=""/>
            <p:cNvSpPr/>
            <p:nvPr/>
          </p:nvSpPr>
          <p:spPr>
            <a:xfrm>
              <a:off x="5708880" y="406152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72" name=""/>
            <p:cNvSpPr/>
            <p:nvPr/>
          </p:nvSpPr>
          <p:spPr>
            <a:xfrm>
              <a:off x="5639760" y="399816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04</a:t>
              </a:r>
              <a:endParaRPr b="0" lang="en-GB" sz="3200" strike="noStrike" u="none">
                <a:solidFill>
                  <a:srgbClr val="000000"/>
                </a:solidFill>
                <a:effectLst/>
                <a:uFillTx/>
                <a:latin typeface="Arial"/>
              </a:endParaRPr>
            </a:p>
          </p:txBody>
        </p:sp>
      </p:grpSp>
      <p:sp>
        <p:nvSpPr>
          <p:cNvPr id="173" name="PlaceHolder 1"/>
          <p:cNvSpPr>
            <a:spLocks noGrp="1"/>
          </p:cNvSpPr>
          <p:nvPr>
            <p:ph type="title"/>
          </p:nvPr>
        </p:nvSpPr>
        <p:spPr>
          <a:xfrm>
            <a:off x="4320000" y="1800000"/>
            <a:ext cx="5036400" cy="716400"/>
          </a:xfrm>
          <a:prstGeom prst="rect">
            <a:avLst/>
          </a:prstGeom>
          <a:noFill/>
          <a:ln w="0">
            <a:noFill/>
          </a:ln>
        </p:spPr>
        <p:txBody>
          <a:bodyPr lIns="0" rIns="0" tIns="0" bIns="0" anchor="ctr">
            <a:normAutofit/>
          </a:bodyPr>
          <a:p>
            <a:pPr indent="0">
              <a:lnSpc>
                <a:spcPct val="100000"/>
              </a:lnSpc>
              <a:buNone/>
              <a:tabLst>
                <a:tab algn="l" pos="0"/>
              </a:tabLst>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74" name="PlaceHolder 2"/>
          <p:cNvSpPr>
            <a:spLocks noGrp="1"/>
          </p:cNvSpPr>
          <p:nvPr>
            <p:ph type="ftr" idx="10"/>
          </p:nvPr>
        </p:nvSpPr>
        <p:spPr>
          <a:xfrm>
            <a:off x="3420000" y="523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175" name="PlaceHolder 3"/>
          <p:cNvSpPr>
            <a:spLocks noGrp="1"/>
          </p:cNvSpPr>
          <p:nvPr>
            <p:ph type="sldNum" idx="11"/>
          </p:nvPr>
        </p:nvSpPr>
        <p:spPr>
          <a:xfrm>
            <a:off x="7228800" y="523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B07F43C8-E6CA-441B-858C-20BD04E41AAA}"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176" name="PlaceHolder 4"/>
          <p:cNvSpPr>
            <a:spLocks noGrp="1"/>
          </p:cNvSpPr>
          <p:nvPr>
            <p:ph type="dt" idx="12"/>
          </p:nvPr>
        </p:nvSpPr>
        <p:spPr>
          <a:xfrm>
            <a:off x="504000" y="5238000"/>
            <a:ext cx="2343600" cy="239040"/>
          </a:xfrm>
          <a:prstGeom prst="rect">
            <a:avLst/>
          </a:prstGeom>
          <a:noFill/>
          <a:ln w="0">
            <a:noFill/>
          </a:ln>
        </p:spPr>
        <p:txBody>
          <a:bodyPr lIns="0" rIns="0" tIns="0" bIns="0" anchor="t">
            <a:noAutofit/>
          </a:bodyPr>
          <a:lstStyle>
            <a:lvl1pPr indent="0">
              <a:lnSpc>
                <a:spcPct val="100000"/>
              </a:lnSpc>
              <a:buNone/>
              <a:tabLst>
                <a:tab algn="l" pos="0"/>
              </a:tabLst>
              <a:defRPr b="0" lang="en-GB" sz="1400" strike="noStrike" u="none">
                <a:solidFill>
                  <a:srgbClr val="000000"/>
                </a:solidFill>
                <a:effectLst/>
                <a:uFillTx/>
                <a:latin typeface="Times New Roman"/>
              </a:defRPr>
            </a:lvl1pPr>
          </a:lstStyle>
          <a:p>
            <a:pPr indent="0">
              <a:lnSpc>
                <a:spcPct val="100000"/>
              </a:lnSpc>
              <a:buNone/>
              <a:tabLst>
                <a:tab algn="l" pos="0"/>
              </a:tabLst>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
        <p:nvSpPr>
          <p:cNvPr id="177" name="PlaceHolder 5"/>
          <p:cNvSpPr>
            <a:spLocks noGrp="1"/>
          </p:cNvSpPr>
          <p:nvPr>
            <p:ph type="body"/>
          </p:nvPr>
        </p:nvSpPr>
        <p:spPr>
          <a:xfrm>
            <a:off x="504000" y="1326600"/>
            <a:ext cx="9068760" cy="32853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178" name=""/>
          <p:cNvSpPr/>
          <p:nvPr/>
        </p:nvSpPr>
        <p:spPr>
          <a:xfrm>
            <a:off x="0" y="0"/>
            <a:ext cx="10076760" cy="5666760"/>
          </a:xfrm>
          <a:custGeom>
            <a:avLst/>
            <a:gdLst>
              <a:gd name="textAreaLeft" fmla="*/ 0 w 10076760"/>
              <a:gd name="textAreaRight" fmla="*/ 10080360 w 10076760"/>
              <a:gd name="textAreaTop" fmla="*/ 0 h 5666760"/>
              <a:gd name="textAreaBottom" fmla="*/ 5670360 h 5666760"/>
            </a:gdLst>
            <a:ahLst/>
            <a:cxnLst/>
            <a:rect l="textAreaLeft" t="textAreaTop" r="textAreaRight" b="textAreaBottom"/>
            <a:pathLst>
              <a:path w="28001" h="15751">
                <a:moveTo>
                  <a:pt x="1000" y="600"/>
                </a:moveTo>
                <a:lnTo>
                  <a:pt x="1000" y="15151"/>
                </a:lnTo>
                <a:lnTo>
                  <a:pt x="27001" y="15151"/>
                </a:lnTo>
                <a:lnTo>
                  <a:pt x="27001" y="600"/>
                </a:lnTo>
                <a:lnTo>
                  <a:pt x="1000" y="600"/>
                </a:lnTo>
                <a:moveTo>
                  <a:pt x="14001" y="15751"/>
                </a:moveTo>
                <a:lnTo>
                  <a:pt x="0" y="15751"/>
                </a:lnTo>
                <a:lnTo>
                  <a:pt x="0" y="0"/>
                </a:lnTo>
                <a:lnTo>
                  <a:pt x="28001" y="0"/>
                </a:lnTo>
                <a:lnTo>
                  <a:pt x="28001" y="15751"/>
                </a:lnTo>
                <a:lnTo>
                  <a:pt x="14001" y="15751"/>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179" name=""/>
          <p:cNvGrpSpPr/>
          <p:nvPr/>
        </p:nvGrpSpPr>
        <p:grpSpPr>
          <a:xfrm>
            <a:off x="4304520" y="277920"/>
            <a:ext cx="5131440" cy="4218840"/>
            <a:chOff x="4304520" y="277920"/>
            <a:chExt cx="5131440" cy="4218840"/>
          </a:xfrm>
        </p:grpSpPr>
        <p:sp>
          <p:nvSpPr>
            <p:cNvPr id="180" name=""/>
            <p:cNvSpPr/>
            <p:nvPr/>
          </p:nvSpPr>
          <p:spPr>
            <a:xfrm flipH="1">
              <a:off x="4558320" y="315000"/>
              <a:ext cx="196920" cy="1227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81" name=""/>
            <p:cNvSpPr/>
            <p:nvPr/>
          </p:nvSpPr>
          <p:spPr>
            <a:xfrm>
              <a:off x="4595400" y="277920"/>
              <a:ext cx="122760" cy="1965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82" name=""/>
            <p:cNvSpPr/>
            <p:nvPr/>
          </p:nvSpPr>
          <p:spPr>
            <a:xfrm>
              <a:off x="4304520" y="4309920"/>
              <a:ext cx="186840" cy="186840"/>
            </a:xfrm>
            <a:custGeom>
              <a:avLst/>
              <a:gdLst>
                <a:gd name="textAreaLeft" fmla="*/ 0 w 186840"/>
                <a:gd name="textAreaRight" fmla="*/ 190440 w 186840"/>
                <a:gd name="textAreaTop" fmla="*/ 0 h 186840"/>
                <a:gd name="textAreaBottom" fmla="*/ 190440 h 186840"/>
              </a:gdLst>
              <a:ahLst/>
              <a:cxnLst/>
              <a:rect l="textAreaLeft" t="textAreaTop" r="textAreaRight" b="textAreaBottom"/>
              <a:pathLst>
                <a:path w="529" h="529">
                  <a:moveTo>
                    <a:pt x="529" y="265"/>
                  </a:moveTo>
                  <a:lnTo>
                    <a:pt x="528" y="283"/>
                  </a:lnTo>
                  <a:lnTo>
                    <a:pt x="527" y="300"/>
                  </a:lnTo>
                  <a:lnTo>
                    <a:pt x="524" y="317"/>
                  </a:lnTo>
                  <a:lnTo>
                    <a:pt x="520" y="333"/>
                  </a:lnTo>
                  <a:lnTo>
                    <a:pt x="516" y="349"/>
                  </a:lnTo>
                  <a:lnTo>
                    <a:pt x="510" y="365"/>
                  </a:lnTo>
                  <a:lnTo>
                    <a:pt x="502" y="381"/>
                  </a:lnTo>
                  <a:lnTo>
                    <a:pt x="494" y="397"/>
                  </a:lnTo>
                  <a:lnTo>
                    <a:pt x="485" y="412"/>
                  </a:lnTo>
                  <a:lnTo>
                    <a:pt x="475" y="426"/>
                  </a:lnTo>
                  <a:lnTo>
                    <a:pt x="464" y="439"/>
                  </a:lnTo>
                  <a:lnTo>
                    <a:pt x="452" y="452"/>
                  </a:lnTo>
                  <a:lnTo>
                    <a:pt x="440" y="463"/>
                  </a:lnTo>
                  <a:lnTo>
                    <a:pt x="426" y="474"/>
                  </a:lnTo>
                  <a:lnTo>
                    <a:pt x="412" y="484"/>
                  </a:lnTo>
                  <a:lnTo>
                    <a:pt x="397" y="493"/>
                  </a:lnTo>
                  <a:lnTo>
                    <a:pt x="381" y="502"/>
                  </a:lnTo>
                  <a:lnTo>
                    <a:pt x="365" y="509"/>
                  </a:lnTo>
                  <a:lnTo>
                    <a:pt x="350" y="515"/>
                  </a:lnTo>
                  <a:lnTo>
                    <a:pt x="333" y="520"/>
                  </a:lnTo>
                  <a:lnTo>
                    <a:pt x="317" y="524"/>
                  </a:lnTo>
                  <a:lnTo>
                    <a:pt x="300" y="527"/>
                  </a:lnTo>
                  <a:lnTo>
                    <a:pt x="283" y="528"/>
                  </a:lnTo>
                  <a:lnTo>
                    <a:pt x="265" y="529"/>
                  </a:lnTo>
                  <a:lnTo>
                    <a:pt x="247" y="528"/>
                  </a:lnTo>
                  <a:lnTo>
                    <a:pt x="230" y="527"/>
                  </a:lnTo>
                  <a:lnTo>
                    <a:pt x="213" y="524"/>
                  </a:lnTo>
                  <a:lnTo>
                    <a:pt x="196" y="520"/>
                  </a:lnTo>
                  <a:lnTo>
                    <a:pt x="180" y="515"/>
                  </a:lnTo>
                  <a:lnTo>
                    <a:pt x="164" y="509"/>
                  </a:lnTo>
                  <a:lnTo>
                    <a:pt x="148" y="502"/>
                  </a:lnTo>
                  <a:lnTo>
                    <a:pt x="132" y="493"/>
                  </a:lnTo>
                  <a:lnTo>
                    <a:pt x="117" y="484"/>
                  </a:lnTo>
                  <a:lnTo>
                    <a:pt x="103" y="474"/>
                  </a:lnTo>
                  <a:lnTo>
                    <a:pt x="89" y="463"/>
                  </a:lnTo>
                  <a:lnTo>
                    <a:pt x="77" y="452"/>
                  </a:lnTo>
                  <a:lnTo>
                    <a:pt x="65" y="439"/>
                  </a:lnTo>
                  <a:lnTo>
                    <a:pt x="55" y="426"/>
                  </a:lnTo>
                  <a:lnTo>
                    <a:pt x="44" y="412"/>
                  </a:lnTo>
                  <a:lnTo>
                    <a:pt x="35" y="397"/>
                  </a:lnTo>
                  <a:lnTo>
                    <a:pt x="26" y="381"/>
                  </a:lnTo>
                  <a:lnTo>
                    <a:pt x="19" y="365"/>
                  </a:lnTo>
                  <a:lnTo>
                    <a:pt x="13" y="350"/>
                  </a:lnTo>
                  <a:lnTo>
                    <a:pt x="8" y="333"/>
                  </a:lnTo>
                  <a:lnTo>
                    <a:pt x="5" y="317"/>
                  </a:lnTo>
                  <a:lnTo>
                    <a:pt x="2" y="300"/>
                  </a:lnTo>
                  <a:lnTo>
                    <a:pt x="0" y="283"/>
                  </a:lnTo>
                  <a:lnTo>
                    <a:pt x="0" y="265"/>
                  </a:lnTo>
                  <a:lnTo>
                    <a:pt x="0" y="247"/>
                  </a:lnTo>
                  <a:lnTo>
                    <a:pt x="2" y="230"/>
                  </a:lnTo>
                  <a:lnTo>
                    <a:pt x="5" y="213"/>
                  </a:lnTo>
                  <a:lnTo>
                    <a:pt x="8" y="196"/>
                  </a:lnTo>
                  <a:lnTo>
                    <a:pt x="13" y="180"/>
                  </a:lnTo>
                  <a:lnTo>
                    <a:pt x="19" y="164"/>
                  </a:lnTo>
                  <a:lnTo>
                    <a:pt x="26" y="148"/>
                  </a:lnTo>
                  <a:lnTo>
                    <a:pt x="35" y="132"/>
                  </a:lnTo>
                  <a:lnTo>
                    <a:pt x="44" y="117"/>
                  </a:lnTo>
                  <a:lnTo>
                    <a:pt x="55" y="103"/>
                  </a:lnTo>
                  <a:lnTo>
                    <a:pt x="65" y="89"/>
                  </a:lnTo>
                  <a:lnTo>
                    <a:pt x="77" y="77"/>
                  </a:lnTo>
                  <a:lnTo>
                    <a:pt x="89" y="66"/>
                  </a:lnTo>
                  <a:lnTo>
                    <a:pt x="103" y="55"/>
                  </a:lnTo>
                  <a:lnTo>
                    <a:pt x="117" y="45"/>
                  </a:lnTo>
                  <a:lnTo>
                    <a:pt x="132" y="36"/>
                  </a:lnTo>
                  <a:lnTo>
                    <a:pt x="148" y="27"/>
                  </a:lnTo>
                  <a:lnTo>
                    <a:pt x="164" y="20"/>
                  </a:lnTo>
                  <a:lnTo>
                    <a:pt x="180" y="14"/>
                  </a:lnTo>
                  <a:lnTo>
                    <a:pt x="196" y="9"/>
                  </a:lnTo>
                  <a:lnTo>
                    <a:pt x="212" y="5"/>
                  </a:lnTo>
                  <a:lnTo>
                    <a:pt x="229" y="2"/>
                  </a:lnTo>
                  <a:lnTo>
                    <a:pt x="247" y="1"/>
                  </a:lnTo>
                  <a:lnTo>
                    <a:pt x="265" y="0"/>
                  </a:lnTo>
                  <a:lnTo>
                    <a:pt x="283" y="1"/>
                  </a:lnTo>
                  <a:lnTo>
                    <a:pt x="300" y="2"/>
                  </a:lnTo>
                  <a:lnTo>
                    <a:pt x="317" y="5"/>
                  </a:lnTo>
                  <a:lnTo>
                    <a:pt x="333" y="9"/>
                  </a:lnTo>
                  <a:lnTo>
                    <a:pt x="349" y="14"/>
                  </a:lnTo>
                  <a:lnTo>
                    <a:pt x="365" y="20"/>
                  </a:lnTo>
                  <a:lnTo>
                    <a:pt x="381" y="27"/>
                  </a:lnTo>
                  <a:lnTo>
                    <a:pt x="397" y="36"/>
                  </a:lnTo>
                  <a:lnTo>
                    <a:pt x="412" y="45"/>
                  </a:lnTo>
                  <a:lnTo>
                    <a:pt x="426" y="55"/>
                  </a:lnTo>
                  <a:lnTo>
                    <a:pt x="440" y="66"/>
                  </a:lnTo>
                  <a:lnTo>
                    <a:pt x="452" y="77"/>
                  </a:lnTo>
                  <a:lnTo>
                    <a:pt x="464" y="89"/>
                  </a:lnTo>
                  <a:lnTo>
                    <a:pt x="475" y="103"/>
                  </a:lnTo>
                  <a:lnTo>
                    <a:pt x="485" y="117"/>
                  </a:lnTo>
                  <a:lnTo>
                    <a:pt x="494" y="132"/>
                  </a:lnTo>
                  <a:lnTo>
                    <a:pt x="502" y="148"/>
                  </a:lnTo>
                  <a:lnTo>
                    <a:pt x="510" y="164"/>
                  </a:lnTo>
                  <a:lnTo>
                    <a:pt x="516" y="180"/>
                  </a:lnTo>
                  <a:lnTo>
                    <a:pt x="520" y="196"/>
                  </a:lnTo>
                  <a:lnTo>
                    <a:pt x="524" y="213"/>
                  </a:lnTo>
                  <a:lnTo>
                    <a:pt x="527" y="230"/>
                  </a:lnTo>
                  <a:lnTo>
                    <a:pt x="528" y="247"/>
                  </a:lnTo>
                  <a:lnTo>
                    <a:pt x="529"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83" name=""/>
            <p:cNvSpPr/>
            <p:nvPr/>
          </p:nvSpPr>
          <p:spPr>
            <a:xfrm>
              <a:off x="6459840" y="1847160"/>
              <a:ext cx="164520" cy="176760"/>
            </a:xfrm>
            <a:custGeom>
              <a:avLst/>
              <a:gdLst>
                <a:gd name="textAreaLeft" fmla="*/ 0 w 164520"/>
                <a:gd name="textAreaRight" fmla="*/ 168120 w 164520"/>
                <a:gd name="textAreaTop" fmla="*/ 0 h 176760"/>
                <a:gd name="textAreaBottom" fmla="*/ 180360 h 176760"/>
              </a:gdLst>
              <a:ahLst/>
              <a:cxnLst/>
              <a:rect l="textAreaLeft" t="textAreaTop" r="textAreaRight" b="textAreaBottom"/>
              <a:pathLst>
                <a:path w="467" h="501">
                  <a:moveTo>
                    <a:pt x="0" y="229"/>
                  </a:moveTo>
                  <a:lnTo>
                    <a:pt x="404" y="501"/>
                  </a:lnTo>
                  <a:lnTo>
                    <a:pt x="467" y="0"/>
                  </a:lnTo>
                  <a:lnTo>
                    <a:pt x="0" y="229"/>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84" name=""/>
            <p:cNvSpPr/>
            <p:nvPr/>
          </p:nvSpPr>
          <p:spPr>
            <a:xfrm>
              <a:off x="9315000" y="873000"/>
              <a:ext cx="58320" cy="18288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85" name=""/>
            <p:cNvSpPr/>
            <p:nvPr/>
          </p:nvSpPr>
          <p:spPr>
            <a:xfrm flipV="1">
              <a:off x="9252720" y="935280"/>
              <a:ext cx="183240" cy="5832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186" name=""/>
          <p:cNvGrpSpPr/>
          <p:nvPr/>
        </p:nvGrpSpPr>
        <p:grpSpPr>
          <a:xfrm>
            <a:off x="432360" y="2833920"/>
            <a:ext cx="2343240" cy="2545920"/>
            <a:chOff x="432360" y="2833920"/>
            <a:chExt cx="2343240" cy="2545920"/>
          </a:xfrm>
        </p:grpSpPr>
        <p:sp>
          <p:nvSpPr>
            <p:cNvPr id="187" name=""/>
            <p:cNvSpPr/>
            <p:nvPr/>
          </p:nvSpPr>
          <p:spPr>
            <a:xfrm>
              <a:off x="977760" y="3434040"/>
              <a:ext cx="1356480" cy="1629360"/>
            </a:xfrm>
            <a:custGeom>
              <a:avLst/>
              <a:gdLst>
                <a:gd name="textAreaLeft" fmla="*/ 0 w 1356480"/>
                <a:gd name="textAreaRight" fmla="*/ 1360080 w 1356480"/>
                <a:gd name="textAreaTop" fmla="*/ 0 h 1629360"/>
                <a:gd name="textAreaBottom" fmla="*/ 1632960 h 1629360"/>
              </a:gdLst>
              <a:ahLst/>
              <a:cxnLst/>
              <a:rect l="textAreaLeft" t="textAreaTop" r="textAreaRight" b="textAreaBottom"/>
              <a:pathLst>
                <a:path w="3778" h="4536">
                  <a:moveTo>
                    <a:pt x="1889" y="0"/>
                  </a:moveTo>
                  <a:lnTo>
                    <a:pt x="1889" y="0"/>
                  </a:lnTo>
                  <a:lnTo>
                    <a:pt x="1889" y="0"/>
                  </a:lnTo>
                  <a:lnTo>
                    <a:pt x="1761" y="4"/>
                  </a:lnTo>
                  <a:lnTo>
                    <a:pt x="1637" y="15"/>
                  </a:lnTo>
                  <a:lnTo>
                    <a:pt x="1517" y="34"/>
                  </a:lnTo>
                  <a:lnTo>
                    <a:pt x="1399" y="61"/>
                  </a:lnTo>
                  <a:lnTo>
                    <a:pt x="1284" y="96"/>
                  </a:lnTo>
                  <a:lnTo>
                    <a:pt x="1171" y="139"/>
                  </a:lnTo>
                  <a:lnTo>
                    <a:pt x="1058" y="191"/>
                  </a:lnTo>
                  <a:lnTo>
                    <a:pt x="945" y="252"/>
                  </a:lnTo>
                  <a:lnTo>
                    <a:pt x="836" y="319"/>
                  </a:lnTo>
                  <a:lnTo>
                    <a:pt x="734" y="391"/>
                  </a:lnTo>
                  <a:lnTo>
                    <a:pt x="639" y="467"/>
                  </a:lnTo>
                  <a:lnTo>
                    <a:pt x="551" y="549"/>
                  </a:lnTo>
                  <a:lnTo>
                    <a:pt x="469" y="637"/>
                  </a:lnTo>
                  <a:lnTo>
                    <a:pt x="392" y="732"/>
                  </a:lnTo>
                  <a:lnTo>
                    <a:pt x="320" y="833"/>
                  </a:lnTo>
                  <a:lnTo>
                    <a:pt x="253" y="942"/>
                  </a:lnTo>
                  <a:lnTo>
                    <a:pt x="192" y="1054"/>
                  </a:lnTo>
                  <a:lnTo>
                    <a:pt x="140" y="1167"/>
                  </a:lnTo>
                  <a:lnTo>
                    <a:pt x="97" y="1281"/>
                  </a:lnTo>
                  <a:lnTo>
                    <a:pt x="61" y="1395"/>
                  </a:lnTo>
                  <a:lnTo>
                    <a:pt x="34" y="1513"/>
                  </a:lnTo>
                  <a:lnTo>
                    <a:pt x="15" y="1633"/>
                  </a:lnTo>
                  <a:lnTo>
                    <a:pt x="4" y="1756"/>
                  </a:lnTo>
                  <a:lnTo>
                    <a:pt x="0" y="1884"/>
                  </a:lnTo>
                  <a:lnTo>
                    <a:pt x="0" y="1884"/>
                  </a:lnTo>
                  <a:lnTo>
                    <a:pt x="0" y="1884"/>
                  </a:lnTo>
                  <a:lnTo>
                    <a:pt x="4" y="2011"/>
                  </a:lnTo>
                  <a:lnTo>
                    <a:pt x="16" y="2135"/>
                  </a:lnTo>
                  <a:lnTo>
                    <a:pt x="35" y="2254"/>
                  </a:lnTo>
                  <a:lnTo>
                    <a:pt x="62" y="2371"/>
                  </a:lnTo>
                  <a:lnTo>
                    <a:pt x="97" y="2486"/>
                  </a:lnTo>
                  <a:lnTo>
                    <a:pt x="141" y="2599"/>
                  </a:lnTo>
                  <a:lnTo>
                    <a:pt x="193" y="2711"/>
                  </a:lnTo>
                  <a:lnTo>
                    <a:pt x="253" y="2823"/>
                  </a:lnTo>
                  <a:lnTo>
                    <a:pt x="320" y="2932"/>
                  </a:lnTo>
                  <a:lnTo>
                    <a:pt x="392" y="3033"/>
                  </a:lnTo>
                  <a:lnTo>
                    <a:pt x="469" y="3127"/>
                  </a:lnTo>
                  <a:lnTo>
                    <a:pt x="551" y="3215"/>
                  </a:lnTo>
                  <a:lnTo>
                    <a:pt x="640" y="3297"/>
                  </a:lnTo>
                  <a:lnTo>
                    <a:pt x="734" y="3374"/>
                  </a:lnTo>
                  <a:lnTo>
                    <a:pt x="836" y="3445"/>
                  </a:lnTo>
                  <a:lnTo>
                    <a:pt x="945" y="3513"/>
                  </a:lnTo>
                  <a:lnTo>
                    <a:pt x="1024" y="3556"/>
                  </a:lnTo>
                  <a:lnTo>
                    <a:pt x="1101" y="3594"/>
                  </a:lnTo>
                  <a:lnTo>
                    <a:pt x="1181" y="3628"/>
                  </a:lnTo>
                  <a:lnTo>
                    <a:pt x="1266" y="3660"/>
                  </a:lnTo>
                  <a:lnTo>
                    <a:pt x="1266" y="3660"/>
                  </a:lnTo>
                  <a:lnTo>
                    <a:pt x="1266" y="3660"/>
                  </a:lnTo>
                  <a:lnTo>
                    <a:pt x="1266" y="3660"/>
                  </a:lnTo>
                  <a:lnTo>
                    <a:pt x="1265" y="3660"/>
                  </a:lnTo>
                  <a:lnTo>
                    <a:pt x="1265" y="3661"/>
                  </a:lnTo>
                  <a:lnTo>
                    <a:pt x="1265" y="3661"/>
                  </a:lnTo>
                  <a:lnTo>
                    <a:pt x="1265" y="3661"/>
                  </a:lnTo>
                  <a:lnTo>
                    <a:pt x="1265" y="3661"/>
                  </a:lnTo>
                  <a:lnTo>
                    <a:pt x="1265" y="3661"/>
                  </a:lnTo>
                  <a:lnTo>
                    <a:pt x="1265" y="3662"/>
                  </a:lnTo>
                  <a:lnTo>
                    <a:pt x="1265" y="3662"/>
                  </a:lnTo>
                  <a:lnTo>
                    <a:pt x="1265" y="4315"/>
                  </a:lnTo>
                  <a:lnTo>
                    <a:pt x="1266" y="4337"/>
                  </a:lnTo>
                  <a:lnTo>
                    <a:pt x="1269" y="4360"/>
                  </a:lnTo>
                  <a:lnTo>
                    <a:pt x="1275" y="4381"/>
                  </a:lnTo>
                  <a:lnTo>
                    <a:pt x="1282" y="4401"/>
                  </a:lnTo>
                  <a:lnTo>
                    <a:pt x="1292" y="4420"/>
                  </a:lnTo>
                  <a:lnTo>
                    <a:pt x="1303" y="4439"/>
                  </a:lnTo>
                  <a:lnTo>
                    <a:pt x="1316" y="4456"/>
                  </a:lnTo>
                  <a:lnTo>
                    <a:pt x="1330" y="4471"/>
                  </a:lnTo>
                  <a:lnTo>
                    <a:pt x="1346" y="4486"/>
                  </a:lnTo>
                  <a:lnTo>
                    <a:pt x="1363" y="4498"/>
                  </a:lnTo>
                  <a:lnTo>
                    <a:pt x="1381" y="4509"/>
                  </a:lnTo>
                  <a:lnTo>
                    <a:pt x="1400" y="4518"/>
                  </a:lnTo>
                  <a:lnTo>
                    <a:pt x="1421" y="4526"/>
                  </a:lnTo>
                  <a:lnTo>
                    <a:pt x="1442" y="4531"/>
                  </a:lnTo>
                  <a:lnTo>
                    <a:pt x="1464" y="4535"/>
                  </a:lnTo>
                  <a:lnTo>
                    <a:pt x="1487" y="4536"/>
                  </a:lnTo>
                  <a:lnTo>
                    <a:pt x="2291" y="4536"/>
                  </a:lnTo>
                  <a:lnTo>
                    <a:pt x="2314" y="4535"/>
                  </a:lnTo>
                  <a:lnTo>
                    <a:pt x="2336" y="4531"/>
                  </a:lnTo>
                  <a:lnTo>
                    <a:pt x="2357" y="4526"/>
                  </a:lnTo>
                  <a:lnTo>
                    <a:pt x="2377" y="4518"/>
                  </a:lnTo>
                  <a:lnTo>
                    <a:pt x="2397" y="4509"/>
                  </a:lnTo>
                  <a:lnTo>
                    <a:pt x="2415" y="4498"/>
                  </a:lnTo>
                  <a:lnTo>
                    <a:pt x="2432" y="4486"/>
                  </a:lnTo>
                  <a:lnTo>
                    <a:pt x="2448" y="4471"/>
                  </a:lnTo>
                  <a:lnTo>
                    <a:pt x="2462" y="4456"/>
                  </a:lnTo>
                  <a:lnTo>
                    <a:pt x="2475" y="4439"/>
                  </a:lnTo>
                  <a:lnTo>
                    <a:pt x="2486" y="4420"/>
                  </a:lnTo>
                  <a:lnTo>
                    <a:pt x="2496" y="4401"/>
                  </a:lnTo>
                  <a:lnTo>
                    <a:pt x="2503" y="4381"/>
                  </a:lnTo>
                  <a:lnTo>
                    <a:pt x="2508" y="4360"/>
                  </a:lnTo>
                  <a:lnTo>
                    <a:pt x="2512" y="4337"/>
                  </a:lnTo>
                  <a:lnTo>
                    <a:pt x="2513" y="4315"/>
                  </a:lnTo>
                  <a:lnTo>
                    <a:pt x="2513" y="3662"/>
                  </a:lnTo>
                  <a:lnTo>
                    <a:pt x="2513" y="3660"/>
                  </a:lnTo>
                  <a:lnTo>
                    <a:pt x="2513" y="3660"/>
                  </a:lnTo>
                  <a:lnTo>
                    <a:pt x="2597" y="3628"/>
                  </a:lnTo>
                  <a:lnTo>
                    <a:pt x="2677" y="3594"/>
                  </a:lnTo>
                  <a:lnTo>
                    <a:pt x="2754" y="3556"/>
                  </a:lnTo>
                  <a:lnTo>
                    <a:pt x="2833" y="3513"/>
                  </a:lnTo>
                  <a:lnTo>
                    <a:pt x="2942" y="3446"/>
                  </a:lnTo>
                  <a:lnTo>
                    <a:pt x="3044" y="3374"/>
                  </a:lnTo>
                  <a:lnTo>
                    <a:pt x="3139" y="3298"/>
                  </a:lnTo>
                  <a:lnTo>
                    <a:pt x="3227" y="3216"/>
                  </a:lnTo>
                  <a:lnTo>
                    <a:pt x="3309" y="3128"/>
                  </a:lnTo>
                  <a:lnTo>
                    <a:pt x="3386" y="3033"/>
                  </a:lnTo>
                  <a:lnTo>
                    <a:pt x="3458" y="2932"/>
                  </a:lnTo>
                  <a:lnTo>
                    <a:pt x="3525" y="2823"/>
                  </a:lnTo>
                  <a:lnTo>
                    <a:pt x="3585" y="2711"/>
                  </a:lnTo>
                  <a:lnTo>
                    <a:pt x="3637" y="2599"/>
                  </a:lnTo>
                  <a:lnTo>
                    <a:pt x="3681" y="2486"/>
                  </a:lnTo>
                  <a:lnTo>
                    <a:pt x="3716" y="2371"/>
                  </a:lnTo>
                  <a:lnTo>
                    <a:pt x="3743" y="2254"/>
                  </a:lnTo>
                  <a:lnTo>
                    <a:pt x="3762" y="2135"/>
                  </a:lnTo>
                  <a:lnTo>
                    <a:pt x="3774" y="2011"/>
                  </a:lnTo>
                  <a:lnTo>
                    <a:pt x="3778" y="1884"/>
                  </a:lnTo>
                  <a:lnTo>
                    <a:pt x="3778" y="1884"/>
                  </a:lnTo>
                  <a:lnTo>
                    <a:pt x="3778" y="1884"/>
                  </a:lnTo>
                  <a:lnTo>
                    <a:pt x="3774" y="1756"/>
                  </a:lnTo>
                  <a:lnTo>
                    <a:pt x="3763" y="1633"/>
                  </a:lnTo>
                  <a:lnTo>
                    <a:pt x="3744" y="1513"/>
                  </a:lnTo>
                  <a:lnTo>
                    <a:pt x="3717" y="1395"/>
                  </a:lnTo>
                  <a:lnTo>
                    <a:pt x="3681" y="1281"/>
                  </a:lnTo>
                  <a:lnTo>
                    <a:pt x="3638" y="1167"/>
                  </a:lnTo>
                  <a:lnTo>
                    <a:pt x="3586" y="1054"/>
                  </a:lnTo>
                  <a:lnTo>
                    <a:pt x="3525" y="942"/>
                  </a:lnTo>
                  <a:lnTo>
                    <a:pt x="3458" y="833"/>
                  </a:lnTo>
                  <a:lnTo>
                    <a:pt x="3386" y="732"/>
                  </a:lnTo>
                  <a:lnTo>
                    <a:pt x="3309" y="637"/>
                  </a:lnTo>
                  <a:lnTo>
                    <a:pt x="3227" y="549"/>
                  </a:lnTo>
                  <a:lnTo>
                    <a:pt x="3138" y="467"/>
                  </a:lnTo>
                  <a:lnTo>
                    <a:pt x="3044" y="391"/>
                  </a:lnTo>
                  <a:lnTo>
                    <a:pt x="2942" y="319"/>
                  </a:lnTo>
                  <a:lnTo>
                    <a:pt x="2833" y="252"/>
                  </a:lnTo>
                  <a:lnTo>
                    <a:pt x="2720" y="191"/>
                  </a:lnTo>
                  <a:lnTo>
                    <a:pt x="2607" y="139"/>
                  </a:lnTo>
                  <a:lnTo>
                    <a:pt x="2493" y="96"/>
                  </a:lnTo>
                  <a:lnTo>
                    <a:pt x="2378" y="61"/>
                  </a:lnTo>
                  <a:lnTo>
                    <a:pt x="2261" y="34"/>
                  </a:lnTo>
                  <a:lnTo>
                    <a:pt x="2141" y="15"/>
                  </a:lnTo>
                  <a:lnTo>
                    <a:pt x="2017" y="4"/>
                  </a:lnTo>
                  <a:lnTo>
                    <a:pt x="1889" y="0"/>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88" name=""/>
            <p:cNvSpPr/>
            <p:nvPr/>
          </p:nvSpPr>
          <p:spPr>
            <a:xfrm>
              <a:off x="1338840" y="5067000"/>
              <a:ext cx="634680" cy="155880"/>
            </a:xfrm>
            <a:custGeom>
              <a:avLst/>
              <a:gdLst>
                <a:gd name="textAreaLeft" fmla="*/ 0 w 634680"/>
                <a:gd name="textAreaRight" fmla="*/ 638280 w 634680"/>
                <a:gd name="textAreaTop" fmla="*/ 0 h 155880"/>
                <a:gd name="textAreaBottom" fmla="*/ 159480 h 155880"/>
              </a:gdLst>
              <a:ahLst/>
              <a:cxnLst/>
              <a:rect l="textAreaLeft" t="textAreaTop" r="textAreaRight" b="textAreaBottom"/>
              <a:pathLst>
                <a:path w="1773" h="443">
                  <a:moveTo>
                    <a:pt x="886" y="443"/>
                  </a:moveTo>
                  <a:lnTo>
                    <a:pt x="1551" y="443"/>
                  </a:lnTo>
                  <a:lnTo>
                    <a:pt x="1574" y="442"/>
                  </a:lnTo>
                  <a:lnTo>
                    <a:pt x="1596" y="439"/>
                  </a:lnTo>
                  <a:lnTo>
                    <a:pt x="1617" y="433"/>
                  </a:lnTo>
                  <a:lnTo>
                    <a:pt x="1637" y="426"/>
                  </a:lnTo>
                  <a:lnTo>
                    <a:pt x="1656" y="416"/>
                  </a:lnTo>
                  <a:lnTo>
                    <a:pt x="1675" y="405"/>
                  </a:lnTo>
                  <a:lnTo>
                    <a:pt x="1692" y="393"/>
                  </a:lnTo>
                  <a:lnTo>
                    <a:pt x="1708" y="378"/>
                  </a:lnTo>
                  <a:lnTo>
                    <a:pt x="1722" y="363"/>
                  </a:lnTo>
                  <a:lnTo>
                    <a:pt x="1735" y="346"/>
                  </a:lnTo>
                  <a:lnTo>
                    <a:pt x="1746" y="328"/>
                  </a:lnTo>
                  <a:lnTo>
                    <a:pt x="1755" y="308"/>
                  </a:lnTo>
                  <a:lnTo>
                    <a:pt x="1763" y="288"/>
                  </a:lnTo>
                  <a:lnTo>
                    <a:pt x="1768" y="267"/>
                  </a:lnTo>
                  <a:lnTo>
                    <a:pt x="1772" y="245"/>
                  </a:lnTo>
                  <a:lnTo>
                    <a:pt x="1773" y="222"/>
                  </a:lnTo>
                  <a:lnTo>
                    <a:pt x="1772" y="199"/>
                  </a:lnTo>
                  <a:lnTo>
                    <a:pt x="1768" y="177"/>
                  </a:lnTo>
                  <a:lnTo>
                    <a:pt x="1763" y="156"/>
                  </a:lnTo>
                  <a:lnTo>
                    <a:pt x="1755" y="136"/>
                  </a:lnTo>
                  <a:lnTo>
                    <a:pt x="1746" y="116"/>
                  </a:lnTo>
                  <a:lnTo>
                    <a:pt x="1735" y="98"/>
                  </a:lnTo>
                  <a:lnTo>
                    <a:pt x="1722" y="81"/>
                  </a:lnTo>
                  <a:lnTo>
                    <a:pt x="1708" y="65"/>
                  </a:lnTo>
                  <a:lnTo>
                    <a:pt x="1692" y="51"/>
                  </a:lnTo>
                  <a:lnTo>
                    <a:pt x="1675" y="38"/>
                  </a:lnTo>
                  <a:lnTo>
                    <a:pt x="1656" y="27"/>
                  </a:lnTo>
                  <a:lnTo>
                    <a:pt x="1637" y="17"/>
                  </a:lnTo>
                  <a:lnTo>
                    <a:pt x="1617" y="10"/>
                  </a:lnTo>
                  <a:lnTo>
                    <a:pt x="1596" y="5"/>
                  </a:lnTo>
                  <a:lnTo>
                    <a:pt x="1574" y="1"/>
                  </a:lnTo>
                  <a:lnTo>
                    <a:pt x="1551" y="0"/>
                  </a:lnTo>
                  <a:lnTo>
                    <a:pt x="221" y="0"/>
                  </a:lnTo>
                  <a:lnTo>
                    <a:pt x="198" y="1"/>
                  </a:lnTo>
                  <a:lnTo>
                    <a:pt x="176" y="5"/>
                  </a:lnTo>
                  <a:lnTo>
                    <a:pt x="155" y="10"/>
                  </a:lnTo>
                  <a:lnTo>
                    <a:pt x="135" y="17"/>
                  </a:lnTo>
                  <a:lnTo>
                    <a:pt x="116" y="27"/>
                  </a:lnTo>
                  <a:lnTo>
                    <a:pt x="97" y="38"/>
                  </a:lnTo>
                  <a:lnTo>
                    <a:pt x="80" y="51"/>
                  </a:lnTo>
                  <a:lnTo>
                    <a:pt x="65" y="65"/>
                  </a:lnTo>
                  <a:lnTo>
                    <a:pt x="50" y="81"/>
                  </a:lnTo>
                  <a:lnTo>
                    <a:pt x="38" y="98"/>
                  </a:lnTo>
                  <a:lnTo>
                    <a:pt x="27" y="116"/>
                  </a:lnTo>
                  <a:lnTo>
                    <a:pt x="17" y="136"/>
                  </a:lnTo>
                  <a:lnTo>
                    <a:pt x="10" y="156"/>
                  </a:lnTo>
                  <a:lnTo>
                    <a:pt x="4" y="177"/>
                  </a:lnTo>
                  <a:lnTo>
                    <a:pt x="1" y="199"/>
                  </a:lnTo>
                  <a:lnTo>
                    <a:pt x="0" y="222"/>
                  </a:lnTo>
                  <a:lnTo>
                    <a:pt x="1" y="245"/>
                  </a:lnTo>
                  <a:lnTo>
                    <a:pt x="4" y="267"/>
                  </a:lnTo>
                  <a:lnTo>
                    <a:pt x="10" y="288"/>
                  </a:lnTo>
                  <a:lnTo>
                    <a:pt x="17" y="308"/>
                  </a:lnTo>
                  <a:lnTo>
                    <a:pt x="27" y="328"/>
                  </a:lnTo>
                  <a:lnTo>
                    <a:pt x="38" y="346"/>
                  </a:lnTo>
                  <a:lnTo>
                    <a:pt x="50" y="363"/>
                  </a:lnTo>
                  <a:lnTo>
                    <a:pt x="65" y="378"/>
                  </a:lnTo>
                  <a:lnTo>
                    <a:pt x="80" y="393"/>
                  </a:lnTo>
                  <a:lnTo>
                    <a:pt x="97" y="405"/>
                  </a:lnTo>
                  <a:lnTo>
                    <a:pt x="116" y="416"/>
                  </a:lnTo>
                  <a:lnTo>
                    <a:pt x="135" y="426"/>
                  </a:lnTo>
                  <a:lnTo>
                    <a:pt x="155" y="433"/>
                  </a:lnTo>
                  <a:lnTo>
                    <a:pt x="176" y="439"/>
                  </a:lnTo>
                  <a:lnTo>
                    <a:pt x="198" y="442"/>
                  </a:lnTo>
                  <a:lnTo>
                    <a:pt x="221" y="443"/>
                  </a:lnTo>
                  <a:lnTo>
                    <a:pt x="886" y="443"/>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89" name=""/>
            <p:cNvSpPr/>
            <p:nvPr/>
          </p:nvSpPr>
          <p:spPr>
            <a:xfrm>
              <a:off x="1400400" y="5224320"/>
              <a:ext cx="511560" cy="155520"/>
            </a:xfrm>
            <a:custGeom>
              <a:avLst/>
              <a:gdLst>
                <a:gd name="textAreaLeft" fmla="*/ 0 w 511560"/>
                <a:gd name="textAreaRight" fmla="*/ 515160 w 511560"/>
                <a:gd name="textAreaTop" fmla="*/ 0 h 155520"/>
                <a:gd name="textAreaBottom" fmla="*/ 159120 h 155520"/>
              </a:gdLst>
              <a:ahLst/>
              <a:cxnLst/>
              <a:rect l="textAreaLeft" t="textAreaTop" r="textAreaRight" b="textAreaBottom"/>
              <a:pathLst>
                <a:path w="1431" h="442">
                  <a:moveTo>
                    <a:pt x="715" y="442"/>
                  </a:moveTo>
                  <a:lnTo>
                    <a:pt x="1209" y="442"/>
                  </a:lnTo>
                  <a:lnTo>
                    <a:pt x="1232" y="441"/>
                  </a:lnTo>
                  <a:lnTo>
                    <a:pt x="1254" y="437"/>
                  </a:lnTo>
                  <a:lnTo>
                    <a:pt x="1275" y="432"/>
                  </a:lnTo>
                  <a:lnTo>
                    <a:pt x="1295" y="425"/>
                  </a:lnTo>
                  <a:lnTo>
                    <a:pt x="1315" y="415"/>
                  </a:lnTo>
                  <a:lnTo>
                    <a:pt x="1333" y="404"/>
                  </a:lnTo>
                  <a:lnTo>
                    <a:pt x="1350" y="391"/>
                  </a:lnTo>
                  <a:lnTo>
                    <a:pt x="1366" y="377"/>
                  </a:lnTo>
                  <a:lnTo>
                    <a:pt x="1380" y="362"/>
                  </a:lnTo>
                  <a:lnTo>
                    <a:pt x="1393" y="345"/>
                  </a:lnTo>
                  <a:lnTo>
                    <a:pt x="1404" y="326"/>
                  </a:lnTo>
                  <a:lnTo>
                    <a:pt x="1413" y="307"/>
                  </a:lnTo>
                  <a:lnTo>
                    <a:pt x="1421" y="287"/>
                  </a:lnTo>
                  <a:lnTo>
                    <a:pt x="1426" y="266"/>
                  </a:lnTo>
                  <a:lnTo>
                    <a:pt x="1430" y="244"/>
                  </a:lnTo>
                  <a:lnTo>
                    <a:pt x="1431" y="221"/>
                  </a:lnTo>
                  <a:lnTo>
                    <a:pt x="1431" y="221"/>
                  </a:lnTo>
                  <a:lnTo>
                    <a:pt x="1430" y="198"/>
                  </a:lnTo>
                  <a:lnTo>
                    <a:pt x="1426" y="176"/>
                  </a:lnTo>
                  <a:lnTo>
                    <a:pt x="1421" y="155"/>
                  </a:lnTo>
                  <a:lnTo>
                    <a:pt x="1413" y="135"/>
                  </a:lnTo>
                  <a:lnTo>
                    <a:pt x="1404" y="116"/>
                  </a:lnTo>
                  <a:lnTo>
                    <a:pt x="1393" y="97"/>
                  </a:lnTo>
                  <a:lnTo>
                    <a:pt x="1380" y="80"/>
                  </a:lnTo>
                  <a:lnTo>
                    <a:pt x="1366" y="65"/>
                  </a:lnTo>
                  <a:lnTo>
                    <a:pt x="1350" y="50"/>
                  </a:lnTo>
                  <a:lnTo>
                    <a:pt x="1333" y="38"/>
                  </a:lnTo>
                  <a:lnTo>
                    <a:pt x="1315" y="27"/>
                  </a:lnTo>
                  <a:lnTo>
                    <a:pt x="1295" y="17"/>
                  </a:lnTo>
                  <a:lnTo>
                    <a:pt x="1275" y="10"/>
                  </a:lnTo>
                  <a:lnTo>
                    <a:pt x="1254" y="4"/>
                  </a:lnTo>
                  <a:lnTo>
                    <a:pt x="1232" y="1"/>
                  </a:lnTo>
                  <a:lnTo>
                    <a:pt x="1209" y="0"/>
                  </a:lnTo>
                  <a:lnTo>
                    <a:pt x="221" y="0"/>
                  </a:lnTo>
                  <a:lnTo>
                    <a:pt x="198" y="1"/>
                  </a:lnTo>
                  <a:lnTo>
                    <a:pt x="176" y="4"/>
                  </a:lnTo>
                  <a:lnTo>
                    <a:pt x="155" y="10"/>
                  </a:lnTo>
                  <a:lnTo>
                    <a:pt x="135" y="17"/>
                  </a:lnTo>
                  <a:lnTo>
                    <a:pt x="116" y="27"/>
                  </a:lnTo>
                  <a:lnTo>
                    <a:pt x="97" y="38"/>
                  </a:lnTo>
                  <a:lnTo>
                    <a:pt x="80" y="50"/>
                  </a:lnTo>
                  <a:lnTo>
                    <a:pt x="65" y="65"/>
                  </a:lnTo>
                  <a:lnTo>
                    <a:pt x="50" y="80"/>
                  </a:lnTo>
                  <a:lnTo>
                    <a:pt x="38" y="97"/>
                  </a:lnTo>
                  <a:lnTo>
                    <a:pt x="27" y="116"/>
                  </a:lnTo>
                  <a:lnTo>
                    <a:pt x="17" y="135"/>
                  </a:lnTo>
                  <a:lnTo>
                    <a:pt x="10" y="155"/>
                  </a:lnTo>
                  <a:lnTo>
                    <a:pt x="4" y="176"/>
                  </a:lnTo>
                  <a:lnTo>
                    <a:pt x="1" y="198"/>
                  </a:lnTo>
                  <a:lnTo>
                    <a:pt x="0" y="221"/>
                  </a:lnTo>
                  <a:lnTo>
                    <a:pt x="0" y="221"/>
                  </a:lnTo>
                  <a:lnTo>
                    <a:pt x="1" y="244"/>
                  </a:lnTo>
                  <a:lnTo>
                    <a:pt x="4" y="266"/>
                  </a:lnTo>
                  <a:lnTo>
                    <a:pt x="10" y="287"/>
                  </a:lnTo>
                  <a:lnTo>
                    <a:pt x="17" y="307"/>
                  </a:lnTo>
                  <a:lnTo>
                    <a:pt x="27" y="326"/>
                  </a:lnTo>
                  <a:lnTo>
                    <a:pt x="38" y="345"/>
                  </a:lnTo>
                  <a:lnTo>
                    <a:pt x="50" y="362"/>
                  </a:lnTo>
                  <a:lnTo>
                    <a:pt x="65" y="377"/>
                  </a:lnTo>
                  <a:lnTo>
                    <a:pt x="80" y="391"/>
                  </a:lnTo>
                  <a:lnTo>
                    <a:pt x="97" y="404"/>
                  </a:lnTo>
                  <a:lnTo>
                    <a:pt x="116" y="415"/>
                  </a:lnTo>
                  <a:lnTo>
                    <a:pt x="135" y="425"/>
                  </a:lnTo>
                  <a:lnTo>
                    <a:pt x="155" y="432"/>
                  </a:lnTo>
                  <a:lnTo>
                    <a:pt x="176" y="437"/>
                  </a:lnTo>
                  <a:lnTo>
                    <a:pt x="198" y="441"/>
                  </a:lnTo>
                  <a:lnTo>
                    <a:pt x="221" y="442"/>
                  </a:lnTo>
                  <a:lnTo>
                    <a:pt x="715" y="442"/>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90" name=""/>
            <p:cNvSpPr/>
            <p:nvPr/>
          </p:nvSpPr>
          <p:spPr>
            <a:xfrm>
              <a:off x="1350000" y="3885120"/>
              <a:ext cx="619560" cy="1178280"/>
            </a:xfrm>
            <a:custGeom>
              <a:avLst/>
              <a:gdLst>
                <a:gd name="textAreaLeft" fmla="*/ 0 w 619560"/>
                <a:gd name="textAreaRight" fmla="*/ 623160 w 619560"/>
                <a:gd name="textAreaTop" fmla="*/ 0 h 1178280"/>
                <a:gd name="textAreaBottom" fmla="*/ 1181880 h 1178280"/>
              </a:gdLst>
              <a:ahLst/>
              <a:cxnLst/>
              <a:rect l="textAreaLeft" t="textAreaTop" r="textAreaRight" b="textAreaBottom"/>
              <a:pathLst>
                <a:path w="1731" h="3283">
                  <a:moveTo>
                    <a:pt x="628" y="3283"/>
                  </a:moveTo>
                  <a:lnTo>
                    <a:pt x="642" y="2455"/>
                  </a:lnTo>
                  <a:lnTo>
                    <a:pt x="649" y="2018"/>
                  </a:lnTo>
                  <a:lnTo>
                    <a:pt x="658" y="1735"/>
                  </a:lnTo>
                  <a:lnTo>
                    <a:pt x="664" y="1685"/>
                  </a:lnTo>
                  <a:lnTo>
                    <a:pt x="676" y="1638"/>
                  </a:lnTo>
                  <a:lnTo>
                    <a:pt x="694" y="1593"/>
                  </a:lnTo>
                  <a:lnTo>
                    <a:pt x="717" y="1550"/>
                  </a:lnTo>
                  <a:lnTo>
                    <a:pt x="744" y="1509"/>
                  </a:lnTo>
                  <a:lnTo>
                    <a:pt x="776" y="1471"/>
                  </a:lnTo>
                  <a:lnTo>
                    <a:pt x="850" y="1399"/>
                  </a:lnTo>
                  <a:lnTo>
                    <a:pt x="936" y="1332"/>
                  </a:lnTo>
                  <a:lnTo>
                    <a:pt x="1031" y="1270"/>
                  </a:lnTo>
                  <a:lnTo>
                    <a:pt x="1234" y="1149"/>
                  </a:lnTo>
                  <a:lnTo>
                    <a:pt x="1432" y="1025"/>
                  </a:lnTo>
                  <a:lnTo>
                    <a:pt x="1520" y="957"/>
                  </a:lnTo>
                  <a:lnTo>
                    <a:pt x="1598" y="884"/>
                  </a:lnTo>
                  <a:lnTo>
                    <a:pt x="1631" y="844"/>
                  </a:lnTo>
                  <a:lnTo>
                    <a:pt x="1660" y="803"/>
                  </a:lnTo>
                  <a:lnTo>
                    <a:pt x="1685" y="759"/>
                  </a:lnTo>
                  <a:lnTo>
                    <a:pt x="1705" y="713"/>
                  </a:lnTo>
                  <a:lnTo>
                    <a:pt x="1720" y="665"/>
                  </a:lnTo>
                  <a:lnTo>
                    <a:pt x="1728" y="613"/>
                  </a:lnTo>
                  <a:lnTo>
                    <a:pt x="1731" y="558"/>
                  </a:lnTo>
                  <a:lnTo>
                    <a:pt x="1727" y="501"/>
                  </a:lnTo>
                  <a:lnTo>
                    <a:pt x="1718" y="454"/>
                  </a:lnTo>
                  <a:lnTo>
                    <a:pt x="1704" y="414"/>
                  </a:lnTo>
                  <a:lnTo>
                    <a:pt x="1685" y="378"/>
                  </a:lnTo>
                  <a:lnTo>
                    <a:pt x="1661" y="348"/>
                  </a:lnTo>
                  <a:lnTo>
                    <a:pt x="1633" y="323"/>
                  </a:lnTo>
                  <a:lnTo>
                    <a:pt x="1601" y="302"/>
                  </a:lnTo>
                  <a:lnTo>
                    <a:pt x="1566" y="286"/>
                  </a:lnTo>
                  <a:lnTo>
                    <a:pt x="1528" y="275"/>
                  </a:lnTo>
                  <a:lnTo>
                    <a:pt x="1487" y="267"/>
                  </a:lnTo>
                  <a:lnTo>
                    <a:pt x="1445" y="263"/>
                  </a:lnTo>
                  <a:lnTo>
                    <a:pt x="1355" y="267"/>
                  </a:lnTo>
                  <a:lnTo>
                    <a:pt x="1263" y="283"/>
                  </a:lnTo>
                  <a:lnTo>
                    <a:pt x="1171" y="310"/>
                  </a:lnTo>
                  <a:lnTo>
                    <a:pt x="1082" y="347"/>
                  </a:lnTo>
                  <a:lnTo>
                    <a:pt x="1001" y="391"/>
                  </a:lnTo>
                  <a:lnTo>
                    <a:pt x="929" y="441"/>
                  </a:lnTo>
                  <a:lnTo>
                    <a:pt x="899" y="468"/>
                  </a:lnTo>
                  <a:lnTo>
                    <a:pt x="872" y="496"/>
                  </a:lnTo>
                  <a:lnTo>
                    <a:pt x="849" y="524"/>
                  </a:lnTo>
                  <a:lnTo>
                    <a:pt x="831" y="553"/>
                  </a:lnTo>
                  <a:lnTo>
                    <a:pt x="819" y="582"/>
                  </a:lnTo>
                  <a:lnTo>
                    <a:pt x="811" y="610"/>
                  </a:lnTo>
                  <a:lnTo>
                    <a:pt x="810" y="639"/>
                  </a:lnTo>
                  <a:lnTo>
                    <a:pt x="815" y="667"/>
                  </a:lnTo>
                  <a:lnTo>
                    <a:pt x="827" y="695"/>
                  </a:lnTo>
                  <a:lnTo>
                    <a:pt x="846" y="721"/>
                  </a:lnTo>
                  <a:lnTo>
                    <a:pt x="864" y="739"/>
                  </a:lnTo>
                  <a:lnTo>
                    <a:pt x="881" y="753"/>
                  </a:lnTo>
                  <a:lnTo>
                    <a:pt x="898" y="763"/>
                  </a:lnTo>
                  <a:lnTo>
                    <a:pt x="915" y="769"/>
                  </a:lnTo>
                  <a:lnTo>
                    <a:pt x="932" y="771"/>
                  </a:lnTo>
                  <a:lnTo>
                    <a:pt x="948" y="770"/>
                  </a:lnTo>
                  <a:lnTo>
                    <a:pt x="964" y="766"/>
                  </a:lnTo>
                  <a:lnTo>
                    <a:pt x="979" y="759"/>
                  </a:lnTo>
                  <a:lnTo>
                    <a:pt x="993" y="749"/>
                  </a:lnTo>
                  <a:lnTo>
                    <a:pt x="1007" y="736"/>
                  </a:lnTo>
                  <a:lnTo>
                    <a:pt x="1019" y="721"/>
                  </a:lnTo>
                  <a:lnTo>
                    <a:pt x="1031" y="704"/>
                  </a:lnTo>
                  <a:lnTo>
                    <a:pt x="1052" y="664"/>
                  </a:lnTo>
                  <a:lnTo>
                    <a:pt x="1068" y="617"/>
                  </a:lnTo>
                  <a:lnTo>
                    <a:pt x="1079" y="565"/>
                  </a:lnTo>
                  <a:lnTo>
                    <a:pt x="1083" y="510"/>
                  </a:lnTo>
                  <a:lnTo>
                    <a:pt x="1082" y="453"/>
                  </a:lnTo>
                  <a:lnTo>
                    <a:pt x="1073" y="395"/>
                  </a:lnTo>
                  <a:lnTo>
                    <a:pt x="1056" y="338"/>
                  </a:lnTo>
                  <a:lnTo>
                    <a:pt x="1031" y="284"/>
                  </a:lnTo>
                  <a:lnTo>
                    <a:pt x="1015" y="259"/>
                  </a:lnTo>
                  <a:lnTo>
                    <a:pt x="996" y="235"/>
                  </a:lnTo>
                  <a:lnTo>
                    <a:pt x="976" y="212"/>
                  </a:lnTo>
                  <a:lnTo>
                    <a:pt x="952" y="191"/>
                  </a:lnTo>
                  <a:lnTo>
                    <a:pt x="921" y="167"/>
                  </a:lnTo>
                  <a:lnTo>
                    <a:pt x="880" y="141"/>
                  </a:lnTo>
                  <a:lnTo>
                    <a:pt x="831" y="114"/>
                  </a:lnTo>
                  <a:lnTo>
                    <a:pt x="774" y="87"/>
                  </a:lnTo>
                  <a:lnTo>
                    <a:pt x="712" y="61"/>
                  </a:lnTo>
                  <a:lnTo>
                    <a:pt x="646" y="38"/>
                  </a:lnTo>
                  <a:lnTo>
                    <a:pt x="576" y="19"/>
                  </a:lnTo>
                  <a:lnTo>
                    <a:pt x="504" y="6"/>
                  </a:lnTo>
                  <a:lnTo>
                    <a:pt x="432" y="0"/>
                  </a:lnTo>
                  <a:lnTo>
                    <a:pt x="360" y="2"/>
                  </a:lnTo>
                  <a:lnTo>
                    <a:pt x="290" y="14"/>
                  </a:lnTo>
                  <a:lnTo>
                    <a:pt x="257" y="24"/>
                  </a:lnTo>
                  <a:lnTo>
                    <a:pt x="224" y="37"/>
                  </a:lnTo>
                  <a:lnTo>
                    <a:pt x="193" y="54"/>
                  </a:lnTo>
                  <a:lnTo>
                    <a:pt x="162" y="73"/>
                  </a:lnTo>
                  <a:lnTo>
                    <a:pt x="134" y="96"/>
                  </a:lnTo>
                  <a:lnTo>
                    <a:pt x="107" y="123"/>
                  </a:lnTo>
                  <a:lnTo>
                    <a:pt x="81" y="153"/>
                  </a:lnTo>
                  <a:lnTo>
                    <a:pt x="58" y="188"/>
                  </a:lnTo>
                  <a:lnTo>
                    <a:pt x="37" y="226"/>
                  </a:lnTo>
                  <a:lnTo>
                    <a:pt x="18" y="270"/>
                  </a:lnTo>
                  <a:lnTo>
                    <a:pt x="5" y="313"/>
                  </a:lnTo>
                  <a:lnTo>
                    <a:pt x="0" y="357"/>
                  </a:lnTo>
                  <a:lnTo>
                    <a:pt x="2" y="401"/>
                  </a:lnTo>
                  <a:lnTo>
                    <a:pt x="10" y="445"/>
                  </a:lnTo>
                  <a:lnTo>
                    <a:pt x="25" y="490"/>
                  </a:lnTo>
                  <a:lnTo>
                    <a:pt x="46" y="535"/>
                  </a:lnTo>
                  <a:lnTo>
                    <a:pt x="102" y="626"/>
                  </a:lnTo>
                  <a:lnTo>
                    <a:pt x="176" y="717"/>
                  </a:lnTo>
                  <a:lnTo>
                    <a:pt x="264" y="809"/>
                  </a:lnTo>
                  <a:lnTo>
                    <a:pt x="465" y="992"/>
                  </a:lnTo>
                  <a:lnTo>
                    <a:pt x="675" y="1173"/>
                  </a:lnTo>
                  <a:lnTo>
                    <a:pt x="866" y="1349"/>
                  </a:lnTo>
                  <a:lnTo>
                    <a:pt x="945" y="1435"/>
                  </a:lnTo>
                  <a:lnTo>
                    <a:pt x="1007" y="1520"/>
                  </a:lnTo>
                  <a:lnTo>
                    <a:pt x="1030" y="1561"/>
                  </a:lnTo>
                  <a:lnTo>
                    <a:pt x="1049" y="1602"/>
                  </a:lnTo>
                  <a:lnTo>
                    <a:pt x="1061" y="1642"/>
                  </a:lnTo>
                  <a:lnTo>
                    <a:pt x="1067" y="1681"/>
                  </a:lnTo>
                  <a:lnTo>
                    <a:pt x="1072" y="1834"/>
                  </a:lnTo>
                  <a:lnTo>
                    <a:pt x="1072" y="2054"/>
                  </a:lnTo>
                  <a:lnTo>
                    <a:pt x="1062" y="2591"/>
                  </a:lnTo>
                  <a:lnTo>
                    <a:pt x="1041" y="3283"/>
                  </a:lnTo>
                  <a:lnTo>
                    <a:pt x="628" y="3283"/>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91" name=""/>
            <p:cNvSpPr/>
            <p:nvPr/>
          </p:nvSpPr>
          <p:spPr>
            <a:xfrm>
              <a:off x="1657800" y="2833920"/>
              <a:ext cx="360" cy="23256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92" name=""/>
            <p:cNvSpPr/>
            <p:nvPr/>
          </p:nvSpPr>
          <p:spPr>
            <a:xfrm flipH="1">
              <a:off x="2463120" y="3170880"/>
              <a:ext cx="164880" cy="16452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93" name=""/>
            <p:cNvSpPr/>
            <p:nvPr/>
          </p:nvSpPr>
          <p:spPr>
            <a:xfrm flipH="1">
              <a:off x="2542320" y="4071240"/>
              <a:ext cx="233280" cy="36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94" name=""/>
            <p:cNvSpPr/>
            <p:nvPr/>
          </p:nvSpPr>
          <p:spPr>
            <a:xfrm>
              <a:off x="687600" y="3170880"/>
              <a:ext cx="165240" cy="16452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95" name=""/>
            <p:cNvSpPr/>
            <p:nvPr/>
          </p:nvSpPr>
          <p:spPr>
            <a:xfrm>
              <a:off x="432360" y="4071240"/>
              <a:ext cx="233280" cy="36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196" name=""/>
          <p:cNvGrpSpPr/>
          <p:nvPr/>
        </p:nvGrpSpPr>
        <p:grpSpPr>
          <a:xfrm>
            <a:off x="632520" y="720000"/>
            <a:ext cx="923400" cy="588600"/>
            <a:chOff x="632520" y="720000"/>
            <a:chExt cx="923400" cy="588600"/>
          </a:xfrm>
        </p:grpSpPr>
        <p:sp>
          <p:nvSpPr>
            <p:cNvPr id="197" name=""/>
            <p:cNvSpPr/>
            <p:nvPr/>
          </p:nvSpPr>
          <p:spPr>
            <a:xfrm>
              <a:off x="701280" y="78336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98" name=""/>
            <p:cNvSpPr/>
            <p:nvPr/>
          </p:nvSpPr>
          <p:spPr>
            <a:xfrm>
              <a:off x="632520" y="72000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01</a:t>
              </a:r>
              <a:endParaRPr b="0" lang="en-GB" sz="3200" strike="noStrike" u="none">
                <a:solidFill>
                  <a:srgbClr val="000000"/>
                </a:solidFill>
                <a:effectLst/>
                <a:uFillTx/>
                <a:latin typeface="Arial"/>
              </a:endParaRPr>
            </a:p>
          </p:txBody>
        </p:sp>
      </p:grpSp>
      <p:grpSp>
        <p:nvGrpSpPr>
          <p:cNvPr id="199" name=""/>
          <p:cNvGrpSpPr/>
          <p:nvPr/>
        </p:nvGrpSpPr>
        <p:grpSpPr>
          <a:xfrm>
            <a:off x="632520" y="2359080"/>
            <a:ext cx="923400" cy="588960"/>
            <a:chOff x="632520" y="2359080"/>
            <a:chExt cx="923400" cy="588960"/>
          </a:xfrm>
        </p:grpSpPr>
        <p:sp>
          <p:nvSpPr>
            <p:cNvPr id="200" name=""/>
            <p:cNvSpPr/>
            <p:nvPr/>
          </p:nvSpPr>
          <p:spPr>
            <a:xfrm>
              <a:off x="701280" y="242280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01" name=""/>
            <p:cNvSpPr/>
            <p:nvPr/>
          </p:nvSpPr>
          <p:spPr>
            <a:xfrm>
              <a:off x="632520" y="235908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02</a:t>
              </a:r>
              <a:endParaRPr b="0" lang="en-GB" sz="3200" strike="noStrike" u="none">
                <a:solidFill>
                  <a:srgbClr val="000000"/>
                </a:solidFill>
                <a:effectLst/>
                <a:uFillTx/>
                <a:latin typeface="Arial"/>
              </a:endParaRPr>
            </a:p>
          </p:txBody>
        </p:sp>
      </p:grpSp>
      <p:grpSp>
        <p:nvGrpSpPr>
          <p:cNvPr id="202" name=""/>
          <p:cNvGrpSpPr/>
          <p:nvPr/>
        </p:nvGrpSpPr>
        <p:grpSpPr>
          <a:xfrm>
            <a:off x="5639760" y="2359080"/>
            <a:ext cx="923400" cy="588960"/>
            <a:chOff x="5639760" y="2359080"/>
            <a:chExt cx="923400" cy="588960"/>
          </a:xfrm>
        </p:grpSpPr>
        <p:sp>
          <p:nvSpPr>
            <p:cNvPr id="203" name=""/>
            <p:cNvSpPr/>
            <p:nvPr/>
          </p:nvSpPr>
          <p:spPr>
            <a:xfrm>
              <a:off x="5708880" y="242280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04" name=""/>
            <p:cNvSpPr/>
            <p:nvPr/>
          </p:nvSpPr>
          <p:spPr>
            <a:xfrm>
              <a:off x="5639760" y="235908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03</a:t>
              </a:r>
              <a:endParaRPr b="0" lang="en-GB" sz="3200" strike="noStrike" u="none">
                <a:solidFill>
                  <a:srgbClr val="000000"/>
                </a:solidFill>
                <a:effectLst/>
                <a:uFillTx/>
                <a:latin typeface="Arial"/>
              </a:endParaRPr>
            </a:p>
          </p:txBody>
        </p:sp>
      </p:grpSp>
      <p:grpSp>
        <p:nvGrpSpPr>
          <p:cNvPr id="205" name=""/>
          <p:cNvGrpSpPr/>
          <p:nvPr/>
        </p:nvGrpSpPr>
        <p:grpSpPr>
          <a:xfrm>
            <a:off x="5639760" y="3998160"/>
            <a:ext cx="923400" cy="588600"/>
            <a:chOff x="5639760" y="3998160"/>
            <a:chExt cx="923400" cy="588600"/>
          </a:xfrm>
        </p:grpSpPr>
        <p:sp>
          <p:nvSpPr>
            <p:cNvPr id="206" name=""/>
            <p:cNvSpPr/>
            <p:nvPr/>
          </p:nvSpPr>
          <p:spPr>
            <a:xfrm>
              <a:off x="5708880" y="4061520"/>
              <a:ext cx="854280" cy="525240"/>
            </a:xfrm>
            <a:custGeom>
              <a:avLst/>
              <a:gdLst>
                <a:gd name="textAreaLeft" fmla="*/ 0 w 854280"/>
                <a:gd name="textAreaRight" fmla="*/ 857880 w 854280"/>
                <a:gd name="textAreaTop" fmla="*/ 0 h 525240"/>
                <a:gd name="textAreaBottom" fmla="*/ 528840 h 525240"/>
              </a:gdLst>
              <a:ahLst/>
              <a:cxnLst/>
              <a:rect l="textAreaLeft" t="textAreaTop" r="textAreaRight" b="textAreaBottom"/>
              <a:pathLst>
                <a:path w="2383" h="1469">
                  <a:moveTo>
                    <a:pt x="0" y="0"/>
                  </a:moveTo>
                  <a:lnTo>
                    <a:pt x="2383" y="0"/>
                  </a:lnTo>
                  <a:lnTo>
                    <a:pt x="2383" y="1469"/>
                  </a:lnTo>
                  <a:lnTo>
                    <a:pt x="0" y="146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07" name=""/>
            <p:cNvSpPr/>
            <p:nvPr/>
          </p:nvSpPr>
          <p:spPr>
            <a:xfrm>
              <a:off x="5639760" y="3998160"/>
              <a:ext cx="854640" cy="525240"/>
            </a:xfrm>
            <a:custGeom>
              <a:avLst/>
              <a:gdLst>
                <a:gd name="textAreaLeft" fmla="*/ 0 w 854640"/>
                <a:gd name="textAreaRight" fmla="*/ 858240 w 854640"/>
                <a:gd name="textAreaTop" fmla="*/ 0 h 525240"/>
                <a:gd name="textAreaBottom" fmla="*/ 528840 h 525240"/>
              </a:gdLst>
              <a:ahLst/>
              <a:cxnLst/>
              <a:rect l="textAreaLeft" t="textAreaTop" r="textAreaRight" b="textAreaBottom"/>
              <a:pathLst>
                <a:path w="2384" h="1469">
                  <a:moveTo>
                    <a:pt x="0" y="0"/>
                  </a:moveTo>
                  <a:lnTo>
                    <a:pt x="2384" y="0"/>
                  </a:lnTo>
                  <a:lnTo>
                    <a:pt x="2384" y="1469"/>
                  </a:lnTo>
                  <a:lnTo>
                    <a:pt x="0" y="1469"/>
                  </a:lnTo>
                  <a:lnTo>
                    <a:pt x="0" y="0"/>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r>
                <a:rPr b="1" lang="en-GB" sz="3200" strike="noStrike" u="none">
                  <a:solidFill>
                    <a:srgbClr val="000000"/>
                  </a:solidFill>
                  <a:effectLst/>
                  <a:uFillTx/>
                  <a:latin typeface="Noto Sans"/>
                  <a:ea typeface="DejaVu Sans"/>
                </a:rPr>
                <a:t>04</a:t>
              </a:r>
              <a:endParaRPr b="0" lang="en-GB" sz="3200" strike="noStrike" u="none">
                <a:solidFill>
                  <a:srgbClr val="000000"/>
                </a:solidFill>
                <a:effectLst/>
                <a:uFillTx/>
                <a:latin typeface="Arial"/>
              </a:endParaRPr>
            </a:p>
          </p:txBody>
        </p:sp>
      </p:grpSp>
      <p:sp>
        <p:nvSpPr>
          <p:cNvPr id="208" name="PlaceHolder 1"/>
          <p:cNvSpPr>
            <a:spLocks noGrp="1"/>
          </p:cNvSpPr>
          <p:nvPr>
            <p:ph type="title"/>
          </p:nvPr>
        </p:nvSpPr>
        <p:spPr>
          <a:xfrm>
            <a:off x="4320000" y="1800000"/>
            <a:ext cx="5036400" cy="716400"/>
          </a:xfrm>
          <a:prstGeom prst="rect">
            <a:avLst/>
          </a:prstGeom>
          <a:noFill/>
          <a:ln w="0">
            <a:noFill/>
          </a:ln>
        </p:spPr>
        <p:txBody>
          <a:bodyPr lIns="0" rIns="0" tIns="0" bIns="0" anchor="ctr">
            <a:normAutofit/>
          </a:bodyPr>
          <a:p>
            <a:pPr indent="0">
              <a:lnSpc>
                <a:spcPct val="100000"/>
              </a:lnSpc>
              <a:buNone/>
              <a:tabLst>
                <a:tab algn="l" pos="0"/>
              </a:tabLst>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09"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10" name="PlaceHolder 3"/>
          <p:cNvSpPr>
            <a:spLocks noGrp="1"/>
          </p:cNvSpPr>
          <p:nvPr>
            <p:ph type="ftr" idx="13"/>
          </p:nvPr>
        </p:nvSpPr>
        <p:spPr>
          <a:xfrm>
            <a:off x="3420000" y="523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211" name="PlaceHolder 4"/>
          <p:cNvSpPr>
            <a:spLocks noGrp="1"/>
          </p:cNvSpPr>
          <p:nvPr>
            <p:ph type="sldNum" idx="14"/>
          </p:nvPr>
        </p:nvSpPr>
        <p:spPr>
          <a:xfrm>
            <a:off x="7228800" y="523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1C2703B8-23F0-4305-81A0-5258E687F411}"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212" name="PlaceHolder 5"/>
          <p:cNvSpPr>
            <a:spLocks noGrp="1"/>
          </p:cNvSpPr>
          <p:nvPr>
            <p:ph type="dt" idx="15"/>
          </p:nvPr>
        </p:nvSpPr>
        <p:spPr>
          <a:xfrm>
            <a:off x="504000" y="5238000"/>
            <a:ext cx="2343600" cy="239040"/>
          </a:xfrm>
          <a:prstGeom prst="rect">
            <a:avLst/>
          </a:prstGeom>
          <a:noFill/>
          <a:ln w="0">
            <a:noFill/>
          </a:ln>
        </p:spPr>
        <p:txBody>
          <a:bodyPr lIns="0" rIns="0" tIns="0" bIns="0" anchor="t">
            <a:noAutofit/>
          </a:bodyPr>
          <a:lstStyle>
            <a:lvl1pPr indent="0">
              <a:lnSpc>
                <a:spcPct val="100000"/>
              </a:lnSpc>
              <a:buNone/>
              <a:tabLst>
                <a:tab algn="l" pos="0"/>
              </a:tabLst>
              <a:defRPr b="0" lang="en-GB" sz="1400" strike="noStrike" u="none">
                <a:solidFill>
                  <a:srgbClr val="000000"/>
                </a:solidFill>
                <a:effectLst/>
                <a:uFillTx/>
                <a:latin typeface="Times New Roman"/>
              </a:defRPr>
            </a:lvl1pPr>
          </a:lstStyle>
          <a:p>
            <a:pPr indent="0">
              <a:lnSpc>
                <a:spcPct val="100000"/>
              </a:lnSpc>
              <a:buNone/>
              <a:tabLst>
                <a:tab algn="l" pos="0"/>
              </a:tabLst>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13" name=""/>
          <p:cNvSpPr/>
          <p:nvPr/>
        </p:nvSpPr>
        <p:spPr>
          <a:xfrm>
            <a:off x="504000" y="216000"/>
            <a:ext cx="9068760" cy="5234760"/>
          </a:xfrm>
          <a:custGeom>
            <a:avLst/>
            <a:gdLst>
              <a:gd name="textAreaLeft" fmla="*/ 0 w 9068760"/>
              <a:gd name="textAreaRight" fmla="*/ 9072360 w 9068760"/>
              <a:gd name="textAreaTop" fmla="*/ 0 h 5234760"/>
              <a:gd name="textAreaBottom" fmla="*/ 5238360 h 5234760"/>
            </a:gdLst>
            <a:ahLst/>
            <a:cxnLst/>
            <a:rect l="textAreaLeft" t="textAreaTop" r="textAreaRight" b="textAreaBottom"/>
            <a:pathLst>
              <a:path w="25201" h="14551">
                <a:moveTo>
                  <a:pt x="0" y="0"/>
                </a:moveTo>
                <a:lnTo>
                  <a:pt x="25201" y="0"/>
                </a:lnTo>
                <a:lnTo>
                  <a:pt x="25201" y="14551"/>
                </a:lnTo>
                <a:lnTo>
                  <a:pt x="0" y="14551"/>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214" name=""/>
          <p:cNvGrpSpPr/>
          <p:nvPr/>
        </p:nvGrpSpPr>
        <p:grpSpPr>
          <a:xfrm>
            <a:off x="673920" y="3056400"/>
            <a:ext cx="2151720" cy="2239920"/>
            <a:chOff x="673920" y="3056400"/>
            <a:chExt cx="2151720" cy="2239920"/>
          </a:xfrm>
        </p:grpSpPr>
        <p:sp>
          <p:nvSpPr>
            <p:cNvPr id="215" name=""/>
            <p:cNvSpPr/>
            <p:nvPr/>
          </p:nvSpPr>
          <p:spPr>
            <a:xfrm>
              <a:off x="1153080" y="3584520"/>
              <a:ext cx="1189800" cy="1433520"/>
            </a:xfrm>
            <a:custGeom>
              <a:avLst/>
              <a:gdLst>
                <a:gd name="textAreaLeft" fmla="*/ 0 w 1189800"/>
                <a:gd name="textAreaRight" fmla="*/ 1193400 w 1189800"/>
                <a:gd name="textAreaTop" fmla="*/ 0 h 1433520"/>
                <a:gd name="textAreaBottom" fmla="*/ 1437120 h 1433520"/>
              </a:gdLst>
              <a:ahLst/>
              <a:cxnLst/>
              <a:rect l="textAreaLeft" t="textAreaTop" r="textAreaRight" b="textAreaBottom"/>
              <a:pathLst>
                <a:path w="3315" h="3992">
                  <a:moveTo>
                    <a:pt x="1657" y="0"/>
                  </a:moveTo>
                  <a:lnTo>
                    <a:pt x="1657" y="0"/>
                  </a:lnTo>
                  <a:lnTo>
                    <a:pt x="1657" y="0"/>
                  </a:lnTo>
                  <a:lnTo>
                    <a:pt x="1545" y="3"/>
                  </a:lnTo>
                  <a:lnTo>
                    <a:pt x="1436" y="13"/>
                  </a:lnTo>
                  <a:lnTo>
                    <a:pt x="1331" y="30"/>
                  </a:lnTo>
                  <a:lnTo>
                    <a:pt x="1228" y="54"/>
                  </a:lnTo>
                  <a:lnTo>
                    <a:pt x="1127" y="85"/>
                  </a:lnTo>
                  <a:lnTo>
                    <a:pt x="1027" y="123"/>
                  </a:lnTo>
                  <a:lnTo>
                    <a:pt x="928" y="169"/>
                  </a:lnTo>
                  <a:lnTo>
                    <a:pt x="829" y="222"/>
                  </a:lnTo>
                  <a:lnTo>
                    <a:pt x="733" y="281"/>
                  </a:lnTo>
                  <a:lnTo>
                    <a:pt x="644" y="344"/>
                  </a:lnTo>
                  <a:lnTo>
                    <a:pt x="561" y="411"/>
                  </a:lnTo>
                  <a:lnTo>
                    <a:pt x="483" y="484"/>
                  </a:lnTo>
                  <a:lnTo>
                    <a:pt x="411" y="561"/>
                  </a:lnTo>
                  <a:lnTo>
                    <a:pt x="344" y="644"/>
                  </a:lnTo>
                  <a:lnTo>
                    <a:pt x="281" y="733"/>
                  </a:lnTo>
                  <a:lnTo>
                    <a:pt x="222" y="829"/>
                  </a:lnTo>
                  <a:lnTo>
                    <a:pt x="169" y="928"/>
                  </a:lnTo>
                  <a:lnTo>
                    <a:pt x="123" y="1027"/>
                  </a:lnTo>
                  <a:lnTo>
                    <a:pt x="85" y="1127"/>
                  </a:lnTo>
                  <a:lnTo>
                    <a:pt x="54" y="1228"/>
                  </a:lnTo>
                  <a:lnTo>
                    <a:pt x="30" y="1331"/>
                  </a:lnTo>
                  <a:lnTo>
                    <a:pt x="13" y="1436"/>
                  </a:lnTo>
                  <a:lnTo>
                    <a:pt x="3" y="1545"/>
                  </a:lnTo>
                  <a:lnTo>
                    <a:pt x="0" y="1658"/>
                  </a:lnTo>
                  <a:lnTo>
                    <a:pt x="0" y="1658"/>
                  </a:lnTo>
                  <a:lnTo>
                    <a:pt x="0" y="1658"/>
                  </a:lnTo>
                  <a:lnTo>
                    <a:pt x="3" y="1770"/>
                  </a:lnTo>
                  <a:lnTo>
                    <a:pt x="13" y="1878"/>
                  </a:lnTo>
                  <a:lnTo>
                    <a:pt x="30" y="1983"/>
                  </a:lnTo>
                  <a:lnTo>
                    <a:pt x="54" y="2086"/>
                  </a:lnTo>
                  <a:lnTo>
                    <a:pt x="85" y="2187"/>
                  </a:lnTo>
                  <a:lnTo>
                    <a:pt x="123" y="2286"/>
                  </a:lnTo>
                  <a:lnTo>
                    <a:pt x="169" y="2385"/>
                  </a:lnTo>
                  <a:lnTo>
                    <a:pt x="222" y="2484"/>
                  </a:lnTo>
                  <a:lnTo>
                    <a:pt x="281" y="2580"/>
                  </a:lnTo>
                  <a:lnTo>
                    <a:pt x="344" y="2669"/>
                  </a:lnTo>
                  <a:lnTo>
                    <a:pt x="411" y="2752"/>
                  </a:lnTo>
                  <a:lnTo>
                    <a:pt x="483" y="2829"/>
                  </a:lnTo>
                  <a:lnTo>
                    <a:pt x="561" y="2902"/>
                  </a:lnTo>
                  <a:lnTo>
                    <a:pt x="644" y="2969"/>
                  </a:lnTo>
                  <a:lnTo>
                    <a:pt x="733" y="3032"/>
                  </a:lnTo>
                  <a:lnTo>
                    <a:pt x="829" y="3091"/>
                  </a:lnTo>
                  <a:lnTo>
                    <a:pt x="898" y="3129"/>
                  </a:lnTo>
                  <a:lnTo>
                    <a:pt x="966" y="3162"/>
                  </a:lnTo>
                  <a:lnTo>
                    <a:pt x="1036" y="3192"/>
                  </a:lnTo>
                  <a:lnTo>
                    <a:pt x="1110" y="3220"/>
                  </a:lnTo>
                  <a:lnTo>
                    <a:pt x="1110" y="3222"/>
                  </a:lnTo>
                  <a:lnTo>
                    <a:pt x="1110" y="3797"/>
                  </a:lnTo>
                  <a:lnTo>
                    <a:pt x="1111" y="3817"/>
                  </a:lnTo>
                  <a:lnTo>
                    <a:pt x="1114" y="3836"/>
                  </a:lnTo>
                  <a:lnTo>
                    <a:pt x="1119" y="3855"/>
                  </a:lnTo>
                  <a:lnTo>
                    <a:pt x="1125" y="3873"/>
                  </a:lnTo>
                  <a:lnTo>
                    <a:pt x="1133" y="3890"/>
                  </a:lnTo>
                  <a:lnTo>
                    <a:pt x="1143" y="3906"/>
                  </a:lnTo>
                  <a:lnTo>
                    <a:pt x="1154" y="3921"/>
                  </a:lnTo>
                  <a:lnTo>
                    <a:pt x="1167" y="3935"/>
                  </a:lnTo>
                  <a:lnTo>
                    <a:pt x="1181" y="3947"/>
                  </a:lnTo>
                  <a:lnTo>
                    <a:pt x="1196" y="3959"/>
                  </a:lnTo>
                  <a:lnTo>
                    <a:pt x="1212" y="3968"/>
                  </a:lnTo>
                  <a:lnTo>
                    <a:pt x="1229" y="3976"/>
                  </a:lnTo>
                  <a:lnTo>
                    <a:pt x="1247" y="3983"/>
                  </a:lnTo>
                  <a:lnTo>
                    <a:pt x="1266" y="3988"/>
                  </a:lnTo>
                  <a:lnTo>
                    <a:pt x="1285" y="3991"/>
                  </a:lnTo>
                  <a:lnTo>
                    <a:pt x="1305" y="3992"/>
                  </a:lnTo>
                  <a:lnTo>
                    <a:pt x="2010" y="3992"/>
                  </a:lnTo>
                  <a:lnTo>
                    <a:pt x="2030" y="3991"/>
                  </a:lnTo>
                  <a:lnTo>
                    <a:pt x="2049" y="3988"/>
                  </a:lnTo>
                  <a:lnTo>
                    <a:pt x="2068" y="3983"/>
                  </a:lnTo>
                  <a:lnTo>
                    <a:pt x="2086" y="3976"/>
                  </a:lnTo>
                  <a:lnTo>
                    <a:pt x="2103" y="3968"/>
                  </a:lnTo>
                  <a:lnTo>
                    <a:pt x="2119" y="3959"/>
                  </a:lnTo>
                  <a:lnTo>
                    <a:pt x="2134" y="3947"/>
                  </a:lnTo>
                  <a:lnTo>
                    <a:pt x="2148" y="3935"/>
                  </a:lnTo>
                  <a:lnTo>
                    <a:pt x="2160" y="3921"/>
                  </a:lnTo>
                  <a:lnTo>
                    <a:pt x="2172" y="3906"/>
                  </a:lnTo>
                  <a:lnTo>
                    <a:pt x="2181" y="3890"/>
                  </a:lnTo>
                  <a:lnTo>
                    <a:pt x="2190" y="3873"/>
                  </a:lnTo>
                  <a:lnTo>
                    <a:pt x="2196" y="3855"/>
                  </a:lnTo>
                  <a:lnTo>
                    <a:pt x="2201" y="3836"/>
                  </a:lnTo>
                  <a:lnTo>
                    <a:pt x="2204" y="3817"/>
                  </a:lnTo>
                  <a:lnTo>
                    <a:pt x="2205" y="3797"/>
                  </a:lnTo>
                  <a:lnTo>
                    <a:pt x="2205" y="3222"/>
                  </a:lnTo>
                  <a:lnTo>
                    <a:pt x="2205" y="3220"/>
                  </a:lnTo>
                  <a:lnTo>
                    <a:pt x="2205" y="3220"/>
                  </a:lnTo>
                  <a:lnTo>
                    <a:pt x="2279" y="3192"/>
                  </a:lnTo>
                  <a:lnTo>
                    <a:pt x="2349" y="3162"/>
                  </a:lnTo>
                  <a:lnTo>
                    <a:pt x="2417" y="3129"/>
                  </a:lnTo>
                  <a:lnTo>
                    <a:pt x="2486" y="3091"/>
                  </a:lnTo>
                  <a:lnTo>
                    <a:pt x="2582" y="3032"/>
                  </a:lnTo>
                  <a:lnTo>
                    <a:pt x="2671" y="2969"/>
                  </a:lnTo>
                  <a:lnTo>
                    <a:pt x="2754" y="2902"/>
                  </a:lnTo>
                  <a:lnTo>
                    <a:pt x="2831" y="2830"/>
                  </a:lnTo>
                  <a:lnTo>
                    <a:pt x="2904" y="2752"/>
                  </a:lnTo>
                  <a:lnTo>
                    <a:pt x="2971" y="2670"/>
                  </a:lnTo>
                  <a:lnTo>
                    <a:pt x="3034" y="2580"/>
                  </a:lnTo>
                  <a:lnTo>
                    <a:pt x="3093" y="2485"/>
                  </a:lnTo>
                  <a:lnTo>
                    <a:pt x="3146" y="2386"/>
                  </a:lnTo>
                  <a:lnTo>
                    <a:pt x="3192" y="2287"/>
                  </a:lnTo>
                  <a:lnTo>
                    <a:pt x="3230" y="2187"/>
                  </a:lnTo>
                  <a:lnTo>
                    <a:pt x="3261" y="2086"/>
                  </a:lnTo>
                  <a:lnTo>
                    <a:pt x="3285" y="1984"/>
                  </a:lnTo>
                  <a:lnTo>
                    <a:pt x="3302" y="1878"/>
                  </a:lnTo>
                  <a:lnTo>
                    <a:pt x="3312" y="1770"/>
                  </a:lnTo>
                  <a:lnTo>
                    <a:pt x="3315" y="1658"/>
                  </a:lnTo>
                  <a:lnTo>
                    <a:pt x="3315" y="1658"/>
                  </a:lnTo>
                  <a:lnTo>
                    <a:pt x="3315" y="1658"/>
                  </a:lnTo>
                  <a:lnTo>
                    <a:pt x="3312" y="1545"/>
                  </a:lnTo>
                  <a:lnTo>
                    <a:pt x="3302" y="1436"/>
                  </a:lnTo>
                  <a:lnTo>
                    <a:pt x="3285" y="1331"/>
                  </a:lnTo>
                  <a:lnTo>
                    <a:pt x="3261" y="1228"/>
                  </a:lnTo>
                  <a:lnTo>
                    <a:pt x="3230" y="1127"/>
                  </a:lnTo>
                  <a:lnTo>
                    <a:pt x="3192" y="1027"/>
                  </a:lnTo>
                  <a:lnTo>
                    <a:pt x="3146" y="928"/>
                  </a:lnTo>
                  <a:lnTo>
                    <a:pt x="3093" y="829"/>
                  </a:lnTo>
                  <a:lnTo>
                    <a:pt x="3034" y="733"/>
                  </a:lnTo>
                  <a:lnTo>
                    <a:pt x="2971" y="644"/>
                  </a:lnTo>
                  <a:lnTo>
                    <a:pt x="2903" y="561"/>
                  </a:lnTo>
                  <a:lnTo>
                    <a:pt x="2831" y="484"/>
                  </a:lnTo>
                  <a:lnTo>
                    <a:pt x="2754" y="411"/>
                  </a:lnTo>
                  <a:lnTo>
                    <a:pt x="2671" y="344"/>
                  </a:lnTo>
                  <a:lnTo>
                    <a:pt x="2582" y="281"/>
                  </a:lnTo>
                  <a:lnTo>
                    <a:pt x="2486" y="222"/>
                  </a:lnTo>
                  <a:lnTo>
                    <a:pt x="2387" y="169"/>
                  </a:lnTo>
                  <a:lnTo>
                    <a:pt x="2288" y="123"/>
                  </a:lnTo>
                  <a:lnTo>
                    <a:pt x="2188" y="85"/>
                  </a:lnTo>
                  <a:lnTo>
                    <a:pt x="2087" y="54"/>
                  </a:lnTo>
                  <a:lnTo>
                    <a:pt x="1984" y="30"/>
                  </a:lnTo>
                  <a:lnTo>
                    <a:pt x="1878" y="13"/>
                  </a:lnTo>
                  <a:lnTo>
                    <a:pt x="1770" y="3"/>
                  </a:lnTo>
                  <a:lnTo>
                    <a:pt x="1657" y="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16" name=""/>
            <p:cNvSpPr/>
            <p:nvPr/>
          </p:nvSpPr>
          <p:spPr>
            <a:xfrm>
              <a:off x="1469520" y="5021640"/>
              <a:ext cx="556920" cy="136440"/>
            </a:xfrm>
            <a:custGeom>
              <a:avLst/>
              <a:gdLst>
                <a:gd name="textAreaLeft" fmla="*/ 0 w 556920"/>
                <a:gd name="textAreaRight" fmla="*/ 560520 w 556920"/>
                <a:gd name="textAreaTop" fmla="*/ 0 h 136440"/>
                <a:gd name="textAreaBottom" fmla="*/ 140040 h 136440"/>
              </a:gdLst>
              <a:ahLst/>
              <a:cxnLst/>
              <a:rect l="textAreaLeft" t="textAreaTop" r="textAreaRight" b="textAreaBottom"/>
              <a:pathLst>
                <a:path w="1557" h="389">
                  <a:moveTo>
                    <a:pt x="778" y="389"/>
                  </a:moveTo>
                  <a:lnTo>
                    <a:pt x="1362" y="389"/>
                  </a:lnTo>
                  <a:lnTo>
                    <a:pt x="1382" y="388"/>
                  </a:lnTo>
                  <a:lnTo>
                    <a:pt x="1401" y="385"/>
                  </a:lnTo>
                  <a:lnTo>
                    <a:pt x="1420" y="380"/>
                  </a:lnTo>
                  <a:lnTo>
                    <a:pt x="1438" y="374"/>
                  </a:lnTo>
                  <a:lnTo>
                    <a:pt x="1455" y="365"/>
                  </a:lnTo>
                  <a:lnTo>
                    <a:pt x="1471" y="356"/>
                  </a:lnTo>
                  <a:lnTo>
                    <a:pt x="1486" y="344"/>
                  </a:lnTo>
                  <a:lnTo>
                    <a:pt x="1500" y="332"/>
                  </a:lnTo>
                  <a:lnTo>
                    <a:pt x="1512" y="318"/>
                  </a:lnTo>
                  <a:lnTo>
                    <a:pt x="1523" y="303"/>
                  </a:lnTo>
                  <a:lnTo>
                    <a:pt x="1533" y="287"/>
                  </a:lnTo>
                  <a:lnTo>
                    <a:pt x="1542" y="270"/>
                  </a:lnTo>
                  <a:lnTo>
                    <a:pt x="1548" y="252"/>
                  </a:lnTo>
                  <a:lnTo>
                    <a:pt x="1553" y="233"/>
                  </a:lnTo>
                  <a:lnTo>
                    <a:pt x="1556" y="214"/>
                  </a:lnTo>
                  <a:lnTo>
                    <a:pt x="1557" y="194"/>
                  </a:lnTo>
                  <a:lnTo>
                    <a:pt x="1556" y="174"/>
                  </a:lnTo>
                  <a:lnTo>
                    <a:pt x="1553" y="155"/>
                  </a:lnTo>
                  <a:lnTo>
                    <a:pt x="1548" y="136"/>
                  </a:lnTo>
                  <a:lnTo>
                    <a:pt x="1542" y="118"/>
                  </a:lnTo>
                  <a:lnTo>
                    <a:pt x="1533" y="101"/>
                  </a:lnTo>
                  <a:lnTo>
                    <a:pt x="1523" y="85"/>
                  </a:lnTo>
                  <a:lnTo>
                    <a:pt x="1512" y="70"/>
                  </a:lnTo>
                  <a:lnTo>
                    <a:pt x="1500" y="57"/>
                  </a:lnTo>
                  <a:lnTo>
                    <a:pt x="1486" y="44"/>
                  </a:lnTo>
                  <a:lnTo>
                    <a:pt x="1471" y="33"/>
                  </a:lnTo>
                  <a:lnTo>
                    <a:pt x="1455" y="23"/>
                  </a:lnTo>
                  <a:lnTo>
                    <a:pt x="1438" y="15"/>
                  </a:lnTo>
                  <a:lnTo>
                    <a:pt x="1420" y="9"/>
                  </a:lnTo>
                  <a:lnTo>
                    <a:pt x="1401" y="4"/>
                  </a:lnTo>
                  <a:lnTo>
                    <a:pt x="1382" y="1"/>
                  </a:lnTo>
                  <a:lnTo>
                    <a:pt x="1362" y="0"/>
                  </a:lnTo>
                  <a:lnTo>
                    <a:pt x="195" y="0"/>
                  </a:lnTo>
                  <a:lnTo>
                    <a:pt x="175" y="1"/>
                  </a:lnTo>
                  <a:lnTo>
                    <a:pt x="156" y="4"/>
                  </a:lnTo>
                  <a:lnTo>
                    <a:pt x="137" y="9"/>
                  </a:lnTo>
                  <a:lnTo>
                    <a:pt x="119" y="15"/>
                  </a:lnTo>
                  <a:lnTo>
                    <a:pt x="102" y="23"/>
                  </a:lnTo>
                  <a:lnTo>
                    <a:pt x="86" y="33"/>
                  </a:lnTo>
                  <a:lnTo>
                    <a:pt x="71" y="44"/>
                  </a:lnTo>
                  <a:lnTo>
                    <a:pt x="57" y="57"/>
                  </a:lnTo>
                  <a:lnTo>
                    <a:pt x="44" y="70"/>
                  </a:lnTo>
                  <a:lnTo>
                    <a:pt x="33" y="85"/>
                  </a:lnTo>
                  <a:lnTo>
                    <a:pt x="23" y="101"/>
                  </a:lnTo>
                  <a:lnTo>
                    <a:pt x="15" y="118"/>
                  </a:lnTo>
                  <a:lnTo>
                    <a:pt x="9" y="136"/>
                  </a:lnTo>
                  <a:lnTo>
                    <a:pt x="4" y="155"/>
                  </a:lnTo>
                  <a:lnTo>
                    <a:pt x="1" y="174"/>
                  </a:lnTo>
                  <a:lnTo>
                    <a:pt x="0" y="194"/>
                  </a:lnTo>
                  <a:lnTo>
                    <a:pt x="1" y="214"/>
                  </a:lnTo>
                  <a:lnTo>
                    <a:pt x="4" y="233"/>
                  </a:lnTo>
                  <a:lnTo>
                    <a:pt x="9" y="252"/>
                  </a:lnTo>
                  <a:lnTo>
                    <a:pt x="15" y="270"/>
                  </a:lnTo>
                  <a:lnTo>
                    <a:pt x="23" y="287"/>
                  </a:lnTo>
                  <a:lnTo>
                    <a:pt x="33" y="303"/>
                  </a:lnTo>
                  <a:lnTo>
                    <a:pt x="44" y="318"/>
                  </a:lnTo>
                  <a:lnTo>
                    <a:pt x="57" y="332"/>
                  </a:lnTo>
                  <a:lnTo>
                    <a:pt x="71" y="344"/>
                  </a:lnTo>
                  <a:lnTo>
                    <a:pt x="86" y="356"/>
                  </a:lnTo>
                  <a:lnTo>
                    <a:pt x="102" y="365"/>
                  </a:lnTo>
                  <a:lnTo>
                    <a:pt x="119" y="374"/>
                  </a:lnTo>
                  <a:lnTo>
                    <a:pt x="137" y="380"/>
                  </a:lnTo>
                  <a:lnTo>
                    <a:pt x="156" y="385"/>
                  </a:lnTo>
                  <a:lnTo>
                    <a:pt x="175" y="388"/>
                  </a:lnTo>
                  <a:lnTo>
                    <a:pt x="195" y="389"/>
                  </a:lnTo>
                  <a:lnTo>
                    <a:pt x="778" y="389"/>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17" name=""/>
            <p:cNvSpPr/>
            <p:nvPr/>
          </p:nvSpPr>
          <p:spPr>
            <a:xfrm>
              <a:off x="1523520" y="5159880"/>
              <a:ext cx="448560" cy="136440"/>
            </a:xfrm>
            <a:custGeom>
              <a:avLst/>
              <a:gdLst>
                <a:gd name="textAreaLeft" fmla="*/ 0 w 448560"/>
                <a:gd name="textAreaRight" fmla="*/ 452160 w 448560"/>
                <a:gd name="textAreaTop" fmla="*/ 0 h 136440"/>
                <a:gd name="textAreaBottom" fmla="*/ 140040 h 136440"/>
              </a:gdLst>
              <a:ahLst/>
              <a:cxnLst/>
              <a:rect l="textAreaLeft" t="textAreaTop" r="textAreaRight" b="textAreaBottom"/>
              <a:pathLst>
                <a:path w="1256" h="389">
                  <a:moveTo>
                    <a:pt x="628" y="389"/>
                  </a:moveTo>
                  <a:lnTo>
                    <a:pt x="1062" y="389"/>
                  </a:lnTo>
                  <a:lnTo>
                    <a:pt x="1082" y="388"/>
                  </a:lnTo>
                  <a:lnTo>
                    <a:pt x="1101" y="385"/>
                  </a:lnTo>
                  <a:lnTo>
                    <a:pt x="1120" y="380"/>
                  </a:lnTo>
                  <a:lnTo>
                    <a:pt x="1137" y="374"/>
                  </a:lnTo>
                  <a:lnTo>
                    <a:pt x="1154" y="366"/>
                  </a:lnTo>
                  <a:lnTo>
                    <a:pt x="1170" y="356"/>
                  </a:lnTo>
                  <a:lnTo>
                    <a:pt x="1185" y="345"/>
                  </a:lnTo>
                  <a:lnTo>
                    <a:pt x="1199" y="332"/>
                  </a:lnTo>
                  <a:lnTo>
                    <a:pt x="1212" y="318"/>
                  </a:lnTo>
                  <a:lnTo>
                    <a:pt x="1223" y="303"/>
                  </a:lnTo>
                  <a:lnTo>
                    <a:pt x="1233" y="287"/>
                  </a:lnTo>
                  <a:lnTo>
                    <a:pt x="1241" y="270"/>
                  </a:lnTo>
                  <a:lnTo>
                    <a:pt x="1247" y="252"/>
                  </a:lnTo>
                  <a:lnTo>
                    <a:pt x="1252" y="233"/>
                  </a:lnTo>
                  <a:lnTo>
                    <a:pt x="1255" y="214"/>
                  </a:lnTo>
                  <a:lnTo>
                    <a:pt x="1256" y="194"/>
                  </a:lnTo>
                  <a:lnTo>
                    <a:pt x="1256" y="194"/>
                  </a:lnTo>
                  <a:lnTo>
                    <a:pt x="1255" y="174"/>
                  </a:lnTo>
                  <a:lnTo>
                    <a:pt x="1252" y="155"/>
                  </a:lnTo>
                  <a:lnTo>
                    <a:pt x="1247" y="136"/>
                  </a:lnTo>
                  <a:lnTo>
                    <a:pt x="1241" y="119"/>
                  </a:lnTo>
                  <a:lnTo>
                    <a:pt x="1233" y="102"/>
                  </a:lnTo>
                  <a:lnTo>
                    <a:pt x="1223" y="86"/>
                  </a:lnTo>
                  <a:lnTo>
                    <a:pt x="1212" y="71"/>
                  </a:lnTo>
                  <a:lnTo>
                    <a:pt x="1199" y="57"/>
                  </a:lnTo>
                  <a:lnTo>
                    <a:pt x="1185" y="44"/>
                  </a:lnTo>
                  <a:lnTo>
                    <a:pt x="1170" y="33"/>
                  </a:lnTo>
                  <a:lnTo>
                    <a:pt x="1154" y="23"/>
                  </a:lnTo>
                  <a:lnTo>
                    <a:pt x="1137" y="15"/>
                  </a:lnTo>
                  <a:lnTo>
                    <a:pt x="1120" y="9"/>
                  </a:lnTo>
                  <a:lnTo>
                    <a:pt x="1101" y="4"/>
                  </a:lnTo>
                  <a:lnTo>
                    <a:pt x="1082" y="1"/>
                  </a:lnTo>
                  <a:lnTo>
                    <a:pt x="1062" y="0"/>
                  </a:lnTo>
                  <a:lnTo>
                    <a:pt x="195" y="0"/>
                  </a:lnTo>
                  <a:lnTo>
                    <a:pt x="175" y="1"/>
                  </a:lnTo>
                  <a:lnTo>
                    <a:pt x="156" y="4"/>
                  </a:lnTo>
                  <a:lnTo>
                    <a:pt x="137" y="9"/>
                  </a:lnTo>
                  <a:lnTo>
                    <a:pt x="119" y="15"/>
                  </a:lnTo>
                  <a:lnTo>
                    <a:pt x="102" y="23"/>
                  </a:lnTo>
                  <a:lnTo>
                    <a:pt x="86" y="33"/>
                  </a:lnTo>
                  <a:lnTo>
                    <a:pt x="71" y="44"/>
                  </a:lnTo>
                  <a:lnTo>
                    <a:pt x="57" y="57"/>
                  </a:lnTo>
                  <a:lnTo>
                    <a:pt x="45" y="71"/>
                  </a:lnTo>
                  <a:lnTo>
                    <a:pt x="33" y="86"/>
                  </a:lnTo>
                  <a:lnTo>
                    <a:pt x="24" y="102"/>
                  </a:lnTo>
                  <a:lnTo>
                    <a:pt x="15" y="119"/>
                  </a:lnTo>
                  <a:lnTo>
                    <a:pt x="9" y="136"/>
                  </a:lnTo>
                  <a:lnTo>
                    <a:pt x="4" y="155"/>
                  </a:lnTo>
                  <a:lnTo>
                    <a:pt x="1" y="174"/>
                  </a:lnTo>
                  <a:lnTo>
                    <a:pt x="0" y="194"/>
                  </a:lnTo>
                  <a:lnTo>
                    <a:pt x="0" y="194"/>
                  </a:lnTo>
                  <a:lnTo>
                    <a:pt x="1" y="214"/>
                  </a:lnTo>
                  <a:lnTo>
                    <a:pt x="4" y="233"/>
                  </a:lnTo>
                  <a:lnTo>
                    <a:pt x="9" y="252"/>
                  </a:lnTo>
                  <a:lnTo>
                    <a:pt x="15" y="270"/>
                  </a:lnTo>
                  <a:lnTo>
                    <a:pt x="24" y="287"/>
                  </a:lnTo>
                  <a:lnTo>
                    <a:pt x="33" y="303"/>
                  </a:lnTo>
                  <a:lnTo>
                    <a:pt x="45" y="318"/>
                  </a:lnTo>
                  <a:lnTo>
                    <a:pt x="57" y="332"/>
                  </a:lnTo>
                  <a:lnTo>
                    <a:pt x="71" y="345"/>
                  </a:lnTo>
                  <a:lnTo>
                    <a:pt x="86" y="356"/>
                  </a:lnTo>
                  <a:lnTo>
                    <a:pt x="102" y="366"/>
                  </a:lnTo>
                  <a:lnTo>
                    <a:pt x="119" y="374"/>
                  </a:lnTo>
                  <a:lnTo>
                    <a:pt x="137" y="380"/>
                  </a:lnTo>
                  <a:lnTo>
                    <a:pt x="156" y="385"/>
                  </a:lnTo>
                  <a:lnTo>
                    <a:pt x="175" y="388"/>
                  </a:lnTo>
                  <a:lnTo>
                    <a:pt x="195" y="389"/>
                  </a:lnTo>
                  <a:lnTo>
                    <a:pt x="628" y="389"/>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18" name=""/>
            <p:cNvSpPr/>
            <p:nvPr/>
          </p:nvSpPr>
          <p:spPr>
            <a:xfrm>
              <a:off x="1479600" y="3981240"/>
              <a:ext cx="542880" cy="1036800"/>
            </a:xfrm>
            <a:custGeom>
              <a:avLst/>
              <a:gdLst>
                <a:gd name="textAreaLeft" fmla="*/ 0 w 542880"/>
                <a:gd name="textAreaRight" fmla="*/ 546480 w 542880"/>
                <a:gd name="textAreaTop" fmla="*/ 0 h 1036800"/>
                <a:gd name="textAreaBottom" fmla="*/ 1040400 h 1036800"/>
              </a:gdLst>
              <a:ahLst/>
              <a:cxnLst/>
              <a:rect l="textAreaLeft" t="textAreaTop" r="textAreaRight" b="textAreaBottom"/>
              <a:pathLst>
                <a:path w="1518" h="2890">
                  <a:moveTo>
                    <a:pt x="551" y="2890"/>
                  </a:moveTo>
                  <a:lnTo>
                    <a:pt x="563" y="2160"/>
                  </a:lnTo>
                  <a:lnTo>
                    <a:pt x="570" y="1776"/>
                  </a:lnTo>
                  <a:lnTo>
                    <a:pt x="578" y="1528"/>
                  </a:lnTo>
                  <a:lnTo>
                    <a:pt x="583" y="1483"/>
                  </a:lnTo>
                  <a:lnTo>
                    <a:pt x="594" y="1441"/>
                  </a:lnTo>
                  <a:lnTo>
                    <a:pt x="609" y="1402"/>
                  </a:lnTo>
                  <a:lnTo>
                    <a:pt x="629" y="1364"/>
                  </a:lnTo>
                  <a:lnTo>
                    <a:pt x="653" y="1328"/>
                  </a:lnTo>
                  <a:lnTo>
                    <a:pt x="681" y="1294"/>
                  </a:lnTo>
                  <a:lnTo>
                    <a:pt x="746" y="1231"/>
                  </a:lnTo>
                  <a:lnTo>
                    <a:pt x="822" y="1172"/>
                  </a:lnTo>
                  <a:lnTo>
                    <a:pt x="905" y="1117"/>
                  </a:lnTo>
                  <a:lnTo>
                    <a:pt x="1083" y="1011"/>
                  </a:lnTo>
                  <a:lnTo>
                    <a:pt x="1257" y="901"/>
                  </a:lnTo>
                  <a:lnTo>
                    <a:pt x="1334" y="842"/>
                  </a:lnTo>
                  <a:lnTo>
                    <a:pt x="1402" y="777"/>
                  </a:lnTo>
                  <a:lnTo>
                    <a:pt x="1431" y="743"/>
                  </a:lnTo>
                  <a:lnTo>
                    <a:pt x="1457" y="706"/>
                  </a:lnTo>
                  <a:lnTo>
                    <a:pt x="1479" y="668"/>
                  </a:lnTo>
                  <a:lnTo>
                    <a:pt x="1496" y="627"/>
                  </a:lnTo>
                  <a:lnTo>
                    <a:pt x="1509" y="584"/>
                  </a:lnTo>
                  <a:lnTo>
                    <a:pt x="1516" y="539"/>
                  </a:lnTo>
                  <a:lnTo>
                    <a:pt x="1518" y="491"/>
                  </a:lnTo>
                  <a:lnTo>
                    <a:pt x="1515" y="440"/>
                  </a:lnTo>
                  <a:lnTo>
                    <a:pt x="1507" y="399"/>
                  </a:lnTo>
                  <a:lnTo>
                    <a:pt x="1494" y="364"/>
                  </a:lnTo>
                  <a:lnTo>
                    <a:pt x="1478" y="333"/>
                  </a:lnTo>
                  <a:lnTo>
                    <a:pt x="1457" y="306"/>
                  </a:lnTo>
                  <a:lnTo>
                    <a:pt x="1432" y="284"/>
                  </a:lnTo>
                  <a:lnTo>
                    <a:pt x="1404" y="266"/>
                  </a:lnTo>
                  <a:lnTo>
                    <a:pt x="1373" y="252"/>
                  </a:lnTo>
                  <a:lnTo>
                    <a:pt x="1340" y="242"/>
                  </a:lnTo>
                  <a:lnTo>
                    <a:pt x="1305" y="235"/>
                  </a:lnTo>
                  <a:lnTo>
                    <a:pt x="1267" y="232"/>
                  </a:lnTo>
                  <a:lnTo>
                    <a:pt x="1189" y="235"/>
                  </a:lnTo>
                  <a:lnTo>
                    <a:pt x="1108" y="249"/>
                  </a:lnTo>
                  <a:lnTo>
                    <a:pt x="1027" y="273"/>
                  </a:lnTo>
                  <a:lnTo>
                    <a:pt x="949" y="305"/>
                  </a:lnTo>
                  <a:lnTo>
                    <a:pt x="878" y="344"/>
                  </a:lnTo>
                  <a:lnTo>
                    <a:pt x="815" y="388"/>
                  </a:lnTo>
                  <a:lnTo>
                    <a:pt x="788" y="412"/>
                  </a:lnTo>
                  <a:lnTo>
                    <a:pt x="765" y="436"/>
                  </a:lnTo>
                  <a:lnTo>
                    <a:pt x="745" y="461"/>
                  </a:lnTo>
                  <a:lnTo>
                    <a:pt x="729" y="486"/>
                  </a:lnTo>
                  <a:lnTo>
                    <a:pt x="718" y="512"/>
                  </a:lnTo>
                  <a:lnTo>
                    <a:pt x="712" y="537"/>
                  </a:lnTo>
                  <a:lnTo>
                    <a:pt x="711" y="562"/>
                  </a:lnTo>
                  <a:lnTo>
                    <a:pt x="716" y="587"/>
                  </a:lnTo>
                  <a:lnTo>
                    <a:pt x="726" y="611"/>
                  </a:lnTo>
                  <a:lnTo>
                    <a:pt x="743" y="635"/>
                  </a:lnTo>
                  <a:lnTo>
                    <a:pt x="758" y="651"/>
                  </a:lnTo>
                  <a:lnTo>
                    <a:pt x="774" y="663"/>
                  </a:lnTo>
                  <a:lnTo>
                    <a:pt x="789" y="671"/>
                  </a:lnTo>
                  <a:lnTo>
                    <a:pt x="803" y="677"/>
                  </a:lnTo>
                  <a:lnTo>
                    <a:pt x="818" y="679"/>
                  </a:lnTo>
                  <a:lnTo>
                    <a:pt x="832" y="678"/>
                  </a:lnTo>
                  <a:lnTo>
                    <a:pt x="846" y="674"/>
                  </a:lnTo>
                  <a:lnTo>
                    <a:pt x="859" y="668"/>
                  </a:lnTo>
                  <a:lnTo>
                    <a:pt x="872" y="659"/>
                  </a:lnTo>
                  <a:lnTo>
                    <a:pt x="884" y="648"/>
                  </a:lnTo>
                  <a:lnTo>
                    <a:pt x="895" y="635"/>
                  </a:lnTo>
                  <a:lnTo>
                    <a:pt x="905" y="620"/>
                  </a:lnTo>
                  <a:lnTo>
                    <a:pt x="923" y="585"/>
                  </a:lnTo>
                  <a:lnTo>
                    <a:pt x="937" y="543"/>
                  </a:lnTo>
                  <a:lnTo>
                    <a:pt x="947" y="498"/>
                  </a:lnTo>
                  <a:lnTo>
                    <a:pt x="951" y="449"/>
                  </a:lnTo>
                  <a:lnTo>
                    <a:pt x="949" y="399"/>
                  </a:lnTo>
                  <a:lnTo>
                    <a:pt x="941" y="348"/>
                  </a:lnTo>
                  <a:lnTo>
                    <a:pt x="927" y="298"/>
                  </a:lnTo>
                  <a:lnTo>
                    <a:pt x="905" y="250"/>
                  </a:lnTo>
                  <a:lnTo>
                    <a:pt x="891" y="228"/>
                  </a:lnTo>
                  <a:lnTo>
                    <a:pt x="875" y="207"/>
                  </a:lnTo>
                  <a:lnTo>
                    <a:pt x="856" y="187"/>
                  </a:lnTo>
                  <a:lnTo>
                    <a:pt x="836" y="168"/>
                  </a:lnTo>
                  <a:lnTo>
                    <a:pt x="808" y="147"/>
                  </a:lnTo>
                  <a:lnTo>
                    <a:pt x="772" y="125"/>
                  </a:lnTo>
                  <a:lnTo>
                    <a:pt x="729" y="101"/>
                  </a:lnTo>
                  <a:lnTo>
                    <a:pt x="680" y="77"/>
                  </a:lnTo>
                  <a:lnTo>
                    <a:pt x="625" y="54"/>
                  </a:lnTo>
                  <a:lnTo>
                    <a:pt x="566" y="34"/>
                  </a:lnTo>
                  <a:lnTo>
                    <a:pt x="505" y="17"/>
                  </a:lnTo>
                  <a:lnTo>
                    <a:pt x="442" y="5"/>
                  </a:lnTo>
                  <a:lnTo>
                    <a:pt x="379" y="0"/>
                  </a:lnTo>
                  <a:lnTo>
                    <a:pt x="316" y="2"/>
                  </a:lnTo>
                  <a:lnTo>
                    <a:pt x="255" y="12"/>
                  </a:lnTo>
                  <a:lnTo>
                    <a:pt x="225" y="21"/>
                  </a:lnTo>
                  <a:lnTo>
                    <a:pt x="197" y="33"/>
                  </a:lnTo>
                  <a:lnTo>
                    <a:pt x="169" y="47"/>
                  </a:lnTo>
                  <a:lnTo>
                    <a:pt x="142" y="64"/>
                  </a:lnTo>
                  <a:lnTo>
                    <a:pt x="117" y="84"/>
                  </a:lnTo>
                  <a:lnTo>
                    <a:pt x="94" y="108"/>
                  </a:lnTo>
                  <a:lnTo>
                    <a:pt x="71" y="135"/>
                  </a:lnTo>
                  <a:lnTo>
                    <a:pt x="51" y="165"/>
                  </a:lnTo>
                  <a:lnTo>
                    <a:pt x="32" y="199"/>
                  </a:lnTo>
                  <a:lnTo>
                    <a:pt x="16" y="237"/>
                  </a:lnTo>
                  <a:lnTo>
                    <a:pt x="5" y="275"/>
                  </a:lnTo>
                  <a:lnTo>
                    <a:pt x="0" y="314"/>
                  </a:lnTo>
                  <a:lnTo>
                    <a:pt x="2" y="353"/>
                  </a:lnTo>
                  <a:lnTo>
                    <a:pt x="9" y="392"/>
                  </a:lnTo>
                  <a:lnTo>
                    <a:pt x="22" y="431"/>
                  </a:lnTo>
                  <a:lnTo>
                    <a:pt x="40" y="471"/>
                  </a:lnTo>
                  <a:lnTo>
                    <a:pt x="90" y="551"/>
                  </a:lnTo>
                  <a:lnTo>
                    <a:pt x="154" y="631"/>
                  </a:lnTo>
                  <a:lnTo>
                    <a:pt x="231" y="711"/>
                  </a:lnTo>
                  <a:lnTo>
                    <a:pt x="408" y="873"/>
                  </a:lnTo>
                  <a:lnTo>
                    <a:pt x="593" y="1032"/>
                  </a:lnTo>
                  <a:lnTo>
                    <a:pt x="760" y="1187"/>
                  </a:lnTo>
                  <a:lnTo>
                    <a:pt x="829" y="1263"/>
                  </a:lnTo>
                  <a:lnTo>
                    <a:pt x="883" y="1337"/>
                  </a:lnTo>
                  <a:lnTo>
                    <a:pt x="904" y="1374"/>
                  </a:lnTo>
                  <a:lnTo>
                    <a:pt x="920" y="1410"/>
                  </a:lnTo>
                  <a:lnTo>
                    <a:pt x="931" y="1445"/>
                  </a:lnTo>
                  <a:lnTo>
                    <a:pt x="936" y="1480"/>
                  </a:lnTo>
                  <a:lnTo>
                    <a:pt x="940" y="1614"/>
                  </a:lnTo>
                  <a:lnTo>
                    <a:pt x="940" y="1808"/>
                  </a:lnTo>
                  <a:lnTo>
                    <a:pt x="932" y="2280"/>
                  </a:lnTo>
                  <a:lnTo>
                    <a:pt x="914" y="2890"/>
                  </a:lnTo>
                  <a:lnTo>
                    <a:pt x="551" y="289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19" name=""/>
            <p:cNvSpPr/>
            <p:nvPr/>
          </p:nvSpPr>
          <p:spPr>
            <a:xfrm>
              <a:off x="1749600" y="3056400"/>
              <a:ext cx="360" cy="20484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0" name=""/>
            <p:cNvSpPr/>
            <p:nvPr/>
          </p:nvSpPr>
          <p:spPr>
            <a:xfrm flipH="1">
              <a:off x="2456280" y="3353040"/>
              <a:ext cx="145080" cy="14472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1" name=""/>
            <p:cNvSpPr/>
            <p:nvPr/>
          </p:nvSpPr>
          <p:spPr>
            <a:xfrm flipH="1">
              <a:off x="2620800" y="4145400"/>
              <a:ext cx="204840" cy="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2" name=""/>
            <p:cNvSpPr/>
            <p:nvPr/>
          </p:nvSpPr>
          <p:spPr>
            <a:xfrm>
              <a:off x="898200" y="3353040"/>
              <a:ext cx="145080" cy="14472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3" name=""/>
            <p:cNvSpPr/>
            <p:nvPr/>
          </p:nvSpPr>
          <p:spPr>
            <a:xfrm>
              <a:off x="673920" y="4145400"/>
              <a:ext cx="204840" cy="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224" name=""/>
          <p:cNvGrpSpPr/>
          <p:nvPr/>
        </p:nvGrpSpPr>
        <p:grpSpPr>
          <a:xfrm>
            <a:off x="1030320" y="307080"/>
            <a:ext cx="8366760" cy="4898160"/>
            <a:chOff x="1030320" y="307080"/>
            <a:chExt cx="8366760" cy="4898160"/>
          </a:xfrm>
        </p:grpSpPr>
        <p:grpSp>
          <p:nvGrpSpPr>
            <p:cNvPr id="225" name=""/>
            <p:cNvGrpSpPr/>
            <p:nvPr/>
          </p:nvGrpSpPr>
          <p:grpSpPr>
            <a:xfrm>
              <a:off x="7599600" y="307080"/>
              <a:ext cx="1797480" cy="1523880"/>
              <a:chOff x="7599600" y="307080"/>
              <a:chExt cx="1797480" cy="1523880"/>
            </a:xfrm>
          </p:grpSpPr>
          <p:sp>
            <p:nvSpPr>
              <p:cNvPr id="226" name=""/>
              <p:cNvSpPr/>
              <p:nvPr/>
            </p:nvSpPr>
            <p:spPr>
              <a:xfrm flipV="1">
                <a:off x="8079480" y="1476000"/>
                <a:ext cx="99360" cy="1472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7" name=""/>
              <p:cNvSpPr/>
              <p:nvPr/>
            </p:nvSpPr>
            <p:spPr>
              <a:xfrm flipV="1">
                <a:off x="7599600" y="955800"/>
                <a:ext cx="176400" cy="327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8" name=""/>
              <p:cNvSpPr/>
              <p:nvPr/>
            </p:nvSpPr>
            <p:spPr>
              <a:xfrm>
                <a:off x="7820640" y="307080"/>
                <a:ext cx="150120" cy="1011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29" name=""/>
              <p:cNvSpPr/>
              <p:nvPr/>
            </p:nvSpPr>
            <p:spPr>
              <a:xfrm flipH="1" flipV="1">
                <a:off x="8811720" y="1655280"/>
                <a:ext cx="35640" cy="1756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30" name=""/>
              <p:cNvSpPr/>
              <p:nvPr/>
            </p:nvSpPr>
            <p:spPr>
              <a:xfrm flipH="1" flipV="1">
                <a:off x="9246960" y="1270080"/>
                <a:ext cx="150120" cy="10152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sp>
          <p:nvSpPr>
            <p:cNvPr id="231" name=""/>
            <p:cNvSpPr/>
            <p:nvPr/>
          </p:nvSpPr>
          <p:spPr>
            <a:xfrm>
              <a:off x="6364080" y="928440"/>
              <a:ext cx="164160" cy="177120"/>
            </a:xfrm>
            <a:custGeom>
              <a:avLst/>
              <a:gdLst>
                <a:gd name="textAreaLeft" fmla="*/ 0 w 164160"/>
                <a:gd name="textAreaRight" fmla="*/ 167760 w 164160"/>
                <a:gd name="textAreaTop" fmla="*/ 0 h 177120"/>
                <a:gd name="textAreaBottom" fmla="*/ 180720 h 177120"/>
              </a:gdLst>
              <a:ahLst/>
              <a:cxnLst/>
              <a:rect l="textAreaLeft" t="textAreaTop" r="textAreaRight" b="textAreaBottom"/>
              <a:pathLst>
                <a:path w="466" h="502">
                  <a:moveTo>
                    <a:pt x="0" y="230"/>
                  </a:moveTo>
                  <a:lnTo>
                    <a:pt x="404" y="502"/>
                  </a:lnTo>
                  <a:lnTo>
                    <a:pt x="466"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32" name=""/>
            <p:cNvSpPr/>
            <p:nvPr/>
          </p:nvSpPr>
          <p:spPr>
            <a:xfrm flipH="1">
              <a:off x="3430080" y="1741680"/>
              <a:ext cx="212400" cy="939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33" name=""/>
            <p:cNvSpPr/>
            <p:nvPr/>
          </p:nvSpPr>
          <p:spPr>
            <a:xfrm>
              <a:off x="3489480" y="1682280"/>
              <a:ext cx="93960" cy="2124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34" name=""/>
            <p:cNvSpPr/>
            <p:nvPr/>
          </p:nvSpPr>
          <p:spPr>
            <a:xfrm>
              <a:off x="8921520" y="3384360"/>
              <a:ext cx="187560" cy="187560"/>
            </a:xfrm>
            <a:custGeom>
              <a:avLst/>
              <a:gdLst>
                <a:gd name="textAreaLeft" fmla="*/ 0 w 187560"/>
                <a:gd name="textAreaRight" fmla="*/ 191160 w 187560"/>
                <a:gd name="textAreaTop" fmla="*/ 0 h 187560"/>
                <a:gd name="textAreaBottom" fmla="*/ 191160 h 187560"/>
              </a:gdLst>
              <a:ahLst/>
              <a:cxnLst/>
              <a:rect l="textAreaLeft" t="textAreaTop" r="textAreaRight" b="textAreaBottom"/>
              <a:pathLst>
                <a:path w="531" h="531">
                  <a:moveTo>
                    <a:pt x="531" y="266"/>
                  </a:moveTo>
                  <a:lnTo>
                    <a:pt x="530" y="284"/>
                  </a:lnTo>
                  <a:lnTo>
                    <a:pt x="529" y="301"/>
                  </a:lnTo>
                  <a:lnTo>
                    <a:pt x="526" y="318"/>
                  </a:lnTo>
                  <a:lnTo>
                    <a:pt x="523" y="335"/>
                  </a:lnTo>
                  <a:lnTo>
                    <a:pt x="518" y="351"/>
                  </a:lnTo>
                  <a:lnTo>
                    <a:pt x="512" y="367"/>
                  </a:lnTo>
                  <a:lnTo>
                    <a:pt x="505" y="383"/>
                  </a:lnTo>
                  <a:lnTo>
                    <a:pt x="496" y="399"/>
                  </a:lnTo>
                  <a:lnTo>
                    <a:pt x="487" y="414"/>
                  </a:lnTo>
                  <a:lnTo>
                    <a:pt x="476" y="429"/>
                  </a:lnTo>
                  <a:lnTo>
                    <a:pt x="466" y="442"/>
                  </a:lnTo>
                  <a:lnTo>
                    <a:pt x="454" y="454"/>
                  </a:lnTo>
                  <a:lnTo>
                    <a:pt x="442" y="466"/>
                  </a:lnTo>
                  <a:lnTo>
                    <a:pt x="428" y="476"/>
                  </a:lnTo>
                  <a:lnTo>
                    <a:pt x="414" y="487"/>
                  </a:lnTo>
                  <a:lnTo>
                    <a:pt x="399" y="496"/>
                  </a:lnTo>
                  <a:lnTo>
                    <a:pt x="382" y="505"/>
                  </a:lnTo>
                  <a:lnTo>
                    <a:pt x="366" y="512"/>
                  </a:lnTo>
                  <a:lnTo>
                    <a:pt x="350" y="518"/>
                  </a:lnTo>
                  <a:lnTo>
                    <a:pt x="334" y="523"/>
                  </a:lnTo>
                  <a:lnTo>
                    <a:pt x="317" y="526"/>
                  </a:lnTo>
                  <a:lnTo>
                    <a:pt x="300" y="529"/>
                  </a:lnTo>
                  <a:lnTo>
                    <a:pt x="283" y="530"/>
                  </a:lnTo>
                  <a:lnTo>
                    <a:pt x="265" y="531"/>
                  </a:lnTo>
                  <a:lnTo>
                    <a:pt x="247" y="530"/>
                  </a:lnTo>
                  <a:lnTo>
                    <a:pt x="230" y="529"/>
                  </a:lnTo>
                  <a:lnTo>
                    <a:pt x="213" y="526"/>
                  </a:lnTo>
                  <a:lnTo>
                    <a:pt x="197" y="523"/>
                  </a:lnTo>
                  <a:lnTo>
                    <a:pt x="180" y="518"/>
                  </a:lnTo>
                  <a:lnTo>
                    <a:pt x="165" y="512"/>
                  </a:lnTo>
                  <a:lnTo>
                    <a:pt x="149" y="505"/>
                  </a:lnTo>
                  <a:lnTo>
                    <a:pt x="132" y="496"/>
                  </a:lnTo>
                  <a:lnTo>
                    <a:pt x="117" y="487"/>
                  </a:lnTo>
                  <a:lnTo>
                    <a:pt x="103" y="476"/>
                  </a:lnTo>
                  <a:lnTo>
                    <a:pt x="89" y="466"/>
                  </a:lnTo>
                  <a:lnTo>
                    <a:pt x="77" y="454"/>
                  </a:lnTo>
                  <a:lnTo>
                    <a:pt x="65" y="442"/>
                  </a:lnTo>
                  <a:lnTo>
                    <a:pt x="55" y="429"/>
                  </a:lnTo>
                  <a:lnTo>
                    <a:pt x="44" y="414"/>
                  </a:lnTo>
                  <a:lnTo>
                    <a:pt x="35" y="399"/>
                  </a:lnTo>
                  <a:lnTo>
                    <a:pt x="26" y="383"/>
                  </a:lnTo>
                  <a:lnTo>
                    <a:pt x="19" y="367"/>
                  </a:lnTo>
                  <a:lnTo>
                    <a:pt x="13" y="351"/>
                  </a:lnTo>
                  <a:lnTo>
                    <a:pt x="8" y="335"/>
                  </a:lnTo>
                  <a:lnTo>
                    <a:pt x="5" y="318"/>
                  </a:lnTo>
                  <a:lnTo>
                    <a:pt x="2" y="301"/>
                  </a:lnTo>
                  <a:lnTo>
                    <a:pt x="0" y="284"/>
                  </a:lnTo>
                  <a:lnTo>
                    <a:pt x="0" y="266"/>
                  </a:lnTo>
                  <a:lnTo>
                    <a:pt x="0" y="247"/>
                  </a:lnTo>
                  <a:lnTo>
                    <a:pt x="2" y="230"/>
                  </a:lnTo>
                  <a:lnTo>
                    <a:pt x="5" y="213"/>
                  </a:lnTo>
                  <a:lnTo>
                    <a:pt x="8" y="196"/>
                  </a:lnTo>
                  <a:lnTo>
                    <a:pt x="13" y="180"/>
                  </a:lnTo>
                  <a:lnTo>
                    <a:pt x="19" y="164"/>
                  </a:lnTo>
                  <a:lnTo>
                    <a:pt x="26" y="149"/>
                  </a:lnTo>
                  <a:lnTo>
                    <a:pt x="35" y="133"/>
                  </a:lnTo>
                  <a:lnTo>
                    <a:pt x="44" y="118"/>
                  </a:lnTo>
                  <a:lnTo>
                    <a:pt x="55" y="104"/>
                  </a:lnTo>
                  <a:lnTo>
                    <a:pt x="65" y="90"/>
                  </a:lnTo>
                  <a:lnTo>
                    <a:pt x="77" y="78"/>
                  </a:lnTo>
                  <a:lnTo>
                    <a:pt x="89" y="66"/>
                  </a:lnTo>
                  <a:lnTo>
                    <a:pt x="103" y="56"/>
                  </a:lnTo>
                  <a:lnTo>
                    <a:pt x="117" y="45"/>
                  </a:lnTo>
                  <a:lnTo>
                    <a:pt x="132" y="36"/>
                  </a:lnTo>
                  <a:lnTo>
                    <a:pt x="149" y="27"/>
                  </a:lnTo>
                  <a:lnTo>
                    <a:pt x="165" y="20"/>
                  </a:lnTo>
                  <a:lnTo>
                    <a:pt x="181" y="14"/>
                  </a:lnTo>
                  <a:lnTo>
                    <a:pt x="197" y="9"/>
                  </a:lnTo>
                  <a:lnTo>
                    <a:pt x="213" y="5"/>
                  </a:lnTo>
                  <a:lnTo>
                    <a:pt x="230" y="2"/>
                  </a:lnTo>
                  <a:lnTo>
                    <a:pt x="247" y="1"/>
                  </a:lnTo>
                  <a:lnTo>
                    <a:pt x="265" y="0"/>
                  </a:lnTo>
                  <a:lnTo>
                    <a:pt x="283" y="1"/>
                  </a:lnTo>
                  <a:lnTo>
                    <a:pt x="301" y="2"/>
                  </a:lnTo>
                  <a:lnTo>
                    <a:pt x="318" y="5"/>
                  </a:lnTo>
                  <a:lnTo>
                    <a:pt x="334" y="9"/>
                  </a:lnTo>
                  <a:lnTo>
                    <a:pt x="350" y="14"/>
                  </a:lnTo>
                  <a:lnTo>
                    <a:pt x="366" y="20"/>
                  </a:lnTo>
                  <a:lnTo>
                    <a:pt x="382" y="27"/>
                  </a:lnTo>
                  <a:lnTo>
                    <a:pt x="399" y="36"/>
                  </a:lnTo>
                  <a:lnTo>
                    <a:pt x="414" y="45"/>
                  </a:lnTo>
                  <a:lnTo>
                    <a:pt x="428" y="56"/>
                  </a:lnTo>
                  <a:lnTo>
                    <a:pt x="442" y="66"/>
                  </a:lnTo>
                  <a:lnTo>
                    <a:pt x="454" y="78"/>
                  </a:lnTo>
                  <a:lnTo>
                    <a:pt x="466" y="90"/>
                  </a:lnTo>
                  <a:lnTo>
                    <a:pt x="476" y="104"/>
                  </a:lnTo>
                  <a:lnTo>
                    <a:pt x="487" y="118"/>
                  </a:lnTo>
                  <a:lnTo>
                    <a:pt x="496" y="133"/>
                  </a:lnTo>
                  <a:lnTo>
                    <a:pt x="505" y="149"/>
                  </a:lnTo>
                  <a:lnTo>
                    <a:pt x="512" y="164"/>
                  </a:lnTo>
                  <a:lnTo>
                    <a:pt x="518" y="180"/>
                  </a:lnTo>
                  <a:lnTo>
                    <a:pt x="523" y="196"/>
                  </a:lnTo>
                  <a:lnTo>
                    <a:pt x="526" y="213"/>
                  </a:lnTo>
                  <a:lnTo>
                    <a:pt x="529" y="230"/>
                  </a:lnTo>
                  <a:lnTo>
                    <a:pt x="530" y="247"/>
                  </a:lnTo>
                  <a:lnTo>
                    <a:pt x="531" y="266"/>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35" name=""/>
            <p:cNvSpPr/>
            <p:nvPr/>
          </p:nvSpPr>
          <p:spPr>
            <a:xfrm>
              <a:off x="1030320" y="502560"/>
              <a:ext cx="164160" cy="177480"/>
            </a:xfrm>
            <a:custGeom>
              <a:avLst/>
              <a:gdLst>
                <a:gd name="textAreaLeft" fmla="*/ 0 w 164160"/>
                <a:gd name="textAreaRight" fmla="*/ 167760 w 164160"/>
                <a:gd name="textAreaTop" fmla="*/ 0 h 177480"/>
                <a:gd name="textAreaBottom" fmla="*/ 181080 h 177480"/>
              </a:gdLst>
              <a:ahLst/>
              <a:cxnLst/>
              <a:rect l="textAreaLeft" t="textAreaTop" r="textAreaRight" b="textAreaBottom"/>
              <a:pathLst>
                <a:path w="466" h="503">
                  <a:moveTo>
                    <a:pt x="0" y="230"/>
                  </a:moveTo>
                  <a:lnTo>
                    <a:pt x="404" y="503"/>
                  </a:lnTo>
                  <a:lnTo>
                    <a:pt x="466"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36" name=""/>
            <p:cNvSpPr/>
            <p:nvPr/>
          </p:nvSpPr>
          <p:spPr>
            <a:xfrm>
              <a:off x="4014360" y="3813480"/>
              <a:ext cx="164160" cy="177480"/>
            </a:xfrm>
            <a:custGeom>
              <a:avLst/>
              <a:gdLst>
                <a:gd name="textAreaLeft" fmla="*/ 0 w 164160"/>
                <a:gd name="textAreaRight" fmla="*/ 167760 w 164160"/>
                <a:gd name="textAreaTop" fmla="*/ 0 h 177480"/>
                <a:gd name="textAreaBottom" fmla="*/ 181080 h 177480"/>
              </a:gdLst>
              <a:ahLst/>
              <a:cxnLst/>
              <a:rect l="textAreaLeft" t="textAreaTop" r="textAreaRight" b="textAreaBottom"/>
              <a:pathLst>
                <a:path w="466" h="503">
                  <a:moveTo>
                    <a:pt x="0" y="230"/>
                  </a:moveTo>
                  <a:lnTo>
                    <a:pt x="404" y="503"/>
                  </a:lnTo>
                  <a:lnTo>
                    <a:pt x="466"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37" name=""/>
            <p:cNvSpPr/>
            <p:nvPr/>
          </p:nvSpPr>
          <p:spPr>
            <a:xfrm flipH="1">
              <a:off x="6126120" y="5051880"/>
              <a:ext cx="212400" cy="939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38" name=""/>
            <p:cNvSpPr/>
            <p:nvPr/>
          </p:nvSpPr>
          <p:spPr>
            <a:xfrm>
              <a:off x="6185520" y="4992840"/>
              <a:ext cx="93600" cy="2124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sp>
        <p:nvSpPr>
          <p:cNvPr id="239" name="PlaceHolder 1"/>
          <p:cNvSpPr>
            <a:spLocks noGrp="1"/>
          </p:cNvSpPr>
          <p:nvPr>
            <p:ph type="title"/>
          </p:nvPr>
        </p:nvSpPr>
        <p:spPr>
          <a:xfrm>
            <a:off x="4320000" y="1800000"/>
            <a:ext cx="5036400" cy="716400"/>
          </a:xfrm>
          <a:prstGeom prst="rect">
            <a:avLst/>
          </a:prstGeom>
          <a:noFill/>
          <a:ln w="0">
            <a:noFill/>
          </a:ln>
        </p:spPr>
        <p:txBody>
          <a:bodyPr lIns="0" rIns="0" tIns="0" bIns="0" anchor="ctr">
            <a:normAutofit/>
          </a:bodyPr>
          <a:p>
            <a:pPr indent="0">
              <a:lnSpc>
                <a:spcPct val="100000"/>
              </a:lnSpc>
              <a:buNone/>
              <a:tabLst>
                <a:tab algn="l" pos="0"/>
              </a:tabLst>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40" name="PlaceHolder 2"/>
          <p:cNvSpPr>
            <a:spLocks noGrp="1"/>
          </p:cNvSpPr>
          <p:nvPr>
            <p:ph type="ftr" idx="16"/>
          </p:nvPr>
        </p:nvSpPr>
        <p:spPr>
          <a:xfrm>
            <a:off x="3420000" y="523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241" name="PlaceHolder 3"/>
          <p:cNvSpPr>
            <a:spLocks noGrp="1"/>
          </p:cNvSpPr>
          <p:nvPr>
            <p:ph type="sldNum" idx="17"/>
          </p:nvPr>
        </p:nvSpPr>
        <p:spPr>
          <a:xfrm>
            <a:off x="7228800" y="523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23AD54EB-AE2B-4AB7-9EDC-F0BDEE3E5D44}"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242" name="PlaceHolder 4"/>
          <p:cNvSpPr>
            <a:spLocks noGrp="1"/>
          </p:cNvSpPr>
          <p:nvPr>
            <p:ph type="dt" idx="18"/>
          </p:nvPr>
        </p:nvSpPr>
        <p:spPr>
          <a:xfrm>
            <a:off x="504000" y="5238000"/>
            <a:ext cx="2343600" cy="239040"/>
          </a:xfrm>
          <a:prstGeom prst="rect">
            <a:avLst/>
          </a:prstGeom>
          <a:noFill/>
          <a:ln w="0">
            <a:noFill/>
          </a:ln>
        </p:spPr>
        <p:txBody>
          <a:bodyPr lIns="0" rIns="0" tIns="0" bIns="0" anchor="t">
            <a:noAutofit/>
          </a:bodyPr>
          <a:lstStyle>
            <a:lvl1pPr indent="0">
              <a:lnSpc>
                <a:spcPct val="100000"/>
              </a:lnSpc>
              <a:buNone/>
              <a:tabLst>
                <a:tab algn="l" pos="0"/>
              </a:tabLst>
              <a:defRPr b="0" lang="en-GB" sz="1400" strike="noStrike" u="none">
                <a:solidFill>
                  <a:srgbClr val="000000"/>
                </a:solidFill>
                <a:effectLst/>
                <a:uFillTx/>
                <a:latin typeface="Times New Roman"/>
              </a:defRPr>
            </a:lvl1pPr>
          </a:lstStyle>
          <a:p>
            <a:pPr indent="0">
              <a:lnSpc>
                <a:spcPct val="100000"/>
              </a:lnSpc>
              <a:buNone/>
              <a:tabLst>
                <a:tab algn="l" pos="0"/>
              </a:tabLst>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
        <p:nvSpPr>
          <p:cNvPr id="243" name="PlaceHolder 5"/>
          <p:cNvSpPr>
            <a:spLocks noGrp="1"/>
          </p:cNvSpPr>
          <p:nvPr>
            <p:ph type="body"/>
          </p:nvPr>
        </p:nvSpPr>
        <p:spPr>
          <a:xfrm>
            <a:off x="504000" y="1326600"/>
            <a:ext cx="9068760" cy="32853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GB" sz="3200" strike="noStrike" u="none">
                <a:solidFill>
                  <a:srgbClr val="000000"/>
                </a:solidFill>
                <a:effectLst/>
                <a:uFillTx/>
                <a:latin typeface="Arial"/>
              </a:rPr>
              <a:t>Click to edit the outline text format</a:t>
            </a:r>
            <a:endParaRPr b="0" lang="en-GB"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GB" sz="2800" strike="noStrike" u="none">
                <a:solidFill>
                  <a:srgbClr val="000000"/>
                </a:solidFill>
                <a:effectLst/>
                <a:uFillTx/>
                <a:latin typeface="Arial"/>
              </a:rPr>
              <a:t>Second Outline Level</a:t>
            </a:r>
            <a:endParaRPr b="0" lang="en-GB"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GB" sz="2400" strike="noStrike" u="none">
                <a:solidFill>
                  <a:srgbClr val="000000"/>
                </a:solidFill>
                <a:effectLst/>
                <a:uFillTx/>
                <a:latin typeface="Arial"/>
              </a:rPr>
              <a:t>Third Outline Level</a:t>
            </a:r>
            <a:endParaRPr b="0" lang="en-GB"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GB" sz="2000" strike="noStrike" u="none">
                <a:solidFill>
                  <a:srgbClr val="000000"/>
                </a:solidFill>
                <a:effectLst/>
                <a:uFillTx/>
                <a:latin typeface="Arial"/>
              </a:rPr>
              <a:t>Fourth Outline Level</a:t>
            </a:r>
            <a:endParaRPr b="0" lang="en-GB"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Fifth Outline Level</a:t>
            </a:r>
            <a:endParaRPr b="0" lang="en-GB"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Sixth Outline Level</a:t>
            </a:r>
            <a:endParaRPr b="0" lang="en-GB"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GB" sz="2000" strike="noStrike" u="none">
                <a:solidFill>
                  <a:srgbClr val="000000"/>
                </a:solidFill>
                <a:effectLst/>
                <a:uFillTx/>
                <a:latin typeface="Arial"/>
              </a:rPr>
              <a:t>Seventh Outline Level</a:t>
            </a:r>
            <a:endParaRPr b="0" lang="en-GB"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spTree>
      <p:nvGrpSpPr>
        <p:cNvPr id="1" name=""/>
        <p:cNvGrpSpPr/>
        <p:nvPr/>
      </p:nvGrpSpPr>
      <p:grpSpPr>
        <a:xfrm>
          <a:off x="0" y="0"/>
          <a:ext cx="0" cy="0"/>
          <a:chOff x="0" y="0"/>
          <a:chExt cx="0" cy="0"/>
        </a:xfrm>
      </p:grpSpPr>
      <p:sp>
        <p:nvSpPr>
          <p:cNvPr id="244" name=""/>
          <p:cNvSpPr/>
          <p:nvPr/>
        </p:nvSpPr>
        <p:spPr>
          <a:xfrm>
            <a:off x="504000" y="216000"/>
            <a:ext cx="9068760" cy="5234760"/>
          </a:xfrm>
          <a:custGeom>
            <a:avLst/>
            <a:gdLst>
              <a:gd name="textAreaLeft" fmla="*/ 0 w 9068760"/>
              <a:gd name="textAreaRight" fmla="*/ 9072360 w 9068760"/>
              <a:gd name="textAreaTop" fmla="*/ 0 h 5234760"/>
              <a:gd name="textAreaBottom" fmla="*/ 5238360 h 5234760"/>
            </a:gdLst>
            <a:ahLst/>
            <a:cxnLst/>
            <a:rect l="textAreaLeft" t="textAreaTop" r="textAreaRight" b="textAreaBottom"/>
            <a:pathLst>
              <a:path w="25201" h="14551">
                <a:moveTo>
                  <a:pt x="0" y="0"/>
                </a:moveTo>
                <a:lnTo>
                  <a:pt x="25201" y="0"/>
                </a:lnTo>
                <a:lnTo>
                  <a:pt x="25201" y="14551"/>
                </a:lnTo>
                <a:lnTo>
                  <a:pt x="0" y="14551"/>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245" name=""/>
          <p:cNvGrpSpPr/>
          <p:nvPr/>
        </p:nvGrpSpPr>
        <p:grpSpPr>
          <a:xfrm>
            <a:off x="673920" y="3056400"/>
            <a:ext cx="2151720" cy="2239920"/>
            <a:chOff x="673920" y="3056400"/>
            <a:chExt cx="2151720" cy="2239920"/>
          </a:xfrm>
        </p:grpSpPr>
        <p:sp>
          <p:nvSpPr>
            <p:cNvPr id="246" name=""/>
            <p:cNvSpPr/>
            <p:nvPr/>
          </p:nvSpPr>
          <p:spPr>
            <a:xfrm>
              <a:off x="1153080" y="3584520"/>
              <a:ext cx="1189800" cy="1433520"/>
            </a:xfrm>
            <a:custGeom>
              <a:avLst/>
              <a:gdLst>
                <a:gd name="textAreaLeft" fmla="*/ 0 w 1189800"/>
                <a:gd name="textAreaRight" fmla="*/ 1193400 w 1189800"/>
                <a:gd name="textAreaTop" fmla="*/ 0 h 1433520"/>
                <a:gd name="textAreaBottom" fmla="*/ 1437120 h 1433520"/>
              </a:gdLst>
              <a:ahLst/>
              <a:cxnLst/>
              <a:rect l="textAreaLeft" t="textAreaTop" r="textAreaRight" b="textAreaBottom"/>
              <a:pathLst>
                <a:path w="3315" h="3992">
                  <a:moveTo>
                    <a:pt x="1657" y="0"/>
                  </a:moveTo>
                  <a:lnTo>
                    <a:pt x="1657" y="0"/>
                  </a:lnTo>
                  <a:lnTo>
                    <a:pt x="1657" y="0"/>
                  </a:lnTo>
                  <a:lnTo>
                    <a:pt x="1545" y="3"/>
                  </a:lnTo>
                  <a:lnTo>
                    <a:pt x="1436" y="13"/>
                  </a:lnTo>
                  <a:lnTo>
                    <a:pt x="1331" y="30"/>
                  </a:lnTo>
                  <a:lnTo>
                    <a:pt x="1228" y="54"/>
                  </a:lnTo>
                  <a:lnTo>
                    <a:pt x="1127" y="85"/>
                  </a:lnTo>
                  <a:lnTo>
                    <a:pt x="1027" y="123"/>
                  </a:lnTo>
                  <a:lnTo>
                    <a:pt x="928" y="169"/>
                  </a:lnTo>
                  <a:lnTo>
                    <a:pt x="829" y="222"/>
                  </a:lnTo>
                  <a:lnTo>
                    <a:pt x="733" y="281"/>
                  </a:lnTo>
                  <a:lnTo>
                    <a:pt x="644" y="344"/>
                  </a:lnTo>
                  <a:lnTo>
                    <a:pt x="561" y="411"/>
                  </a:lnTo>
                  <a:lnTo>
                    <a:pt x="483" y="484"/>
                  </a:lnTo>
                  <a:lnTo>
                    <a:pt x="411" y="561"/>
                  </a:lnTo>
                  <a:lnTo>
                    <a:pt x="344" y="644"/>
                  </a:lnTo>
                  <a:lnTo>
                    <a:pt x="281" y="733"/>
                  </a:lnTo>
                  <a:lnTo>
                    <a:pt x="222" y="829"/>
                  </a:lnTo>
                  <a:lnTo>
                    <a:pt x="169" y="928"/>
                  </a:lnTo>
                  <a:lnTo>
                    <a:pt x="123" y="1027"/>
                  </a:lnTo>
                  <a:lnTo>
                    <a:pt x="85" y="1127"/>
                  </a:lnTo>
                  <a:lnTo>
                    <a:pt x="54" y="1228"/>
                  </a:lnTo>
                  <a:lnTo>
                    <a:pt x="30" y="1331"/>
                  </a:lnTo>
                  <a:lnTo>
                    <a:pt x="13" y="1436"/>
                  </a:lnTo>
                  <a:lnTo>
                    <a:pt x="3" y="1545"/>
                  </a:lnTo>
                  <a:lnTo>
                    <a:pt x="0" y="1658"/>
                  </a:lnTo>
                  <a:lnTo>
                    <a:pt x="0" y="1658"/>
                  </a:lnTo>
                  <a:lnTo>
                    <a:pt x="0" y="1658"/>
                  </a:lnTo>
                  <a:lnTo>
                    <a:pt x="3" y="1770"/>
                  </a:lnTo>
                  <a:lnTo>
                    <a:pt x="13" y="1878"/>
                  </a:lnTo>
                  <a:lnTo>
                    <a:pt x="30" y="1983"/>
                  </a:lnTo>
                  <a:lnTo>
                    <a:pt x="54" y="2086"/>
                  </a:lnTo>
                  <a:lnTo>
                    <a:pt x="85" y="2187"/>
                  </a:lnTo>
                  <a:lnTo>
                    <a:pt x="123" y="2286"/>
                  </a:lnTo>
                  <a:lnTo>
                    <a:pt x="169" y="2385"/>
                  </a:lnTo>
                  <a:lnTo>
                    <a:pt x="222" y="2484"/>
                  </a:lnTo>
                  <a:lnTo>
                    <a:pt x="281" y="2580"/>
                  </a:lnTo>
                  <a:lnTo>
                    <a:pt x="344" y="2669"/>
                  </a:lnTo>
                  <a:lnTo>
                    <a:pt x="411" y="2752"/>
                  </a:lnTo>
                  <a:lnTo>
                    <a:pt x="483" y="2829"/>
                  </a:lnTo>
                  <a:lnTo>
                    <a:pt x="561" y="2902"/>
                  </a:lnTo>
                  <a:lnTo>
                    <a:pt x="644" y="2969"/>
                  </a:lnTo>
                  <a:lnTo>
                    <a:pt x="733" y="3032"/>
                  </a:lnTo>
                  <a:lnTo>
                    <a:pt x="829" y="3091"/>
                  </a:lnTo>
                  <a:lnTo>
                    <a:pt x="898" y="3129"/>
                  </a:lnTo>
                  <a:lnTo>
                    <a:pt x="966" y="3162"/>
                  </a:lnTo>
                  <a:lnTo>
                    <a:pt x="1036" y="3192"/>
                  </a:lnTo>
                  <a:lnTo>
                    <a:pt x="1110" y="3220"/>
                  </a:lnTo>
                  <a:lnTo>
                    <a:pt x="1110" y="3222"/>
                  </a:lnTo>
                  <a:lnTo>
                    <a:pt x="1110" y="3797"/>
                  </a:lnTo>
                  <a:lnTo>
                    <a:pt x="1111" y="3817"/>
                  </a:lnTo>
                  <a:lnTo>
                    <a:pt x="1114" y="3836"/>
                  </a:lnTo>
                  <a:lnTo>
                    <a:pt x="1119" y="3855"/>
                  </a:lnTo>
                  <a:lnTo>
                    <a:pt x="1125" y="3873"/>
                  </a:lnTo>
                  <a:lnTo>
                    <a:pt x="1133" y="3890"/>
                  </a:lnTo>
                  <a:lnTo>
                    <a:pt x="1143" y="3906"/>
                  </a:lnTo>
                  <a:lnTo>
                    <a:pt x="1154" y="3921"/>
                  </a:lnTo>
                  <a:lnTo>
                    <a:pt x="1167" y="3935"/>
                  </a:lnTo>
                  <a:lnTo>
                    <a:pt x="1181" y="3947"/>
                  </a:lnTo>
                  <a:lnTo>
                    <a:pt x="1196" y="3959"/>
                  </a:lnTo>
                  <a:lnTo>
                    <a:pt x="1212" y="3968"/>
                  </a:lnTo>
                  <a:lnTo>
                    <a:pt x="1229" y="3976"/>
                  </a:lnTo>
                  <a:lnTo>
                    <a:pt x="1247" y="3983"/>
                  </a:lnTo>
                  <a:lnTo>
                    <a:pt x="1266" y="3988"/>
                  </a:lnTo>
                  <a:lnTo>
                    <a:pt x="1285" y="3991"/>
                  </a:lnTo>
                  <a:lnTo>
                    <a:pt x="1305" y="3992"/>
                  </a:lnTo>
                  <a:lnTo>
                    <a:pt x="2010" y="3992"/>
                  </a:lnTo>
                  <a:lnTo>
                    <a:pt x="2030" y="3991"/>
                  </a:lnTo>
                  <a:lnTo>
                    <a:pt x="2049" y="3988"/>
                  </a:lnTo>
                  <a:lnTo>
                    <a:pt x="2068" y="3983"/>
                  </a:lnTo>
                  <a:lnTo>
                    <a:pt x="2086" y="3976"/>
                  </a:lnTo>
                  <a:lnTo>
                    <a:pt x="2103" y="3968"/>
                  </a:lnTo>
                  <a:lnTo>
                    <a:pt x="2119" y="3959"/>
                  </a:lnTo>
                  <a:lnTo>
                    <a:pt x="2134" y="3947"/>
                  </a:lnTo>
                  <a:lnTo>
                    <a:pt x="2148" y="3935"/>
                  </a:lnTo>
                  <a:lnTo>
                    <a:pt x="2160" y="3921"/>
                  </a:lnTo>
                  <a:lnTo>
                    <a:pt x="2172" y="3906"/>
                  </a:lnTo>
                  <a:lnTo>
                    <a:pt x="2181" y="3890"/>
                  </a:lnTo>
                  <a:lnTo>
                    <a:pt x="2190" y="3873"/>
                  </a:lnTo>
                  <a:lnTo>
                    <a:pt x="2196" y="3855"/>
                  </a:lnTo>
                  <a:lnTo>
                    <a:pt x="2201" y="3836"/>
                  </a:lnTo>
                  <a:lnTo>
                    <a:pt x="2204" y="3817"/>
                  </a:lnTo>
                  <a:lnTo>
                    <a:pt x="2205" y="3797"/>
                  </a:lnTo>
                  <a:lnTo>
                    <a:pt x="2205" y="3222"/>
                  </a:lnTo>
                  <a:lnTo>
                    <a:pt x="2205" y="3220"/>
                  </a:lnTo>
                  <a:lnTo>
                    <a:pt x="2205" y="3220"/>
                  </a:lnTo>
                  <a:lnTo>
                    <a:pt x="2279" y="3192"/>
                  </a:lnTo>
                  <a:lnTo>
                    <a:pt x="2349" y="3162"/>
                  </a:lnTo>
                  <a:lnTo>
                    <a:pt x="2417" y="3129"/>
                  </a:lnTo>
                  <a:lnTo>
                    <a:pt x="2486" y="3091"/>
                  </a:lnTo>
                  <a:lnTo>
                    <a:pt x="2582" y="3032"/>
                  </a:lnTo>
                  <a:lnTo>
                    <a:pt x="2671" y="2969"/>
                  </a:lnTo>
                  <a:lnTo>
                    <a:pt x="2754" y="2902"/>
                  </a:lnTo>
                  <a:lnTo>
                    <a:pt x="2831" y="2830"/>
                  </a:lnTo>
                  <a:lnTo>
                    <a:pt x="2904" y="2752"/>
                  </a:lnTo>
                  <a:lnTo>
                    <a:pt x="2971" y="2670"/>
                  </a:lnTo>
                  <a:lnTo>
                    <a:pt x="3034" y="2580"/>
                  </a:lnTo>
                  <a:lnTo>
                    <a:pt x="3093" y="2485"/>
                  </a:lnTo>
                  <a:lnTo>
                    <a:pt x="3146" y="2386"/>
                  </a:lnTo>
                  <a:lnTo>
                    <a:pt x="3192" y="2287"/>
                  </a:lnTo>
                  <a:lnTo>
                    <a:pt x="3230" y="2187"/>
                  </a:lnTo>
                  <a:lnTo>
                    <a:pt x="3261" y="2086"/>
                  </a:lnTo>
                  <a:lnTo>
                    <a:pt x="3285" y="1984"/>
                  </a:lnTo>
                  <a:lnTo>
                    <a:pt x="3302" y="1878"/>
                  </a:lnTo>
                  <a:lnTo>
                    <a:pt x="3312" y="1770"/>
                  </a:lnTo>
                  <a:lnTo>
                    <a:pt x="3315" y="1658"/>
                  </a:lnTo>
                  <a:lnTo>
                    <a:pt x="3315" y="1658"/>
                  </a:lnTo>
                  <a:lnTo>
                    <a:pt x="3315" y="1658"/>
                  </a:lnTo>
                  <a:lnTo>
                    <a:pt x="3312" y="1545"/>
                  </a:lnTo>
                  <a:lnTo>
                    <a:pt x="3302" y="1436"/>
                  </a:lnTo>
                  <a:lnTo>
                    <a:pt x="3285" y="1331"/>
                  </a:lnTo>
                  <a:lnTo>
                    <a:pt x="3261" y="1228"/>
                  </a:lnTo>
                  <a:lnTo>
                    <a:pt x="3230" y="1127"/>
                  </a:lnTo>
                  <a:lnTo>
                    <a:pt x="3192" y="1027"/>
                  </a:lnTo>
                  <a:lnTo>
                    <a:pt x="3146" y="928"/>
                  </a:lnTo>
                  <a:lnTo>
                    <a:pt x="3093" y="829"/>
                  </a:lnTo>
                  <a:lnTo>
                    <a:pt x="3034" y="733"/>
                  </a:lnTo>
                  <a:lnTo>
                    <a:pt x="2971" y="644"/>
                  </a:lnTo>
                  <a:lnTo>
                    <a:pt x="2903" y="561"/>
                  </a:lnTo>
                  <a:lnTo>
                    <a:pt x="2831" y="484"/>
                  </a:lnTo>
                  <a:lnTo>
                    <a:pt x="2754" y="411"/>
                  </a:lnTo>
                  <a:lnTo>
                    <a:pt x="2671" y="344"/>
                  </a:lnTo>
                  <a:lnTo>
                    <a:pt x="2582" y="281"/>
                  </a:lnTo>
                  <a:lnTo>
                    <a:pt x="2486" y="222"/>
                  </a:lnTo>
                  <a:lnTo>
                    <a:pt x="2387" y="169"/>
                  </a:lnTo>
                  <a:lnTo>
                    <a:pt x="2288" y="123"/>
                  </a:lnTo>
                  <a:lnTo>
                    <a:pt x="2188" y="85"/>
                  </a:lnTo>
                  <a:lnTo>
                    <a:pt x="2087" y="54"/>
                  </a:lnTo>
                  <a:lnTo>
                    <a:pt x="1984" y="30"/>
                  </a:lnTo>
                  <a:lnTo>
                    <a:pt x="1878" y="13"/>
                  </a:lnTo>
                  <a:lnTo>
                    <a:pt x="1770" y="3"/>
                  </a:lnTo>
                  <a:lnTo>
                    <a:pt x="1657" y="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47" name=""/>
            <p:cNvSpPr/>
            <p:nvPr/>
          </p:nvSpPr>
          <p:spPr>
            <a:xfrm>
              <a:off x="1469520" y="5021640"/>
              <a:ext cx="556920" cy="136440"/>
            </a:xfrm>
            <a:custGeom>
              <a:avLst/>
              <a:gdLst>
                <a:gd name="textAreaLeft" fmla="*/ 0 w 556920"/>
                <a:gd name="textAreaRight" fmla="*/ 560520 w 556920"/>
                <a:gd name="textAreaTop" fmla="*/ 0 h 136440"/>
                <a:gd name="textAreaBottom" fmla="*/ 140040 h 136440"/>
              </a:gdLst>
              <a:ahLst/>
              <a:cxnLst/>
              <a:rect l="textAreaLeft" t="textAreaTop" r="textAreaRight" b="textAreaBottom"/>
              <a:pathLst>
                <a:path w="1557" h="389">
                  <a:moveTo>
                    <a:pt x="778" y="389"/>
                  </a:moveTo>
                  <a:lnTo>
                    <a:pt x="1362" y="389"/>
                  </a:lnTo>
                  <a:lnTo>
                    <a:pt x="1382" y="388"/>
                  </a:lnTo>
                  <a:lnTo>
                    <a:pt x="1401" y="385"/>
                  </a:lnTo>
                  <a:lnTo>
                    <a:pt x="1420" y="380"/>
                  </a:lnTo>
                  <a:lnTo>
                    <a:pt x="1438" y="374"/>
                  </a:lnTo>
                  <a:lnTo>
                    <a:pt x="1455" y="365"/>
                  </a:lnTo>
                  <a:lnTo>
                    <a:pt x="1471" y="356"/>
                  </a:lnTo>
                  <a:lnTo>
                    <a:pt x="1486" y="344"/>
                  </a:lnTo>
                  <a:lnTo>
                    <a:pt x="1500" y="332"/>
                  </a:lnTo>
                  <a:lnTo>
                    <a:pt x="1512" y="318"/>
                  </a:lnTo>
                  <a:lnTo>
                    <a:pt x="1523" y="303"/>
                  </a:lnTo>
                  <a:lnTo>
                    <a:pt x="1533" y="287"/>
                  </a:lnTo>
                  <a:lnTo>
                    <a:pt x="1542" y="270"/>
                  </a:lnTo>
                  <a:lnTo>
                    <a:pt x="1548" y="252"/>
                  </a:lnTo>
                  <a:lnTo>
                    <a:pt x="1553" y="233"/>
                  </a:lnTo>
                  <a:lnTo>
                    <a:pt x="1556" y="214"/>
                  </a:lnTo>
                  <a:lnTo>
                    <a:pt x="1557" y="194"/>
                  </a:lnTo>
                  <a:lnTo>
                    <a:pt x="1556" y="174"/>
                  </a:lnTo>
                  <a:lnTo>
                    <a:pt x="1553" y="155"/>
                  </a:lnTo>
                  <a:lnTo>
                    <a:pt x="1548" y="136"/>
                  </a:lnTo>
                  <a:lnTo>
                    <a:pt x="1542" y="118"/>
                  </a:lnTo>
                  <a:lnTo>
                    <a:pt x="1533" y="101"/>
                  </a:lnTo>
                  <a:lnTo>
                    <a:pt x="1523" y="85"/>
                  </a:lnTo>
                  <a:lnTo>
                    <a:pt x="1512" y="70"/>
                  </a:lnTo>
                  <a:lnTo>
                    <a:pt x="1500" y="57"/>
                  </a:lnTo>
                  <a:lnTo>
                    <a:pt x="1486" y="44"/>
                  </a:lnTo>
                  <a:lnTo>
                    <a:pt x="1471" y="33"/>
                  </a:lnTo>
                  <a:lnTo>
                    <a:pt x="1455" y="23"/>
                  </a:lnTo>
                  <a:lnTo>
                    <a:pt x="1438" y="15"/>
                  </a:lnTo>
                  <a:lnTo>
                    <a:pt x="1420" y="9"/>
                  </a:lnTo>
                  <a:lnTo>
                    <a:pt x="1401" y="4"/>
                  </a:lnTo>
                  <a:lnTo>
                    <a:pt x="1382" y="1"/>
                  </a:lnTo>
                  <a:lnTo>
                    <a:pt x="1362" y="0"/>
                  </a:lnTo>
                  <a:lnTo>
                    <a:pt x="195" y="0"/>
                  </a:lnTo>
                  <a:lnTo>
                    <a:pt x="175" y="1"/>
                  </a:lnTo>
                  <a:lnTo>
                    <a:pt x="156" y="4"/>
                  </a:lnTo>
                  <a:lnTo>
                    <a:pt x="137" y="9"/>
                  </a:lnTo>
                  <a:lnTo>
                    <a:pt x="119" y="15"/>
                  </a:lnTo>
                  <a:lnTo>
                    <a:pt x="102" y="23"/>
                  </a:lnTo>
                  <a:lnTo>
                    <a:pt x="86" y="33"/>
                  </a:lnTo>
                  <a:lnTo>
                    <a:pt x="71" y="44"/>
                  </a:lnTo>
                  <a:lnTo>
                    <a:pt x="57" y="57"/>
                  </a:lnTo>
                  <a:lnTo>
                    <a:pt x="44" y="70"/>
                  </a:lnTo>
                  <a:lnTo>
                    <a:pt x="33" y="85"/>
                  </a:lnTo>
                  <a:lnTo>
                    <a:pt x="23" y="101"/>
                  </a:lnTo>
                  <a:lnTo>
                    <a:pt x="15" y="118"/>
                  </a:lnTo>
                  <a:lnTo>
                    <a:pt x="9" y="136"/>
                  </a:lnTo>
                  <a:lnTo>
                    <a:pt x="4" y="155"/>
                  </a:lnTo>
                  <a:lnTo>
                    <a:pt x="1" y="174"/>
                  </a:lnTo>
                  <a:lnTo>
                    <a:pt x="0" y="194"/>
                  </a:lnTo>
                  <a:lnTo>
                    <a:pt x="1" y="214"/>
                  </a:lnTo>
                  <a:lnTo>
                    <a:pt x="4" y="233"/>
                  </a:lnTo>
                  <a:lnTo>
                    <a:pt x="9" y="252"/>
                  </a:lnTo>
                  <a:lnTo>
                    <a:pt x="15" y="270"/>
                  </a:lnTo>
                  <a:lnTo>
                    <a:pt x="23" y="287"/>
                  </a:lnTo>
                  <a:lnTo>
                    <a:pt x="33" y="303"/>
                  </a:lnTo>
                  <a:lnTo>
                    <a:pt x="44" y="318"/>
                  </a:lnTo>
                  <a:lnTo>
                    <a:pt x="57" y="332"/>
                  </a:lnTo>
                  <a:lnTo>
                    <a:pt x="71" y="344"/>
                  </a:lnTo>
                  <a:lnTo>
                    <a:pt x="86" y="356"/>
                  </a:lnTo>
                  <a:lnTo>
                    <a:pt x="102" y="365"/>
                  </a:lnTo>
                  <a:lnTo>
                    <a:pt x="119" y="374"/>
                  </a:lnTo>
                  <a:lnTo>
                    <a:pt x="137" y="380"/>
                  </a:lnTo>
                  <a:lnTo>
                    <a:pt x="156" y="385"/>
                  </a:lnTo>
                  <a:lnTo>
                    <a:pt x="175" y="388"/>
                  </a:lnTo>
                  <a:lnTo>
                    <a:pt x="195" y="389"/>
                  </a:lnTo>
                  <a:lnTo>
                    <a:pt x="778" y="389"/>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48" name=""/>
            <p:cNvSpPr/>
            <p:nvPr/>
          </p:nvSpPr>
          <p:spPr>
            <a:xfrm>
              <a:off x="1523520" y="5159880"/>
              <a:ext cx="448560" cy="136440"/>
            </a:xfrm>
            <a:custGeom>
              <a:avLst/>
              <a:gdLst>
                <a:gd name="textAreaLeft" fmla="*/ 0 w 448560"/>
                <a:gd name="textAreaRight" fmla="*/ 452160 w 448560"/>
                <a:gd name="textAreaTop" fmla="*/ 0 h 136440"/>
                <a:gd name="textAreaBottom" fmla="*/ 140040 h 136440"/>
              </a:gdLst>
              <a:ahLst/>
              <a:cxnLst/>
              <a:rect l="textAreaLeft" t="textAreaTop" r="textAreaRight" b="textAreaBottom"/>
              <a:pathLst>
                <a:path w="1256" h="389">
                  <a:moveTo>
                    <a:pt x="628" y="389"/>
                  </a:moveTo>
                  <a:lnTo>
                    <a:pt x="1062" y="389"/>
                  </a:lnTo>
                  <a:lnTo>
                    <a:pt x="1082" y="388"/>
                  </a:lnTo>
                  <a:lnTo>
                    <a:pt x="1101" y="385"/>
                  </a:lnTo>
                  <a:lnTo>
                    <a:pt x="1120" y="380"/>
                  </a:lnTo>
                  <a:lnTo>
                    <a:pt x="1137" y="374"/>
                  </a:lnTo>
                  <a:lnTo>
                    <a:pt x="1154" y="366"/>
                  </a:lnTo>
                  <a:lnTo>
                    <a:pt x="1170" y="356"/>
                  </a:lnTo>
                  <a:lnTo>
                    <a:pt x="1185" y="345"/>
                  </a:lnTo>
                  <a:lnTo>
                    <a:pt x="1199" y="332"/>
                  </a:lnTo>
                  <a:lnTo>
                    <a:pt x="1212" y="318"/>
                  </a:lnTo>
                  <a:lnTo>
                    <a:pt x="1223" y="303"/>
                  </a:lnTo>
                  <a:lnTo>
                    <a:pt x="1233" y="287"/>
                  </a:lnTo>
                  <a:lnTo>
                    <a:pt x="1241" y="270"/>
                  </a:lnTo>
                  <a:lnTo>
                    <a:pt x="1247" y="252"/>
                  </a:lnTo>
                  <a:lnTo>
                    <a:pt x="1252" y="233"/>
                  </a:lnTo>
                  <a:lnTo>
                    <a:pt x="1255" y="214"/>
                  </a:lnTo>
                  <a:lnTo>
                    <a:pt x="1256" y="194"/>
                  </a:lnTo>
                  <a:lnTo>
                    <a:pt x="1256" y="194"/>
                  </a:lnTo>
                  <a:lnTo>
                    <a:pt x="1255" y="174"/>
                  </a:lnTo>
                  <a:lnTo>
                    <a:pt x="1252" y="155"/>
                  </a:lnTo>
                  <a:lnTo>
                    <a:pt x="1247" y="136"/>
                  </a:lnTo>
                  <a:lnTo>
                    <a:pt x="1241" y="119"/>
                  </a:lnTo>
                  <a:lnTo>
                    <a:pt x="1233" y="102"/>
                  </a:lnTo>
                  <a:lnTo>
                    <a:pt x="1223" y="86"/>
                  </a:lnTo>
                  <a:lnTo>
                    <a:pt x="1212" y="71"/>
                  </a:lnTo>
                  <a:lnTo>
                    <a:pt x="1199" y="57"/>
                  </a:lnTo>
                  <a:lnTo>
                    <a:pt x="1185" y="44"/>
                  </a:lnTo>
                  <a:lnTo>
                    <a:pt x="1170" y="33"/>
                  </a:lnTo>
                  <a:lnTo>
                    <a:pt x="1154" y="23"/>
                  </a:lnTo>
                  <a:lnTo>
                    <a:pt x="1137" y="15"/>
                  </a:lnTo>
                  <a:lnTo>
                    <a:pt x="1120" y="9"/>
                  </a:lnTo>
                  <a:lnTo>
                    <a:pt x="1101" y="4"/>
                  </a:lnTo>
                  <a:lnTo>
                    <a:pt x="1082" y="1"/>
                  </a:lnTo>
                  <a:lnTo>
                    <a:pt x="1062" y="0"/>
                  </a:lnTo>
                  <a:lnTo>
                    <a:pt x="195" y="0"/>
                  </a:lnTo>
                  <a:lnTo>
                    <a:pt x="175" y="1"/>
                  </a:lnTo>
                  <a:lnTo>
                    <a:pt x="156" y="4"/>
                  </a:lnTo>
                  <a:lnTo>
                    <a:pt x="137" y="9"/>
                  </a:lnTo>
                  <a:lnTo>
                    <a:pt x="119" y="15"/>
                  </a:lnTo>
                  <a:lnTo>
                    <a:pt x="102" y="23"/>
                  </a:lnTo>
                  <a:lnTo>
                    <a:pt x="86" y="33"/>
                  </a:lnTo>
                  <a:lnTo>
                    <a:pt x="71" y="44"/>
                  </a:lnTo>
                  <a:lnTo>
                    <a:pt x="57" y="57"/>
                  </a:lnTo>
                  <a:lnTo>
                    <a:pt x="45" y="71"/>
                  </a:lnTo>
                  <a:lnTo>
                    <a:pt x="33" y="86"/>
                  </a:lnTo>
                  <a:lnTo>
                    <a:pt x="24" y="102"/>
                  </a:lnTo>
                  <a:lnTo>
                    <a:pt x="15" y="119"/>
                  </a:lnTo>
                  <a:lnTo>
                    <a:pt x="9" y="136"/>
                  </a:lnTo>
                  <a:lnTo>
                    <a:pt x="4" y="155"/>
                  </a:lnTo>
                  <a:lnTo>
                    <a:pt x="1" y="174"/>
                  </a:lnTo>
                  <a:lnTo>
                    <a:pt x="0" y="194"/>
                  </a:lnTo>
                  <a:lnTo>
                    <a:pt x="0" y="194"/>
                  </a:lnTo>
                  <a:lnTo>
                    <a:pt x="1" y="214"/>
                  </a:lnTo>
                  <a:lnTo>
                    <a:pt x="4" y="233"/>
                  </a:lnTo>
                  <a:lnTo>
                    <a:pt x="9" y="252"/>
                  </a:lnTo>
                  <a:lnTo>
                    <a:pt x="15" y="270"/>
                  </a:lnTo>
                  <a:lnTo>
                    <a:pt x="24" y="287"/>
                  </a:lnTo>
                  <a:lnTo>
                    <a:pt x="33" y="303"/>
                  </a:lnTo>
                  <a:lnTo>
                    <a:pt x="45" y="318"/>
                  </a:lnTo>
                  <a:lnTo>
                    <a:pt x="57" y="332"/>
                  </a:lnTo>
                  <a:lnTo>
                    <a:pt x="71" y="345"/>
                  </a:lnTo>
                  <a:lnTo>
                    <a:pt x="86" y="356"/>
                  </a:lnTo>
                  <a:lnTo>
                    <a:pt x="102" y="366"/>
                  </a:lnTo>
                  <a:lnTo>
                    <a:pt x="119" y="374"/>
                  </a:lnTo>
                  <a:lnTo>
                    <a:pt x="137" y="380"/>
                  </a:lnTo>
                  <a:lnTo>
                    <a:pt x="156" y="385"/>
                  </a:lnTo>
                  <a:lnTo>
                    <a:pt x="175" y="388"/>
                  </a:lnTo>
                  <a:lnTo>
                    <a:pt x="195" y="389"/>
                  </a:lnTo>
                  <a:lnTo>
                    <a:pt x="628" y="389"/>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49" name=""/>
            <p:cNvSpPr/>
            <p:nvPr/>
          </p:nvSpPr>
          <p:spPr>
            <a:xfrm>
              <a:off x="1479600" y="3981240"/>
              <a:ext cx="542880" cy="1036800"/>
            </a:xfrm>
            <a:custGeom>
              <a:avLst/>
              <a:gdLst>
                <a:gd name="textAreaLeft" fmla="*/ 0 w 542880"/>
                <a:gd name="textAreaRight" fmla="*/ 546480 w 542880"/>
                <a:gd name="textAreaTop" fmla="*/ 0 h 1036800"/>
                <a:gd name="textAreaBottom" fmla="*/ 1040400 h 1036800"/>
              </a:gdLst>
              <a:ahLst/>
              <a:cxnLst/>
              <a:rect l="textAreaLeft" t="textAreaTop" r="textAreaRight" b="textAreaBottom"/>
              <a:pathLst>
                <a:path w="1518" h="2890">
                  <a:moveTo>
                    <a:pt x="551" y="2890"/>
                  </a:moveTo>
                  <a:lnTo>
                    <a:pt x="563" y="2160"/>
                  </a:lnTo>
                  <a:lnTo>
                    <a:pt x="570" y="1776"/>
                  </a:lnTo>
                  <a:lnTo>
                    <a:pt x="578" y="1528"/>
                  </a:lnTo>
                  <a:lnTo>
                    <a:pt x="583" y="1483"/>
                  </a:lnTo>
                  <a:lnTo>
                    <a:pt x="594" y="1441"/>
                  </a:lnTo>
                  <a:lnTo>
                    <a:pt x="609" y="1402"/>
                  </a:lnTo>
                  <a:lnTo>
                    <a:pt x="629" y="1364"/>
                  </a:lnTo>
                  <a:lnTo>
                    <a:pt x="653" y="1328"/>
                  </a:lnTo>
                  <a:lnTo>
                    <a:pt x="681" y="1294"/>
                  </a:lnTo>
                  <a:lnTo>
                    <a:pt x="746" y="1231"/>
                  </a:lnTo>
                  <a:lnTo>
                    <a:pt x="822" y="1172"/>
                  </a:lnTo>
                  <a:lnTo>
                    <a:pt x="905" y="1117"/>
                  </a:lnTo>
                  <a:lnTo>
                    <a:pt x="1083" y="1011"/>
                  </a:lnTo>
                  <a:lnTo>
                    <a:pt x="1257" y="901"/>
                  </a:lnTo>
                  <a:lnTo>
                    <a:pt x="1334" y="842"/>
                  </a:lnTo>
                  <a:lnTo>
                    <a:pt x="1402" y="777"/>
                  </a:lnTo>
                  <a:lnTo>
                    <a:pt x="1431" y="743"/>
                  </a:lnTo>
                  <a:lnTo>
                    <a:pt x="1457" y="706"/>
                  </a:lnTo>
                  <a:lnTo>
                    <a:pt x="1479" y="668"/>
                  </a:lnTo>
                  <a:lnTo>
                    <a:pt x="1496" y="627"/>
                  </a:lnTo>
                  <a:lnTo>
                    <a:pt x="1509" y="584"/>
                  </a:lnTo>
                  <a:lnTo>
                    <a:pt x="1516" y="539"/>
                  </a:lnTo>
                  <a:lnTo>
                    <a:pt x="1518" y="491"/>
                  </a:lnTo>
                  <a:lnTo>
                    <a:pt x="1515" y="440"/>
                  </a:lnTo>
                  <a:lnTo>
                    <a:pt x="1507" y="399"/>
                  </a:lnTo>
                  <a:lnTo>
                    <a:pt x="1494" y="364"/>
                  </a:lnTo>
                  <a:lnTo>
                    <a:pt x="1478" y="333"/>
                  </a:lnTo>
                  <a:lnTo>
                    <a:pt x="1457" y="306"/>
                  </a:lnTo>
                  <a:lnTo>
                    <a:pt x="1432" y="284"/>
                  </a:lnTo>
                  <a:lnTo>
                    <a:pt x="1404" y="266"/>
                  </a:lnTo>
                  <a:lnTo>
                    <a:pt x="1373" y="252"/>
                  </a:lnTo>
                  <a:lnTo>
                    <a:pt x="1340" y="242"/>
                  </a:lnTo>
                  <a:lnTo>
                    <a:pt x="1305" y="235"/>
                  </a:lnTo>
                  <a:lnTo>
                    <a:pt x="1267" y="232"/>
                  </a:lnTo>
                  <a:lnTo>
                    <a:pt x="1189" y="235"/>
                  </a:lnTo>
                  <a:lnTo>
                    <a:pt x="1108" y="249"/>
                  </a:lnTo>
                  <a:lnTo>
                    <a:pt x="1027" y="273"/>
                  </a:lnTo>
                  <a:lnTo>
                    <a:pt x="949" y="305"/>
                  </a:lnTo>
                  <a:lnTo>
                    <a:pt x="878" y="344"/>
                  </a:lnTo>
                  <a:lnTo>
                    <a:pt x="815" y="388"/>
                  </a:lnTo>
                  <a:lnTo>
                    <a:pt x="788" y="412"/>
                  </a:lnTo>
                  <a:lnTo>
                    <a:pt x="765" y="436"/>
                  </a:lnTo>
                  <a:lnTo>
                    <a:pt x="745" y="461"/>
                  </a:lnTo>
                  <a:lnTo>
                    <a:pt x="729" y="486"/>
                  </a:lnTo>
                  <a:lnTo>
                    <a:pt x="718" y="512"/>
                  </a:lnTo>
                  <a:lnTo>
                    <a:pt x="712" y="537"/>
                  </a:lnTo>
                  <a:lnTo>
                    <a:pt x="711" y="562"/>
                  </a:lnTo>
                  <a:lnTo>
                    <a:pt x="716" y="587"/>
                  </a:lnTo>
                  <a:lnTo>
                    <a:pt x="726" y="611"/>
                  </a:lnTo>
                  <a:lnTo>
                    <a:pt x="743" y="635"/>
                  </a:lnTo>
                  <a:lnTo>
                    <a:pt x="758" y="651"/>
                  </a:lnTo>
                  <a:lnTo>
                    <a:pt x="774" y="663"/>
                  </a:lnTo>
                  <a:lnTo>
                    <a:pt x="789" y="671"/>
                  </a:lnTo>
                  <a:lnTo>
                    <a:pt x="803" y="677"/>
                  </a:lnTo>
                  <a:lnTo>
                    <a:pt x="818" y="679"/>
                  </a:lnTo>
                  <a:lnTo>
                    <a:pt x="832" y="678"/>
                  </a:lnTo>
                  <a:lnTo>
                    <a:pt x="846" y="674"/>
                  </a:lnTo>
                  <a:lnTo>
                    <a:pt x="859" y="668"/>
                  </a:lnTo>
                  <a:lnTo>
                    <a:pt x="872" y="659"/>
                  </a:lnTo>
                  <a:lnTo>
                    <a:pt x="884" y="648"/>
                  </a:lnTo>
                  <a:lnTo>
                    <a:pt x="895" y="635"/>
                  </a:lnTo>
                  <a:lnTo>
                    <a:pt x="905" y="620"/>
                  </a:lnTo>
                  <a:lnTo>
                    <a:pt x="923" y="585"/>
                  </a:lnTo>
                  <a:lnTo>
                    <a:pt x="937" y="543"/>
                  </a:lnTo>
                  <a:lnTo>
                    <a:pt x="947" y="498"/>
                  </a:lnTo>
                  <a:lnTo>
                    <a:pt x="951" y="449"/>
                  </a:lnTo>
                  <a:lnTo>
                    <a:pt x="949" y="399"/>
                  </a:lnTo>
                  <a:lnTo>
                    <a:pt x="941" y="348"/>
                  </a:lnTo>
                  <a:lnTo>
                    <a:pt x="927" y="298"/>
                  </a:lnTo>
                  <a:lnTo>
                    <a:pt x="905" y="250"/>
                  </a:lnTo>
                  <a:lnTo>
                    <a:pt x="891" y="228"/>
                  </a:lnTo>
                  <a:lnTo>
                    <a:pt x="875" y="207"/>
                  </a:lnTo>
                  <a:lnTo>
                    <a:pt x="856" y="187"/>
                  </a:lnTo>
                  <a:lnTo>
                    <a:pt x="836" y="168"/>
                  </a:lnTo>
                  <a:lnTo>
                    <a:pt x="808" y="147"/>
                  </a:lnTo>
                  <a:lnTo>
                    <a:pt x="772" y="125"/>
                  </a:lnTo>
                  <a:lnTo>
                    <a:pt x="729" y="101"/>
                  </a:lnTo>
                  <a:lnTo>
                    <a:pt x="680" y="77"/>
                  </a:lnTo>
                  <a:lnTo>
                    <a:pt x="625" y="54"/>
                  </a:lnTo>
                  <a:lnTo>
                    <a:pt x="566" y="34"/>
                  </a:lnTo>
                  <a:lnTo>
                    <a:pt x="505" y="17"/>
                  </a:lnTo>
                  <a:lnTo>
                    <a:pt x="442" y="5"/>
                  </a:lnTo>
                  <a:lnTo>
                    <a:pt x="379" y="0"/>
                  </a:lnTo>
                  <a:lnTo>
                    <a:pt x="316" y="2"/>
                  </a:lnTo>
                  <a:lnTo>
                    <a:pt x="255" y="12"/>
                  </a:lnTo>
                  <a:lnTo>
                    <a:pt x="225" y="21"/>
                  </a:lnTo>
                  <a:lnTo>
                    <a:pt x="197" y="33"/>
                  </a:lnTo>
                  <a:lnTo>
                    <a:pt x="169" y="47"/>
                  </a:lnTo>
                  <a:lnTo>
                    <a:pt x="142" y="64"/>
                  </a:lnTo>
                  <a:lnTo>
                    <a:pt x="117" y="84"/>
                  </a:lnTo>
                  <a:lnTo>
                    <a:pt x="94" y="108"/>
                  </a:lnTo>
                  <a:lnTo>
                    <a:pt x="71" y="135"/>
                  </a:lnTo>
                  <a:lnTo>
                    <a:pt x="51" y="165"/>
                  </a:lnTo>
                  <a:lnTo>
                    <a:pt x="32" y="199"/>
                  </a:lnTo>
                  <a:lnTo>
                    <a:pt x="16" y="237"/>
                  </a:lnTo>
                  <a:lnTo>
                    <a:pt x="5" y="275"/>
                  </a:lnTo>
                  <a:lnTo>
                    <a:pt x="0" y="314"/>
                  </a:lnTo>
                  <a:lnTo>
                    <a:pt x="2" y="353"/>
                  </a:lnTo>
                  <a:lnTo>
                    <a:pt x="9" y="392"/>
                  </a:lnTo>
                  <a:lnTo>
                    <a:pt x="22" y="431"/>
                  </a:lnTo>
                  <a:lnTo>
                    <a:pt x="40" y="471"/>
                  </a:lnTo>
                  <a:lnTo>
                    <a:pt x="90" y="551"/>
                  </a:lnTo>
                  <a:lnTo>
                    <a:pt x="154" y="631"/>
                  </a:lnTo>
                  <a:lnTo>
                    <a:pt x="231" y="711"/>
                  </a:lnTo>
                  <a:lnTo>
                    <a:pt x="408" y="873"/>
                  </a:lnTo>
                  <a:lnTo>
                    <a:pt x="593" y="1032"/>
                  </a:lnTo>
                  <a:lnTo>
                    <a:pt x="760" y="1187"/>
                  </a:lnTo>
                  <a:lnTo>
                    <a:pt x="829" y="1263"/>
                  </a:lnTo>
                  <a:lnTo>
                    <a:pt x="883" y="1337"/>
                  </a:lnTo>
                  <a:lnTo>
                    <a:pt x="904" y="1374"/>
                  </a:lnTo>
                  <a:lnTo>
                    <a:pt x="920" y="1410"/>
                  </a:lnTo>
                  <a:lnTo>
                    <a:pt x="931" y="1445"/>
                  </a:lnTo>
                  <a:lnTo>
                    <a:pt x="936" y="1480"/>
                  </a:lnTo>
                  <a:lnTo>
                    <a:pt x="940" y="1614"/>
                  </a:lnTo>
                  <a:lnTo>
                    <a:pt x="940" y="1808"/>
                  </a:lnTo>
                  <a:lnTo>
                    <a:pt x="932" y="2280"/>
                  </a:lnTo>
                  <a:lnTo>
                    <a:pt x="914" y="2890"/>
                  </a:lnTo>
                  <a:lnTo>
                    <a:pt x="551" y="289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50" name=""/>
            <p:cNvSpPr/>
            <p:nvPr/>
          </p:nvSpPr>
          <p:spPr>
            <a:xfrm>
              <a:off x="1749600" y="3056400"/>
              <a:ext cx="360" cy="20484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51" name=""/>
            <p:cNvSpPr/>
            <p:nvPr/>
          </p:nvSpPr>
          <p:spPr>
            <a:xfrm flipH="1">
              <a:off x="2456280" y="3353040"/>
              <a:ext cx="145080" cy="14472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52" name=""/>
            <p:cNvSpPr/>
            <p:nvPr/>
          </p:nvSpPr>
          <p:spPr>
            <a:xfrm flipH="1">
              <a:off x="2620800" y="4145400"/>
              <a:ext cx="204840" cy="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53" name=""/>
            <p:cNvSpPr/>
            <p:nvPr/>
          </p:nvSpPr>
          <p:spPr>
            <a:xfrm>
              <a:off x="898200" y="3353040"/>
              <a:ext cx="145080" cy="14472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54" name=""/>
            <p:cNvSpPr/>
            <p:nvPr/>
          </p:nvSpPr>
          <p:spPr>
            <a:xfrm>
              <a:off x="673920" y="4145400"/>
              <a:ext cx="204840" cy="360"/>
            </a:xfrm>
            <a:prstGeom prst="line">
              <a:avLst/>
            </a:prstGeom>
            <a:ln cap="rnd" w="540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255" name=""/>
          <p:cNvGrpSpPr/>
          <p:nvPr/>
        </p:nvGrpSpPr>
        <p:grpSpPr>
          <a:xfrm>
            <a:off x="1030320" y="307080"/>
            <a:ext cx="8366760" cy="4898160"/>
            <a:chOff x="1030320" y="307080"/>
            <a:chExt cx="8366760" cy="4898160"/>
          </a:xfrm>
        </p:grpSpPr>
        <p:grpSp>
          <p:nvGrpSpPr>
            <p:cNvPr id="256" name=""/>
            <p:cNvGrpSpPr/>
            <p:nvPr/>
          </p:nvGrpSpPr>
          <p:grpSpPr>
            <a:xfrm>
              <a:off x="7599600" y="307080"/>
              <a:ext cx="1797480" cy="1523880"/>
              <a:chOff x="7599600" y="307080"/>
              <a:chExt cx="1797480" cy="1523880"/>
            </a:xfrm>
          </p:grpSpPr>
          <p:sp>
            <p:nvSpPr>
              <p:cNvPr id="257" name=""/>
              <p:cNvSpPr/>
              <p:nvPr/>
            </p:nvSpPr>
            <p:spPr>
              <a:xfrm flipV="1">
                <a:off x="8079480" y="1476000"/>
                <a:ext cx="99360" cy="1472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58" name=""/>
              <p:cNvSpPr/>
              <p:nvPr/>
            </p:nvSpPr>
            <p:spPr>
              <a:xfrm flipV="1">
                <a:off x="7599600" y="955800"/>
                <a:ext cx="176400" cy="327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59" name=""/>
              <p:cNvSpPr/>
              <p:nvPr/>
            </p:nvSpPr>
            <p:spPr>
              <a:xfrm>
                <a:off x="7820640" y="307080"/>
                <a:ext cx="150120" cy="1011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60" name=""/>
              <p:cNvSpPr/>
              <p:nvPr/>
            </p:nvSpPr>
            <p:spPr>
              <a:xfrm flipH="1" flipV="1">
                <a:off x="8811720" y="1655280"/>
                <a:ext cx="35640" cy="1756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61" name=""/>
              <p:cNvSpPr/>
              <p:nvPr/>
            </p:nvSpPr>
            <p:spPr>
              <a:xfrm flipH="1" flipV="1">
                <a:off x="9246960" y="1270080"/>
                <a:ext cx="150120" cy="10152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sp>
          <p:nvSpPr>
            <p:cNvPr id="262" name=""/>
            <p:cNvSpPr/>
            <p:nvPr/>
          </p:nvSpPr>
          <p:spPr>
            <a:xfrm>
              <a:off x="6364080" y="928440"/>
              <a:ext cx="164160" cy="177120"/>
            </a:xfrm>
            <a:custGeom>
              <a:avLst/>
              <a:gdLst>
                <a:gd name="textAreaLeft" fmla="*/ 0 w 164160"/>
                <a:gd name="textAreaRight" fmla="*/ 167760 w 164160"/>
                <a:gd name="textAreaTop" fmla="*/ 0 h 177120"/>
                <a:gd name="textAreaBottom" fmla="*/ 180720 h 177120"/>
              </a:gdLst>
              <a:ahLst/>
              <a:cxnLst/>
              <a:rect l="textAreaLeft" t="textAreaTop" r="textAreaRight" b="textAreaBottom"/>
              <a:pathLst>
                <a:path w="466" h="502">
                  <a:moveTo>
                    <a:pt x="0" y="230"/>
                  </a:moveTo>
                  <a:lnTo>
                    <a:pt x="404" y="502"/>
                  </a:lnTo>
                  <a:lnTo>
                    <a:pt x="466"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63" name=""/>
            <p:cNvSpPr/>
            <p:nvPr/>
          </p:nvSpPr>
          <p:spPr>
            <a:xfrm flipH="1">
              <a:off x="3430080" y="1741680"/>
              <a:ext cx="212400" cy="939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64" name=""/>
            <p:cNvSpPr/>
            <p:nvPr/>
          </p:nvSpPr>
          <p:spPr>
            <a:xfrm>
              <a:off x="3489480" y="1682280"/>
              <a:ext cx="93960" cy="2124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65" name=""/>
            <p:cNvSpPr/>
            <p:nvPr/>
          </p:nvSpPr>
          <p:spPr>
            <a:xfrm>
              <a:off x="8921520" y="3384360"/>
              <a:ext cx="187560" cy="187560"/>
            </a:xfrm>
            <a:custGeom>
              <a:avLst/>
              <a:gdLst>
                <a:gd name="textAreaLeft" fmla="*/ 0 w 187560"/>
                <a:gd name="textAreaRight" fmla="*/ 191160 w 187560"/>
                <a:gd name="textAreaTop" fmla="*/ 0 h 187560"/>
                <a:gd name="textAreaBottom" fmla="*/ 191160 h 187560"/>
              </a:gdLst>
              <a:ahLst/>
              <a:cxnLst/>
              <a:rect l="textAreaLeft" t="textAreaTop" r="textAreaRight" b="textAreaBottom"/>
              <a:pathLst>
                <a:path w="531" h="531">
                  <a:moveTo>
                    <a:pt x="531" y="266"/>
                  </a:moveTo>
                  <a:lnTo>
                    <a:pt x="530" y="284"/>
                  </a:lnTo>
                  <a:lnTo>
                    <a:pt x="529" y="301"/>
                  </a:lnTo>
                  <a:lnTo>
                    <a:pt x="526" y="318"/>
                  </a:lnTo>
                  <a:lnTo>
                    <a:pt x="523" y="335"/>
                  </a:lnTo>
                  <a:lnTo>
                    <a:pt x="518" y="351"/>
                  </a:lnTo>
                  <a:lnTo>
                    <a:pt x="512" y="367"/>
                  </a:lnTo>
                  <a:lnTo>
                    <a:pt x="505" y="383"/>
                  </a:lnTo>
                  <a:lnTo>
                    <a:pt x="496" y="399"/>
                  </a:lnTo>
                  <a:lnTo>
                    <a:pt x="487" y="414"/>
                  </a:lnTo>
                  <a:lnTo>
                    <a:pt x="476" y="429"/>
                  </a:lnTo>
                  <a:lnTo>
                    <a:pt x="466" y="442"/>
                  </a:lnTo>
                  <a:lnTo>
                    <a:pt x="454" y="454"/>
                  </a:lnTo>
                  <a:lnTo>
                    <a:pt x="442" y="466"/>
                  </a:lnTo>
                  <a:lnTo>
                    <a:pt x="428" y="476"/>
                  </a:lnTo>
                  <a:lnTo>
                    <a:pt x="414" y="487"/>
                  </a:lnTo>
                  <a:lnTo>
                    <a:pt x="399" y="496"/>
                  </a:lnTo>
                  <a:lnTo>
                    <a:pt x="382" y="505"/>
                  </a:lnTo>
                  <a:lnTo>
                    <a:pt x="366" y="512"/>
                  </a:lnTo>
                  <a:lnTo>
                    <a:pt x="350" y="518"/>
                  </a:lnTo>
                  <a:lnTo>
                    <a:pt x="334" y="523"/>
                  </a:lnTo>
                  <a:lnTo>
                    <a:pt x="317" y="526"/>
                  </a:lnTo>
                  <a:lnTo>
                    <a:pt x="300" y="529"/>
                  </a:lnTo>
                  <a:lnTo>
                    <a:pt x="283" y="530"/>
                  </a:lnTo>
                  <a:lnTo>
                    <a:pt x="265" y="531"/>
                  </a:lnTo>
                  <a:lnTo>
                    <a:pt x="247" y="530"/>
                  </a:lnTo>
                  <a:lnTo>
                    <a:pt x="230" y="529"/>
                  </a:lnTo>
                  <a:lnTo>
                    <a:pt x="213" y="526"/>
                  </a:lnTo>
                  <a:lnTo>
                    <a:pt x="197" y="523"/>
                  </a:lnTo>
                  <a:lnTo>
                    <a:pt x="180" y="518"/>
                  </a:lnTo>
                  <a:lnTo>
                    <a:pt x="165" y="512"/>
                  </a:lnTo>
                  <a:lnTo>
                    <a:pt x="149" y="505"/>
                  </a:lnTo>
                  <a:lnTo>
                    <a:pt x="132" y="496"/>
                  </a:lnTo>
                  <a:lnTo>
                    <a:pt x="117" y="487"/>
                  </a:lnTo>
                  <a:lnTo>
                    <a:pt x="103" y="476"/>
                  </a:lnTo>
                  <a:lnTo>
                    <a:pt x="89" y="466"/>
                  </a:lnTo>
                  <a:lnTo>
                    <a:pt x="77" y="454"/>
                  </a:lnTo>
                  <a:lnTo>
                    <a:pt x="65" y="442"/>
                  </a:lnTo>
                  <a:lnTo>
                    <a:pt x="55" y="429"/>
                  </a:lnTo>
                  <a:lnTo>
                    <a:pt x="44" y="414"/>
                  </a:lnTo>
                  <a:lnTo>
                    <a:pt x="35" y="399"/>
                  </a:lnTo>
                  <a:lnTo>
                    <a:pt x="26" y="383"/>
                  </a:lnTo>
                  <a:lnTo>
                    <a:pt x="19" y="367"/>
                  </a:lnTo>
                  <a:lnTo>
                    <a:pt x="13" y="351"/>
                  </a:lnTo>
                  <a:lnTo>
                    <a:pt x="8" y="335"/>
                  </a:lnTo>
                  <a:lnTo>
                    <a:pt x="5" y="318"/>
                  </a:lnTo>
                  <a:lnTo>
                    <a:pt x="2" y="301"/>
                  </a:lnTo>
                  <a:lnTo>
                    <a:pt x="0" y="284"/>
                  </a:lnTo>
                  <a:lnTo>
                    <a:pt x="0" y="266"/>
                  </a:lnTo>
                  <a:lnTo>
                    <a:pt x="0" y="247"/>
                  </a:lnTo>
                  <a:lnTo>
                    <a:pt x="2" y="230"/>
                  </a:lnTo>
                  <a:lnTo>
                    <a:pt x="5" y="213"/>
                  </a:lnTo>
                  <a:lnTo>
                    <a:pt x="8" y="196"/>
                  </a:lnTo>
                  <a:lnTo>
                    <a:pt x="13" y="180"/>
                  </a:lnTo>
                  <a:lnTo>
                    <a:pt x="19" y="164"/>
                  </a:lnTo>
                  <a:lnTo>
                    <a:pt x="26" y="149"/>
                  </a:lnTo>
                  <a:lnTo>
                    <a:pt x="35" y="133"/>
                  </a:lnTo>
                  <a:lnTo>
                    <a:pt x="44" y="118"/>
                  </a:lnTo>
                  <a:lnTo>
                    <a:pt x="55" y="104"/>
                  </a:lnTo>
                  <a:lnTo>
                    <a:pt x="65" y="90"/>
                  </a:lnTo>
                  <a:lnTo>
                    <a:pt x="77" y="78"/>
                  </a:lnTo>
                  <a:lnTo>
                    <a:pt x="89" y="66"/>
                  </a:lnTo>
                  <a:lnTo>
                    <a:pt x="103" y="56"/>
                  </a:lnTo>
                  <a:lnTo>
                    <a:pt x="117" y="45"/>
                  </a:lnTo>
                  <a:lnTo>
                    <a:pt x="132" y="36"/>
                  </a:lnTo>
                  <a:lnTo>
                    <a:pt x="149" y="27"/>
                  </a:lnTo>
                  <a:lnTo>
                    <a:pt x="165" y="20"/>
                  </a:lnTo>
                  <a:lnTo>
                    <a:pt x="181" y="14"/>
                  </a:lnTo>
                  <a:lnTo>
                    <a:pt x="197" y="9"/>
                  </a:lnTo>
                  <a:lnTo>
                    <a:pt x="213" y="5"/>
                  </a:lnTo>
                  <a:lnTo>
                    <a:pt x="230" y="2"/>
                  </a:lnTo>
                  <a:lnTo>
                    <a:pt x="247" y="1"/>
                  </a:lnTo>
                  <a:lnTo>
                    <a:pt x="265" y="0"/>
                  </a:lnTo>
                  <a:lnTo>
                    <a:pt x="283" y="1"/>
                  </a:lnTo>
                  <a:lnTo>
                    <a:pt x="301" y="2"/>
                  </a:lnTo>
                  <a:lnTo>
                    <a:pt x="318" y="5"/>
                  </a:lnTo>
                  <a:lnTo>
                    <a:pt x="334" y="9"/>
                  </a:lnTo>
                  <a:lnTo>
                    <a:pt x="350" y="14"/>
                  </a:lnTo>
                  <a:lnTo>
                    <a:pt x="366" y="20"/>
                  </a:lnTo>
                  <a:lnTo>
                    <a:pt x="382" y="27"/>
                  </a:lnTo>
                  <a:lnTo>
                    <a:pt x="399" y="36"/>
                  </a:lnTo>
                  <a:lnTo>
                    <a:pt x="414" y="45"/>
                  </a:lnTo>
                  <a:lnTo>
                    <a:pt x="428" y="56"/>
                  </a:lnTo>
                  <a:lnTo>
                    <a:pt x="442" y="66"/>
                  </a:lnTo>
                  <a:lnTo>
                    <a:pt x="454" y="78"/>
                  </a:lnTo>
                  <a:lnTo>
                    <a:pt x="466" y="90"/>
                  </a:lnTo>
                  <a:lnTo>
                    <a:pt x="476" y="104"/>
                  </a:lnTo>
                  <a:lnTo>
                    <a:pt x="487" y="118"/>
                  </a:lnTo>
                  <a:lnTo>
                    <a:pt x="496" y="133"/>
                  </a:lnTo>
                  <a:lnTo>
                    <a:pt x="505" y="149"/>
                  </a:lnTo>
                  <a:lnTo>
                    <a:pt x="512" y="164"/>
                  </a:lnTo>
                  <a:lnTo>
                    <a:pt x="518" y="180"/>
                  </a:lnTo>
                  <a:lnTo>
                    <a:pt x="523" y="196"/>
                  </a:lnTo>
                  <a:lnTo>
                    <a:pt x="526" y="213"/>
                  </a:lnTo>
                  <a:lnTo>
                    <a:pt x="529" y="230"/>
                  </a:lnTo>
                  <a:lnTo>
                    <a:pt x="530" y="247"/>
                  </a:lnTo>
                  <a:lnTo>
                    <a:pt x="531" y="266"/>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66" name=""/>
            <p:cNvSpPr/>
            <p:nvPr/>
          </p:nvSpPr>
          <p:spPr>
            <a:xfrm>
              <a:off x="1030320" y="502560"/>
              <a:ext cx="164160" cy="177480"/>
            </a:xfrm>
            <a:custGeom>
              <a:avLst/>
              <a:gdLst>
                <a:gd name="textAreaLeft" fmla="*/ 0 w 164160"/>
                <a:gd name="textAreaRight" fmla="*/ 167760 w 164160"/>
                <a:gd name="textAreaTop" fmla="*/ 0 h 177480"/>
                <a:gd name="textAreaBottom" fmla="*/ 181080 h 177480"/>
              </a:gdLst>
              <a:ahLst/>
              <a:cxnLst/>
              <a:rect l="textAreaLeft" t="textAreaTop" r="textAreaRight" b="textAreaBottom"/>
              <a:pathLst>
                <a:path w="466" h="503">
                  <a:moveTo>
                    <a:pt x="0" y="230"/>
                  </a:moveTo>
                  <a:lnTo>
                    <a:pt x="404" y="503"/>
                  </a:lnTo>
                  <a:lnTo>
                    <a:pt x="466"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67" name=""/>
            <p:cNvSpPr/>
            <p:nvPr/>
          </p:nvSpPr>
          <p:spPr>
            <a:xfrm>
              <a:off x="4014360" y="3813480"/>
              <a:ext cx="164160" cy="177480"/>
            </a:xfrm>
            <a:custGeom>
              <a:avLst/>
              <a:gdLst>
                <a:gd name="textAreaLeft" fmla="*/ 0 w 164160"/>
                <a:gd name="textAreaRight" fmla="*/ 167760 w 164160"/>
                <a:gd name="textAreaTop" fmla="*/ 0 h 177480"/>
                <a:gd name="textAreaBottom" fmla="*/ 181080 h 177480"/>
              </a:gdLst>
              <a:ahLst/>
              <a:cxnLst/>
              <a:rect l="textAreaLeft" t="textAreaTop" r="textAreaRight" b="textAreaBottom"/>
              <a:pathLst>
                <a:path w="466" h="503">
                  <a:moveTo>
                    <a:pt x="0" y="230"/>
                  </a:moveTo>
                  <a:lnTo>
                    <a:pt x="404" y="503"/>
                  </a:lnTo>
                  <a:lnTo>
                    <a:pt x="466"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68" name=""/>
            <p:cNvSpPr/>
            <p:nvPr/>
          </p:nvSpPr>
          <p:spPr>
            <a:xfrm flipH="1">
              <a:off x="6126120" y="5051880"/>
              <a:ext cx="212400" cy="939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69" name=""/>
            <p:cNvSpPr/>
            <p:nvPr/>
          </p:nvSpPr>
          <p:spPr>
            <a:xfrm>
              <a:off x="6185520" y="4992840"/>
              <a:ext cx="93600" cy="2124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sp>
        <p:nvSpPr>
          <p:cNvPr id="270" name="PlaceHolder 1"/>
          <p:cNvSpPr>
            <a:spLocks noGrp="1"/>
          </p:cNvSpPr>
          <p:nvPr>
            <p:ph type="title"/>
          </p:nvPr>
        </p:nvSpPr>
        <p:spPr>
          <a:xfrm>
            <a:off x="4320000" y="1800000"/>
            <a:ext cx="5036400" cy="716400"/>
          </a:xfrm>
          <a:prstGeom prst="rect">
            <a:avLst/>
          </a:prstGeom>
          <a:noFill/>
          <a:ln w="0">
            <a:noFill/>
          </a:ln>
        </p:spPr>
        <p:txBody>
          <a:bodyPr lIns="0" rIns="0" tIns="0" bIns="0" anchor="ctr">
            <a:normAutofit/>
          </a:bodyPr>
          <a:p>
            <a:pPr indent="0">
              <a:lnSpc>
                <a:spcPct val="100000"/>
              </a:lnSpc>
              <a:buNone/>
              <a:tabLst>
                <a:tab algn="l" pos="0"/>
              </a:tabLst>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71"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272" name="PlaceHolder 3"/>
          <p:cNvSpPr>
            <a:spLocks noGrp="1"/>
          </p:cNvSpPr>
          <p:nvPr>
            <p:ph type="ftr" idx="19"/>
          </p:nvPr>
        </p:nvSpPr>
        <p:spPr>
          <a:xfrm>
            <a:off x="3420000" y="523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273" name="PlaceHolder 4"/>
          <p:cNvSpPr>
            <a:spLocks noGrp="1"/>
          </p:cNvSpPr>
          <p:nvPr>
            <p:ph type="sldNum" idx="20"/>
          </p:nvPr>
        </p:nvSpPr>
        <p:spPr>
          <a:xfrm>
            <a:off x="7228800" y="523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CB20B099-BEFB-44F8-9A69-649FE924C914}"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274" name="PlaceHolder 5"/>
          <p:cNvSpPr>
            <a:spLocks noGrp="1"/>
          </p:cNvSpPr>
          <p:nvPr>
            <p:ph type="dt" idx="21"/>
          </p:nvPr>
        </p:nvSpPr>
        <p:spPr>
          <a:xfrm>
            <a:off x="504000" y="5238000"/>
            <a:ext cx="2343600" cy="239040"/>
          </a:xfrm>
          <a:prstGeom prst="rect">
            <a:avLst/>
          </a:prstGeom>
          <a:noFill/>
          <a:ln w="0">
            <a:noFill/>
          </a:ln>
        </p:spPr>
        <p:txBody>
          <a:bodyPr lIns="0" rIns="0" tIns="0" bIns="0" anchor="t">
            <a:noAutofit/>
          </a:bodyPr>
          <a:lstStyle>
            <a:lvl1pPr indent="0">
              <a:lnSpc>
                <a:spcPct val="100000"/>
              </a:lnSpc>
              <a:buNone/>
              <a:tabLst>
                <a:tab algn="l" pos="0"/>
              </a:tabLst>
              <a:defRPr b="0" lang="en-GB" sz="1400" strike="noStrike" u="none">
                <a:solidFill>
                  <a:srgbClr val="000000"/>
                </a:solidFill>
                <a:effectLst/>
                <a:uFillTx/>
                <a:latin typeface="Times New Roman"/>
              </a:defRPr>
            </a:lvl1pPr>
          </a:lstStyle>
          <a:p>
            <a:pPr indent="0">
              <a:lnSpc>
                <a:spcPct val="100000"/>
              </a:lnSpc>
              <a:buNone/>
              <a:tabLst>
                <a:tab algn="l" pos="0"/>
              </a:tabLst>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Article1">
    <p:spTree>
      <p:nvGrpSpPr>
        <p:cNvPr id="1" name=""/>
        <p:cNvGrpSpPr/>
        <p:nvPr/>
      </p:nvGrpSpPr>
      <p:grpSpPr>
        <a:xfrm>
          <a:off x="0" y="0"/>
          <a:ext cx="0" cy="0"/>
          <a:chOff x="0" y="0"/>
          <a:chExt cx="0" cy="0"/>
        </a:xfrm>
      </p:grpSpPr>
      <p:sp>
        <p:nvSpPr>
          <p:cNvPr id="303" name="PlaceHolder 1"/>
          <p:cNvSpPr>
            <a:spLocks noGrp="1"/>
          </p:cNvSpPr>
          <p:nvPr>
            <p:ph type="title"/>
          </p:nvPr>
        </p:nvSpPr>
        <p:spPr>
          <a:xfrm>
            <a:off x="4320000" y="1843920"/>
            <a:ext cx="5036400" cy="625320"/>
          </a:xfrm>
          <a:prstGeom prst="rect">
            <a:avLst/>
          </a:prstGeom>
          <a:noFill/>
          <a:ln w="0">
            <a:noFill/>
          </a:ln>
        </p:spPr>
        <p:txBody>
          <a:bodyPr lIns="0" rIns="0" tIns="0" bIns="0" anchor="ctr">
            <a:spAutoFit/>
          </a:bodyPr>
          <a:p>
            <a:pPr indent="0" algn="ctr">
              <a:buNone/>
            </a:pPr>
            <a:endParaRPr b="0" lang="en-GB" sz="4400" strike="noStrike" u="none">
              <a:solidFill>
                <a:srgbClr val="000000"/>
              </a:solidFill>
              <a:effectLst/>
              <a:uFillTx/>
              <a:latin typeface="Arial"/>
            </a:endParaRPr>
          </a:p>
        </p:txBody>
      </p:sp>
      <p:sp>
        <p:nvSpPr>
          <p:cNvPr id="304" name="PlaceHolder 2"/>
          <p:cNvSpPr>
            <a:spLocks noGrp="1"/>
          </p:cNvSpPr>
          <p:nvPr>
            <p:ph/>
          </p:nvPr>
        </p:nvSpPr>
        <p:spPr>
          <a:xfrm>
            <a:off x="4320000" y="2880000"/>
            <a:ext cx="5036400" cy="1796400"/>
          </a:xfrm>
          <a:prstGeom prst="rect">
            <a:avLst/>
          </a:prstGeom>
          <a:noFill/>
          <a:ln w="0">
            <a:noFill/>
          </a:ln>
        </p:spPr>
        <p:txBody>
          <a:bodyPr lIns="0" rIns="0" tIns="0" bIns="0" anchor="t">
            <a:normAutofit/>
          </a:bodyPr>
          <a:p>
            <a:pPr indent="0">
              <a:spcBef>
                <a:spcPts val="1417"/>
              </a:spcBef>
              <a:buNone/>
            </a:pPr>
            <a:endParaRPr b="0" lang="en-GB" sz="3200" strike="noStrike" u="non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AC0B725B-09B2-40FD-9BE3-2EE0DC0D900C}" type="slidenum">
              <a:t>&lt;#&gt;</a:t>
            </a:fld>
          </a:p>
        </p:txBody>
      </p:sp>
      <p:sp>
        <p:nvSpPr>
          <p:cNvPr id="6" name="PlaceHolder 5"/>
          <p:cNvSpPr>
            <a:spLocks noGrp="1"/>
          </p:cNvSpPr>
          <p:nvPr>
            <p:ph type="dt" idx="24"/>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Article2">
    <p:spTree>
      <p:nvGrpSpPr>
        <p:cNvPr id="1" name=""/>
        <p:cNvGrpSpPr/>
        <p:nvPr/>
      </p:nvGrpSpPr>
      <p:grpSpPr>
        <a:xfrm>
          <a:off x="0" y="0"/>
          <a:ext cx="0" cy="0"/>
          <a:chOff x="0" y="0"/>
          <a:chExt cx="0" cy="0"/>
        </a:xfrm>
      </p:grpSpPr>
      <p:sp>
        <p:nvSpPr>
          <p:cNvPr id="350" name="PlaceHolder 1"/>
          <p:cNvSpPr>
            <a:spLocks noGrp="1"/>
          </p:cNvSpPr>
          <p:nvPr>
            <p:ph type="title"/>
          </p:nvPr>
        </p:nvSpPr>
        <p:spPr>
          <a:xfrm>
            <a:off x="4320000" y="1843920"/>
            <a:ext cx="5036400" cy="625320"/>
          </a:xfrm>
          <a:prstGeom prst="rect">
            <a:avLst/>
          </a:prstGeom>
          <a:noFill/>
          <a:ln w="0">
            <a:noFill/>
          </a:ln>
        </p:spPr>
        <p:txBody>
          <a:bodyPr lIns="0" rIns="0" tIns="0" bIns="0" anchor="ctr">
            <a:spAutoFit/>
          </a:bodyPr>
          <a:p>
            <a:pPr indent="0" algn="ctr">
              <a:buNone/>
            </a:pPr>
            <a:endParaRPr b="0" lang="en-GB" sz="4400" strike="noStrike" u="none">
              <a:solidFill>
                <a:srgbClr val="000000"/>
              </a:solidFill>
              <a:effectLst/>
              <a:uFillTx/>
              <a:latin typeface="Arial"/>
            </a:endParaRPr>
          </a:p>
        </p:txBody>
      </p:sp>
      <p:sp>
        <p:nvSpPr>
          <p:cNvPr id="351" name="PlaceHolder 2"/>
          <p:cNvSpPr>
            <a:spLocks noGrp="1"/>
          </p:cNvSpPr>
          <p:nvPr>
            <p:ph/>
          </p:nvPr>
        </p:nvSpPr>
        <p:spPr>
          <a:xfrm>
            <a:off x="4320000" y="2880000"/>
            <a:ext cx="5036400" cy="1796400"/>
          </a:xfrm>
          <a:prstGeom prst="rect">
            <a:avLst/>
          </a:prstGeom>
          <a:noFill/>
          <a:ln w="0">
            <a:noFill/>
          </a:ln>
        </p:spPr>
        <p:txBody>
          <a:bodyPr lIns="0" rIns="0" tIns="0" bIns="0" anchor="t">
            <a:normAutofit/>
          </a:bodyPr>
          <a:p>
            <a:pPr indent="0">
              <a:spcBef>
                <a:spcPts val="1417"/>
              </a:spcBef>
              <a:buNone/>
            </a:pPr>
            <a:endParaRPr b="0" lang="en-GB" sz="3200" strike="noStrike" u="non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1B9E6988-585E-4C5D-A145-2C101A4ADD76}" type="slidenum">
              <a:t>&lt;#&gt;</a:t>
            </a:fld>
          </a:p>
        </p:txBody>
      </p:sp>
      <p:sp>
        <p:nvSpPr>
          <p:cNvPr id="6" name="PlaceHolder 5"/>
          <p:cNvSpPr>
            <a:spLocks noGrp="1"/>
          </p:cNvSpPr>
          <p:nvPr>
            <p:ph type="dt" idx="27"/>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nfographic1">
    <p:spTree>
      <p:nvGrpSpPr>
        <p:cNvPr id="1" name=""/>
        <p:cNvGrpSpPr/>
        <p:nvPr/>
      </p:nvGrpSpPr>
      <p:grpSpPr>
        <a:xfrm>
          <a:off x="0" y="0"/>
          <a:ext cx="0" cy="0"/>
          <a:chOff x="0" y="0"/>
          <a:chExt cx="0" cy="0"/>
        </a:xfrm>
      </p:grpSpPr>
      <p:sp>
        <p:nvSpPr>
          <p:cNvPr id="387" name="PlaceHolder 1"/>
          <p:cNvSpPr>
            <a:spLocks noGrp="1"/>
          </p:cNvSpPr>
          <p:nvPr>
            <p:ph type="title"/>
          </p:nvPr>
        </p:nvSpPr>
        <p:spPr>
          <a:xfrm>
            <a:off x="4320000" y="1843920"/>
            <a:ext cx="5036400" cy="625320"/>
          </a:xfrm>
          <a:prstGeom prst="rect">
            <a:avLst/>
          </a:prstGeom>
          <a:noFill/>
          <a:ln w="0">
            <a:noFill/>
          </a:ln>
        </p:spPr>
        <p:txBody>
          <a:bodyPr lIns="0" rIns="0" tIns="0" bIns="0" anchor="ctr">
            <a:spAutoFit/>
          </a:bodyPr>
          <a:p>
            <a:pPr indent="0" algn="ctr">
              <a:buNone/>
            </a:pPr>
            <a:endParaRPr b="0" lang="en-GB" sz="4400" strike="noStrike" u="none">
              <a:solidFill>
                <a:srgbClr val="000000"/>
              </a:solidFill>
              <a:effectLst/>
              <a:uFillTx/>
              <a:latin typeface="Arial"/>
            </a:endParaRPr>
          </a:p>
        </p:txBody>
      </p:sp>
      <p:sp>
        <p:nvSpPr>
          <p:cNvPr id="388" name="PlaceHolder 2"/>
          <p:cNvSpPr>
            <a:spLocks noGrp="1"/>
          </p:cNvSpPr>
          <p:nvPr>
            <p:ph/>
          </p:nvPr>
        </p:nvSpPr>
        <p:spPr>
          <a:xfrm>
            <a:off x="4320000" y="2880000"/>
            <a:ext cx="5036400" cy="1796400"/>
          </a:xfrm>
          <a:prstGeom prst="rect">
            <a:avLst/>
          </a:prstGeom>
          <a:noFill/>
          <a:ln w="0">
            <a:noFill/>
          </a:ln>
        </p:spPr>
        <p:txBody>
          <a:bodyPr lIns="0" rIns="0" tIns="0" bIns="0" anchor="t">
            <a:normAutofit/>
          </a:bodyPr>
          <a:p>
            <a:pPr indent="0">
              <a:spcBef>
                <a:spcPts val="1417"/>
              </a:spcBef>
              <a:buNone/>
            </a:pPr>
            <a:endParaRPr b="0" lang="en-GB" sz="3200" strike="noStrike" u="non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3F5E1F78-0CEF-4803-A605-8E379756840F}" type="slidenum">
              <a:t>&lt;#&gt;</a:t>
            </a:fld>
          </a:p>
        </p:txBody>
      </p:sp>
      <p:sp>
        <p:nvSpPr>
          <p:cNvPr id="6" name="PlaceHolder 5"/>
          <p:cNvSpPr>
            <a:spLocks noGrp="1"/>
          </p:cNvSpPr>
          <p:nvPr>
            <p:ph type="dt" idx="30"/>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nfographic2">
    <p:spTree>
      <p:nvGrpSpPr>
        <p:cNvPr id="1" name=""/>
        <p:cNvGrpSpPr/>
        <p:nvPr/>
      </p:nvGrpSpPr>
      <p:grpSpPr>
        <a:xfrm>
          <a:off x="0" y="0"/>
          <a:ext cx="0" cy="0"/>
          <a:chOff x="0" y="0"/>
          <a:chExt cx="0" cy="0"/>
        </a:xfrm>
      </p:grpSpPr>
      <p:sp>
        <p:nvSpPr>
          <p:cNvPr id="425" name="PlaceHolder 1"/>
          <p:cNvSpPr>
            <a:spLocks noGrp="1"/>
          </p:cNvSpPr>
          <p:nvPr>
            <p:ph type="title"/>
          </p:nvPr>
        </p:nvSpPr>
        <p:spPr>
          <a:xfrm>
            <a:off x="4320000" y="1843920"/>
            <a:ext cx="5036400" cy="625320"/>
          </a:xfrm>
          <a:prstGeom prst="rect">
            <a:avLst/>
          </a:prstGeom>
          <a:noFill/>
          <a:ln w="0">
            <a:noFill/>
          </a:ln>
        </p:spPr>
        <p:txBody>
          <a:bodyPr lIns="0" rIns="0" tIns="0" bIns="0" anchor="ctr">
            <a:spAutoFit/>
          </a:bodyPr>
          <a:p>
            <a:pPr indent="0" algn="ctr">
              <a:buNone/>
            </a:pPr>
            <a:endParaRPr b="0" lang="en-GB" sz="4400" strike="noStrike" u="none">
              <a:solidFill>
                <a:srgbClr val="000000"/>
              </a:solidFill>
              <a:effectLst/>
              <a:uFillTx/>
              <a:latin typeface="Arial"/>
            </a:endParaRPr>
          </a:p>
        </p:txBody>
      </p:sp>
      <p:sp>
        <p:nvSpPr>
          <p:cNvPr id="426" name="PlaceHolder 2"/>
          <p:cNvSpPr>
            <a:spLocks noGrp="1"/>
          </p:cNvSpPr>
          <p:nvPr>
            <p:ph/>
          </p:nvPr>
        </p:nvSpPr>
        <p:spPr>
          <a:xfrm>
            <a:off x="4320000" y="2880000"/>
            <a:ext cx="5036400" cy="1796400"/>
          </a:xfrm>
          <a:prstGeom prst="rect">
            <a:avLst/>
          </a:prstGeom>
          <a:noFill/>
          <a:ln w="0">
            <a:noFill/>
          </a:ln>
        </p:spPr>
        <p:txBody>
          <a:bodyPr lIns="0" rIns="0" tIns="0" bIns="0" anchor="t">
            <a:normAutofit/>
          </a:bodyPr>
          <a:p>
            <a:pPr indent="0">
              <a:spcBef>
                <a:spcPts val="1417"/>
              </a:spcBef>
              <a:buNone/>
            </a:pPr>
            <a:endParaRPr b="0" lang="en-GB" sz="3200" strike="noStrike" u="non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D6DD602C-4292-4129-A133-20B5604C99B6}" type="slidenum">
              <a:t>&lt;#&gt;</a:t>
            </a:fld>
          </a:p>
        </p:txBody>
      </p:sp>
      <p:sp>
        <p:nvSpPr>
          <p:cNvPr id="6" name="PlaceHolder 5"/>
          <p:cNvSpPr>
            <a:spLocks noGrp="1"/>
          </p:cNvSpPr>
          <p:nvPr>
            <p:ph type="dt" idx="33"/>
          </p:nvPr>
        </p:nvSpPr>
        <p:spPr/>
        <p:txBody>
          <a:bodyPr/>
          <a:p>
            <a:r>
              <a:rPr lang="en-GB"/>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End">
    <p:spTree>
      <p:nvGrpSpPr>
        <p:cNvPr id="1" name=""/>
        <p:cNvGrpSpPr/>
        <p:nvPr/>
      </p:nvGrpSpPr>
      <p:grpSpPr>
        <a:xfrm>
          <a:off x="0" y="0"/>
          <a:ext cx="0" cy="0"/>
          <a:chOff x="0" y="0"/>
          <a:chExt cx="0" cy="0"/>
        </a:xfrm>
      </p:grpSpPr>
      <p:sp>
        <p:nvSpPr>
          <p:cNvPr id="473" name="PlaceHolder 1"/>
          <p:cNvSpPr>
            <a:spLocks noGrp="1"/>
          </p:cNvSpPr>
          <p:nvPr>
            <p:ph type="title"/>
          </p:nvPr>
        </p:nvSpPr>
        <p:spPr>
          <a:xfrm>
            <a:off x="4320000" y="1843920"/>
            <a:ext cx="5036400" cy="625320"/>
          </a:xfrm>
          <a:prstGeom prst="rect">
            <a:avLst/>
          </a:prstGeom>
          <a:noFill/>
          <a:ln w="0">
            <a:noFill/>
          </a:ln>
        </p:spPr>
        <p:txBody>
          <a:bodyPr lIns="0" rIns="0" tIns="0" bIns="0" anchor="ctr">
            <a:spAutoFit/>
          </a:bodyPr>
          <a:p>
            <a:pPr indent="0" algn="ctr">
              <a:buNone/>
            </a:pPr>
            <a:endParaRPr b="0" lang="en-GB" sz="4400" strike="noStrike" u="none">
              <a:solidFill>
                <a:srgbClr val="000000"/>
              </a:solidFill>
              <a:effectLst/>
              <a:uFillTx/>
              <a:latin typeface="Arial"/>
            </a:endParaRPr>
          </a:p>
        </p:txBody>
      </p:sp>
      <p:sp>
        <p:nvSpPr>
          <p:cNvPr id="474" name="PlaceHolder 2"/>
          <p:cNvSpPr>
            <a:spLocks noGrp="1"/>
          </p:cNvSpPr>
          <p:nvPr>
            <p:ph/>
          </p:nvPr>
        </p:nvSpPr>
        <p:spPr>
          <a:xfrm>
            <a:off x="4320000" y="2880000"/>
            <a:ext cx="5036400" cy="1796400"/>
          </a:xfrm>
          <a:prstGeom prst="rect">
            <a:avLst/>
          </a:prstGeom>
          <a:noFill/>
          <a:ln w="0">
            <a:noFill/>
          </a:ln>
        </p:spPr>
        <p:txBody>
          <a:bodyPr lIns="0" rIns="0" tIns="0" bIns="0" anchor="t">
            <a:normAutofit/>
          </a:bodyPr>
          <a:p>
            <a:pPr indent="0">
              <a:spcBef>
                <a:spcPts val="1417"/>
              </a:spcBef>
              <a:buNone/>
            </a:pPr>
            <a:endParaRPr b="0" lang="en-GB" sz="3200" strike="noStrike" u="none">
              <a:solidFill>
                <a:srgbClr val="000000"/>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176AC960-E424-437A-A6D6-45656440E4DB}" type="slidenum">
              <a:t>&lt;#&gt;</a:t>
            </a:fld>
          </a:p>
        </p:txBody>
      </p:sp>
      <p:sp>
        <p:nvSpPr>
          <p:cNvPr id="6" name="PlaceHolder 5"/>
          <p:cNvSpPr>
            <a:spLocks noGrp="1"/>
          </p:cNvSpPr>
          <p:nvPr>
            <p:ph type="dt" idx="36"/>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6.xml"/><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4" name=""/>
          <p:cNvGrpSpPr/>
          <p:nvPr/>
        </p:nvGrpSpPr>
        <p:grpSpPr>
          <a:xfrm>
            <a:off x="1260000" y="1620000"/>
            <a:ext cx="7556760" cy="1616760"/>
            <a:chOff x="1260000" y="1620000"/>
            <a:chExt cx="7556760" cy="1616760"/>
          </a:xfrm>
        </p:grpSpPr>
        <p:sp>
          <p:nvSpPr>
            <p:cNvPr id="105" name=""/>
            <p:cNvSpPr/>
            <p:nvPr/>
          </p:nvSpPr>
          <p:spPr>
            <a:xfrm>
              <a:off x="1260000" y="1620000"/>
              <a:ext cx="7556760" cy="1616760"/>
            </a:xfrm>
            <a:custGeom>
              <a:avLst/>
              <a:gdLst>
                <a:gd name="textAreaLeft" fmla="*/ 0 w 7556760"/>
                <a:gd name="textAreaRight" fmla="*/ 7560360 w 7556760"/>
                <a:gd name="textAreaTop" fmla="*/ 0 h 1616760"/>
                <a:gd name="textAreaBottom" fmla="*/ 1620360 h 1616760"/>
              </a:gdLst>
              <a:ahLst/>
              <a:cxnLst/>
              <a:rect l="textAreaLeft" t="textAreaTop" r="textAreaRight" b="textAreaBottom"/>
              <a:pathLst>
                <a:path w="21001" h="4501">
                  <a:moveTo>
                    <a:pt x="0" y="0"/>
                  </a:moveTo>
                  <a:lnTo>
                    <a:pt x="21001" y="0"/>
                  </a:lnTo>
                  <a:lnTo>
                    <a:pt x="21001" y="4501"/>
                  </a:lnTo>
                  <a:lnTo>
                    <a:pt x="0" y="4501"/>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106" name=""/>
            <p:cNvGrpSpPr/>
            <p:nvPr/>
          </p:nvGrpSpPr>
          <p:grpSpPr>
            <a:xfrm>
              <a:off x="1360080" y="1741680"/>
              <a:ext cx="642600" cy="666360"/>
              <a:chOff x="1360080" y="1741680"/>
              <a:chExt cx="642600" cy="666360"/>
            </a:xfrm>
          </p:grpSpPr>
          <p:sp>
            <p:nvSpPr>
              <p:cNvPr id="107" name=""/>
              <p:cNvSpPr/>
              <p:nvPr/>
            </p:nvSpPr>
            <p:spPr>
              <a:xfrm>
                <a:off x="1503360" y="1899360"/>
                <a:ext cx="352800" cy="425520"/>
              </a:xfrm>
              <a:custGeom>
                <a:avLst/>
                <a:gdLst>
                  <a:gd name="textAreaLeft" fmla="*/ 0 w 352800"/>
                  <a:gd name="textAreaRight" fmla="*/ 356400 w 352800"/>
                  <a:gd name="textAreaTop" fmla="*/ 0 h 425520"/>
                  <a:gd name="textAreaBottom" fmla="*/ 429120 h 425520"/>
                </a:gdLst>
                <a:ahLst/>
                <a:cxnLst/>
                <a:rect l="textAreaLeft" t="textAreaTop" r="textAreaRight" b="textAreaBottom"/>
                <a:pathLst>
                  <a:path w="990" h="1192">
                    <a:moveTo>
                      <a:pt x="495" y="0"/>
                    </a:moveTo>
                    <a:lnTo>
                      <a:pt x="495" y="0"/>
                    </a:lnTo>
                    <a:lnTo>
                      <a:pt x="495" y="0"/>
                    </a:lnTo>
                    <a:lnTo>
                      <a:pt x="461" y="1"/>
                    </a:lnTo>
                    <a:lnTo>
                      <a:pt x="429" y="4"/>
                    </a:lnTo>
                    <a:lnTo>
                      <a:pt x="397" y="9"/>
                    </a:lnTo>
                    <a:lnTo>
                      <a:pt x="366" y="16"/>
                    </a:lnTo>
                    <a:lnTo>
                      <a:pt x="336" y="25"/>
                    </a:lnTo>
                    <a:lnTo>
                      <a:pt x="306" y="36"/>
                    </a:lnTo>
                    <a:lnTo>
                      <a:pt x="277" y="50"/>
                    </a:lnTo>
                    <a:lnTo>
                      <a:pt x="247" y="66"/>
                    </a:lnTo>
                    <a:lnTo>
                      <a:pt x="218" y="84"/>
                    </a:lnTo>
                    <a:lnTo>
                      <a:pt x="192" y="102"/>
                    </a:lnTo>
                    <a:lnTo>
                      <a:pt x="167" y="122"/>
                    </a:lnTo>
                    <a:lnTo>
                      <a:pt x="144" y="144"/>
                    </a:lnTo>
                    <a:lnTo>
                      <a:pt x="123" y="167"/>
                    </a:lnTo>
                    <a:lnTo>
                      <a:pt x="103" y="192"/>
                    </a:lnTo>
                    <a:lnTo>
                      <a:pt x="84" y="218"/>
                    </a:lnTo>
                    <a:lnTo>
                      <a:pt x="66" y="247"/>
                    </a:lnTo>
                    <a:lnTo>
                      <a:pt x="50" y="277"/>
                    </a:lnTo>
                    <a:lnTo>
                      <a:pt x="36" y="306"/>
                    </a:lnTo>
                    <a:lnTo>
                      <a:pt x="25" y="336"/>
                    </a:lnTo>
                    <a:lnTo>
                      <a:pt x="16" y="366"/>
                    </a:lnTo>
                    <a:lnTo>
                      <a:pt x="9" y="397"/>
                    </a:lnTo>
                    <a:lnTo>
                      <a:pt x="4" y="429"/>
                    </a:lnTo>
                    <a:lnTo>
                      <a:pt x="1" y="461"/>
                    </a:lnTo>
                    <a:lnTo>
                      <a:pt x="0" y="495"/>
                    </a:lnTo>
                    <a:lnTo>
                      <a:pt x="0" y="495"/>
                    </a:lnTo>
                    <a:lnTo>
                      <a:pt x="0" y="495"/>
                    </a:lnTo>
                    <a:lnTo>
                      <a:pt x="1" y="528"/>
                    </a:lnTo>
                    <a:lnTo>
                      <a:pt x="4" y="561"/>
                    </a:lnTo>
                    <a:lnTo>
                      <a:pt x="9" y="592"/>
                    </a:lnTo>
                    <a:lnTo>
                      <a:pt x="16" y="623"/>
                    </a:lnTo>
                    <a:lnTo>
                      <a:pt x="25" y="653"/>
                    </a:lnTo>
                    <a:lnTo>
                      <a:pt x="37" y="683"/>
                    </a:lnTo>
                    <a:lnTo>
                      <a:pt x="50" y="712"/>
                    </a:lnTo>
                    <a:lnTo>
                      <a:pt x="66" y="742"/>
                    </a:lnTo>
                    <a:lnTo>
                      <a:pt x="84" y="771"/>
                    </a:lnTo>
                    <a:lnTo>
                      <a:pt x="102" y="797"/>
                    </a:lnTo>
                    <a:lnTo>
                      <a:pt x="122" y="822"/>
                    </a:lnTo>
                    <a:lnTo>
                      <a:pt x="144" y="845"/>
                    </a:lnTo>
                    <a:lnTo>
                      <a:pt x="167" y="867"/>
                    </a:lnTo>
                    <a:lnTo>
                      <a:pt x="192" y="887"/>
                    </a:lnTo>
                    <a:lnTo>
                      <a:pt x="218" y="905"/>
                    </a:lnTo>
                    <a:lnTo>
                      <a:pt x="247" y="923"/>
                    </a:lnTo>
                    <a:lnTo>
                      <a:pt x="268" y="934"/>
                    </a:lnTo>
                    <a:lnTo>
                      <a:pt x="288" y="944"/>
                    </a:lnTo>
                    <a:lnTo>
                      <a:pt x="309" y="953"/>
                    </a:lnTo>
                    <a:lnTo>
                      <a:pt x="331" y="962"/>
                    </a:lnTo>
                    <a:lnTo>
                      <a:pt x="331" y="962"/>
                    </a:lnTo>
                    <a:lnTo>
                      <a:pt x="331" y="1134"/>
                    </a:lnTo>
                    <a:lnTo>
                      <a:pt x="331" y="1140"/>
                    </a:lnTo>
                    <a:lnTo>
                      <a:pt x="332" y="1146"/>
                    </a:lnTo>
                    <a:lnTo>
                      <a:pt x="334" y="1151"/>
                    </a:lnTo>
                    <a:lnTo>
                      <a:pt x="336" y="1156"/>
                    </a:lnTo>
                    <a:lnTo>
                      <a:pt x="338" y="1162"/>
                    </a:lnTo>
                    <a:lnTo>
                      <a:pt x="341" y="1166"/>
                    </a:lnTo>
                    <a:lnTo>
                      <a:pt x="344" y="1171"/>
                    </a:lnTo>
                    <a:lnTo>
                      <a:pt x="348" y="1175"/>
                    </a:lnTo>
                    <a:lnTo>
                      <a:pt x="352" y="1179"/>
                    </a:lnTo>
                    <a:lnTo>
                      <a:pt x="357" y="1182"/>
                    </a:lnTo>
                    <a:lnTo>
                      <a:pt x="361" y="1185"/>
                    </a:lnTo>
                    <a:lnTo>
                      <a:pt x="366" y="1187"/>
                    </a:lnTo>
                    <a:lnTo>
                      <a:pt x="372" y="1189"/>
                    </a:lnTo>
                    <a:lnTo>
                      <a:pt x="377" y="1191"/>
                    </a:lnTo>
                    <a:lnTo>
                      <a:pt x="383" y="1192"/>
                    </a:lnTo>
                    <a:lnTo>
                      <a:pt x="389" y="1192"/>
                    </a:lnTo>
                    <a:lnTo>
                      <a:pt x="600" y="1192"/>
                    </a:lnTo>
                    <a:lnTo>
                      <a:pt x="606" y="1192"/>
                    </a:lnTo>
                    <a:lnTo>
                      <a:pt x="612" y="1191"/>
                    </a:lnTo>
                    <a:lnTo>
                      <a:pt x="617" y="1189"/>
                    </a:lnTo>
                    <a:lnTo>
                      <a:pt x="623" y="1187"/>
                    </a:lnTo>
                    <a:lnTo>
                      <a:pt x="628" y="1185"/>
                    </a:lnTo>
                    <a:lnTo>
                      <a:pt x="632" y="1182"/>
                    </a:lnTo>
                    <a:lnTo>
                      <a:pt x="637" y="1179"/>
                    </a:lnTo>
                    <a:lnTo>
                      <a:pt x="641" y="1175"/>
                    </a:lnTo>
                    <a:lnTo>
                      <a:pt x="645" y="1171"/>
                    </a:lnTo>
                    <a:lnTo>
                      <a:pt x="648" y="1166"/>
                    </a:lnTo>
                    <a:lnTo>
                      <a:pt x="651" y="1162"/>
                    </a:lnTo>
                    <a:lnTo>
                      <a:pt x="653" y="1156"/>
                    </a:lnTo>
                    <a:lnTo>
                      <a:pt x="655" y="1151"/>
                    </a:lnTo>
                    <a:lnTo>
                      <a:pt x="657" y="1146"/>
                    </a:lnTo>
                    <a:lnTo>
                      <a:pt x="658" y="1140"/>
                    </a:lnTo>
                    <a:lnTo>
                      <a:pt x="658" y="1134"/>
                    </a:lnTo>
                    <a:lnTo>
                      <a:pt x="658" y="962"/>
                    </a:lnTo>
                    <a:lnTo>
                      <a:pt x="658" y="962"/>
                    </a:lnTo>
                    <a:lnTo>
                      <a:pt x="658" y="962"/>
                    </a:lnTo>
                    <a:lnTo>
                      <a:pt x="680" y="953"/>
                    </a:lnTo>
                    <a:lnTo>
                      <a:pt x="701" y="944"/>
                    </a:lnTo>
                    <a:lnTo>
                      <a:pt x="721" y="934"/>
                    </a:lnTo>
                    <a:lnTo>
                      <a:pt x="742" y="923"/>
                    </a:lnTo>
                    <a:lnTo>
                      <a:pt x="771" y="905"/>
                    </a:lnTo>
                    <a:lnTo>
                      <a:pt x="797" y="887"/>
                    </a:lnTo>
                    <a:lnTo>
                      <a:pt x="822" y="867"/>
                    </a:lnTo>
                    <a:lnTo>
                      <a:pt x="845" y="845"/>
                    </a:lnTo>
                    <a:lnTo>
                      <a:pt x="867" y="822"/>
                    </a:lnTo>
                    <a:lnTo>
                      <a:pt x="887" y="797"/>
                    </a:lnTo>
                    <a:lnTo>
                      <a:pt x="906" y="771"/>
                    </a:lnTo>
                    <a:lnTo>
                      <a:pt x="924" y="742"/>
                    </a:lnTo>
                    <a:lnTo>
                      <a:pt x="940" y="712"/>
                    </a:lnTo>
                    <a:lnTo>
                      <a:pt x="953" y="683"/>
                    </a:lnTo>
                    <a:lnTo>
                      <a:pt x="965" y="653"/>
                    </a:lnTo>
                    <a:lnTo>
                      <a:pt x="974" y="623"/>
                    </a:lnTo>
                    <a:lnTo>
                      <a:pt x="981" y="592"/>
                    </a:lnTo>
                    <a:lnTo>
                      <a:pt x="986" y="561"/>
                    </a:lnTo>
                    <a:lnTo>
                      <a:pt x="989" y="528"/>
                    </a:lnTo>
                    <a:lnTo>
                      <a:pt x="990" y="495"/>
                    </a:lnTo>
                    <a:lnTo>
                      <a:pt x="990" y="495"/>
                    </a:lnTo>
                    <a:lnTo>
                      <a:pt x="990" y="495"/>
                    </a:lnTo>
                    <a:lnTo>
                      <a:pt x="989" y="461"/>
                    </a:lnTo>
                    <a:lnTo>
                      <a:pt x="986" y="429"/>
                    </a:lnTo>
                    <a:lnTo>
                      <a:pt x="981" y="397"/>
                    </a:lnTo>
                    <a:lnTo>
                      <a:pt x="974" y="366"/>
                    </a:lnTo>
                    <a:lnTo>
                      <a:pt x="965" y="336"/>
                    </a:lnTo>
                    <a:lnTo>
                      <a:pt x="953" y="306"/>
                    </a:lnTo>
                    <a:lnTo>
                      <a:pt x="940" y="277"/>
                    </a:lnTo>
                    <a:lnTo>
                      <a:pt x="924" y="247"/>
                    </a:lnTo>
                    <a:lnTo>
                      <a:pt x="906" y="218"/>
                    </a:lnTo>
                    <a:lnTo>
                      <a:pt x="887" y="192"/>
                    </a:lnTo>
                    <a:lnTo>
                      <a:pt x="867" y="167"/>
                    </a:lnTo>
                    <a:lnTo>
                      <a:pt x="846" y="144"/>
                    </a:lnTo>
                    <a:lnTo>
                      <a:pt x="822" y="122"/>
                    </a:lnTo>
                    <a:lnTo>
                      <a:pt x="797" y="102"/>
                    </a:lnTo>
                    <a:lnTo>
                      <a:pt x="771" y="84"/>
                    </a:lnTo>
                    <a:lnTo>
                      <a:pt x="742" y="66"/>
                    </a:lnTo>
                    <a:lnTo>
                      <a:pt x="712" y="50"/>
                    </a:lnTo>
                    <a:lnTo>
                      <a:pt x="683" y="36"/>
                    </a:lnTo>
                    <a:lnTo>
                      <a:pt x="653" y="25"/>
                    </a:lnTo>
                    <a:lnTo>
                      <a:pt x="623" y="16"/>
                    </a:lnTo>
                    <a:lnTo>
                      <a:pt x="592" y="9"/>
                    </a:lnTo>
                    <a:lnTo>
                      <a:pt x="561" y="4"/>
                    </a:lnTo>
                    <a:lnTo>
                      <a:pt x="528" y="1"/>
                    </a:lnTo>
                    <a:lnTo>
                      <a:pt x="495" y="0"/>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08" name=""/>
              <p:cNvSpPr/>
              <p:nvPr/>
            </p:nvSpPr>
            <p:spPr>
              <a:xfrm>
                <a:off x="1597680" y="2328480"/>
                <a:ext cx="163800" cy="38160"/>
              </a:xfrm>
              <a:custGeom>
                <a:avLst/>
                <a:gdLst>
                  <a:gd name="textAreaLeft" fmla="*/ 0 w 163800"/>
                  <a:gd name="textAreaRight" fmla="*/ 167400 w 163800"/>
                  <a:gd name="textAreaTop" fmla="*/ 0 h 38160"/>
                  <a:gd name="textAreaBottom" fmla="*/ 41760 h 38160"/>
                </a:gdLst>
                <a:ahLst/>
                <a:cxnLst/>
                <a:rect l="textAreaLeft" t="textAreaTop" r="textAreaRight" b="textAreaBottom"/>
                <a:pathLst>
                  <a:path w="465" h="116">
                    <a:moveTo>
                      <a:pt x="233" y="116"/>
                    </a:moveTo>
                    <a:lnTo>
                      <a:pt x="407" y="116"/>
                    </a:lnTo>
                    <a:lnTo>
                      <a:pt x="413" y="116"/>
                    </a:lnTo>
                    <a:lnTo>
                      <a:pt x="419" y="115"/>
                    </a:lnTo>
                    <a:lnTo>
                      <a:pt x="424" y="113"/>
                    </a:lnTo>
                    <a:lnTo>
                      <a:pt x="430" y="111"/>
                    </a:lnTo>
                    <a:lnTo>
                      <a:pt x="435" y="109"/>
                    </a:lnTo>
                    <a:lnTo>
                      <a:pt x="439" y="106"/>
                    </a:lnTo>
                    <a:lnTo>
                      <a:pt x="444" y="103"/>
                    </a:lnTo>
                    <a:lnTo>
                      <a:pt x="448" y="99"/>
                    </a:lnTo>
                    <a:lnTo>
                      <a:pt x="452" y="95"/>
                    </a:lnTo>
                    <a:lnTo>
                      <a:pt x="455" y="90"/>
                    </a:lnTo>
                    <a:lnTo>
                      <a:pt x="458" y="86"/>
                    </a:lnTo>
                    <a:lnTo>
                      <a:pt x="460" y="81"/>
                    </a:lnTo>
                    <a:lnTo>
                      <a:pt x="462" y="75"/>
                    </a:lnTo>
                    <a:lnTo>
                      <a:pt x="464" y="70"/>
                    </a:lnTo>
                    <a:lnTo>
                      <a:pt x="465" y="64"/>
                    </a:lnTo>
                    <a:lnTo>
                      <a:pt x="465" y="58"/>
                    </a:lnTo>
                    <a:lnTo>
                      <a:pt x="465" y="52"/>
                    </a:lnTo>
                    <a:lnTo>
                      <a:pt x="464" y="46"/>
                    </a:lnTo>
                    <a:lnTo>
                      <a:pt x="462" y="41"/>
                    </a:lnTo>
                    <a:lnTo>
                      <a:pt x="460" y="35"/>
                    </a:lnTo>
                    <a:lnTo>
                      <a:pt x="458" y="30"/>
                    </a:lnTo>
                    <a:lnTo>
                      <a:pt x="455" y="26"/>
                    </a:lnTo>
                    <a:lnTo>
                      <a:pt x="452" y="21"/>
                    </a:lnTo>
                    <a:lnTo>
                      <a:pt x="448" y="17"/>
                    </a:lnTo>
                    <a:lnTo>
                      <a:pt x="444" y="13"/>
                    </a:lnTo>
                    <a:lnTo>
                      <a:pt x="439" y="10"/>
                    </a:lnTo>
                    <a:lnTo>
                      <a:pt x="435" y="7"/>
                    </a:lnTo>
                    <a:lnTo>
                      <a:pt x="430" y="5"/>
                    </a:lnTo>
                    <a:lnTo>
                      <a:pt x="424" y="3"/>
                    </a:lnTo>
                    <a:lnTo>
                      <a:pt x="419" y="1"/>
                    </a:lnTo>
                    <a:lnTo>
                      <a:pt x="413" y="0"/>
                    </a:lnTo>
                    <a:lnTo>
                      <a:pt x="407" y="0"/>
                    </a:lnTo>
                    <a:lnTo>
                      <a:pt x="58" y="0"/>
                    </a:lnTo>
                    <a:lnTo>
                      <a:pt x="52" y="0"/>
                    </a:lnTo>
                    <a:lnTo>
                      <a:pt x="46" y="1"/>
                    </a:lnTo>
                    <a:lnTo>
                      <a:pt x="41" y="3"/>
                    </a:lnTo>
                    <a:lnTo>
                      <a:pt x="35" y="5"/>
                    </a:lnTo>
                    <a:lnTo>
                      <a:pt x="30"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64"/>
                    </a:lnTo>
                    <a:lnTo>
                      <a:pt x="1" y="70"/>
                    </a:lnTo>
                    <a:lnTo>
                      <a:pt x="3" y="75"/>
                    </a:lnTo>
                    <a:lnTo>
                      <a:pt x="5" y="81"/>
                    </a:lnTo>
                    <a:lnTo>
                      <a:pt x="7" y="86"/>
                    </a:lnTo>
                    <a:lnTo>
                      <a:pt x="10" y="90"/>
                    </a:lnTo>
                    <a:lnTo>
                      <a:pt x="13" y="95"/>
                    </a:lnTo>
                    <a:lnTo>
                      <a:pt x="17" y="99"/>
                    </a:lnTo>
                    <a:lnTo>
                      <a:pt x="21" y="103"/>
                    </a:lnTo>
                    <a:lnTo>
                      <a:pt x="26" y="106"/>
                    </a:lnTo>
                    <a:lnTo>
                      <a:pt x="30" y="109"/>
                    </a:lnTo>
                    <a:lnTo>
                      <a:pt x="35" y="111"/>
                    </a:lnTo>
                    <a:lnTo>
                      <a:pt x="41" y="113"/>
                    </a:lnTo>
                    <a:lnTo>
                      <a:pt x="46" y="115"/>
                    </a:lnTo>
                    <a:lnTo>
                      <a:pt x="52" y="116"/>
                    </a:lnTo>
                    <a:lnTo>
                      <a:pt x="58" y="116"/>
                    </a:lnTo>
                    <a:lnTo>
                      <a:pt x="233" y="116"/>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09" name=""/>
              <p:cNvSpPr/>
              <p:nvPr/>
            </p:nvSpPr>
            <p:spPr>
              <a:xfrm>
                <a:off x="1613880" y="2369880"/>
                <a:ext cx="131400" cy="38160"/>
              </a:xfrm>
              <a:custGeom>
                <a:avLst/>
                <a:gdLst>
                  <a:gd name="textAreaLeft" fmla="*/ 0 w 131400"/>
                  <a:gd name="textAreaRight" fmla="*/ 135000 w 131400"/>
                  <a:gd name="textAreaTop" fmla="*/ 0 h 38160"/>
                  <a:gd name="textAreaBottom" fmla="*/ 41760 h 38160"/>
                </a:gdLst>
                <a:ahLst/>
                <a:cxnLst/>
                <a:rect l="textAreaLeft" t="textAreaTop" r="textAreaRight" b="textAreaBottom"/>
                <a:pathLst>
                  <a:path w="375" h="116">
                    <a:moveTo>
                      <a:pt x="188" y="116"/>
                    </a:moveTo>
                    <a:lnTo>
                      <a:pt x="317" y="116"/>
                    </a:lnTo>
                    <a:lnTo>
                      <a:pt x="323" y="116"/>
                    </a:lnTo>
                    <a:lnTo>
                      <a:pt x="329" y="115"/>
                    </a:lnTo>
                    <a:lnTo>
                      <a:pt x="334" y="113"/>
                    </a:lnTo>
                    <a:lnTo>
                      <a:pt x="340" y="111"/>
                    </a:lnTo>
                    <a:lnTo>
                      <a:pt x="345" y="109"/>
                    </a:lnTo>
                    <a:lnTo>
                      <a:pt x="349" y="106"/>
                    </a:lnTo>
                    <a:lnTo>
                      <a:pt x="354" y="103"/>
                    </a:lnTo>
                    <a:lnTo>
                      <a:pt x="358" y="99"/>
                    </a:lnTo>
                    <a:lnTo>
                      <a:pt x="362" y="95"/>
                    </a:lnTo>
                    <a:lnTo>
                      <a:pt x="365" y="90"/>
                    </a:lnTo>
                    <a:lnTo>
                      <a:pt x="368" y="86"/>
                    </a:lnTo>
                    <a:lnTo>
                      <a:pt x="370" y="81"/>
                    </a:lnTo>
                    <a:lnTo>
                      <a:pt x="372" y="75"/>
                    </a:lnTo>
                    <a:lnTo>
                      <a:pt x="374" y="70"/>
                    </a:lnTo>
                    <a:lnTo>
                      <a:pt x="375" y="64"/>
                    </a:lnTo>
                    <a:lnTo>
                      <a:pt x="375" y="58"/>
                    </a:lnTo>
                    <a:lnTo>
                      <a:pt x="375" y="58"/>
                    </a:lnTo>
                    <a:lnTo>
                      <a:pt x="375" y="52"/>
                    </a:lnTo>
                    <a:lnTo>
                      <a:pt x="374" y="46"/>
                    </a:lnTo>
                    <a:lnTo>
                      <a:pt x="372" y="41"/>
                    </a:lnTo>
                    <a:lnTo>
                      <a:pt x="370" y="35"/>
                    </a:lnTo>
                    <a:lnTo>
                      <a:pt x="368" y="30"/>
                    </a:lnTo>
                    <a:lnTo>
                      <a:pt x="365" y="26"/>
                    </a:lnTo>
                    <a:lnTo>
                      <a:pt x="362" y="21"/>
                    </a:lnTo>
                    <a:lnTo>
                      <a:pt x="358" y="17"/>
                    </a:lnTo>
                    <a:lnTo>
                      <a:pt x="354" y="13"/>
                    </a:lnTo>
                    <a:lnTo>
                      <a:pt x="349" y="10"/>
                    </a:lnTo>
                    <a:lnTo>
                      <a:pt x="345" y="7"/>
                    </a:lnTo>
                    <a:lnTo>
                      <a:pt x="340" y="5"/>
                    </a:lnTo>
                    <a:lnTo>
                      <a:pt x="334" y="3"/>
                    </a:lnTo>
                    <a:lnTo>
                      <a:pt x="329" y="1"/>
                    </a:lnTo>
                    <a:lnTo>
                      <a:pt x="323" y="0"/>
                    </a:lnTo>
                    <a:lnTo>
                      <a:pt x="317" y="0"/>
                    </a:lnTo>
                    <a:lnTo>
                      <a:pt x="58" y="0"/>
                    </a:lnTo>
                    <a:lnTo>
                      <a:pt x="52" y="0"/>
                    </a:lnTo>
                    <a:lnTo>
                      <a:pt x="46" y="1"/>
                    </a:lnTo>
                    <a:lnTo>
                      <a:pt x="41" y="3"/>
                    </a:lnTo>
                    <a:lnTo>
                      <a:pt x="35" y="5"/>
                    </a:lnTo>
                    <a:lnTo>
                      <a:pt x="30"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58"/>
                    </a:lnTo>
                    <a:lnTo>
                      <a:pt x="0" y="64"/>
                    </a:lnTo>
                    <a:lnTo>
                      <a:pt x="1" y="70"/>
                    </a:lnTo>
                    <a:lnTo>
                      <a:pt x="3" y="75"/>
                    </a:lnTo>
                    <a:lnTo>
                      <a:pt x="5" y="81"/>
                    </a:lnTo>
                    <a:lnTo>
                      <a:pt x="7" y="86"/>
                    </a:lnTo>
                    <a:lnTo>
                      <a:pt x="10" y="90"/>
                    </a:lnTo>
                    <a:lnTo>
                      <a:pt x="13" y="95"/>
                    </a:lnTo>
                    <a:lnTo>
                      <a:pt x="17" y="99"/>
                    </a:lnTo>
                    <a:lnTo>
                      <a:pt x="21" y="103"/>
                    </a:lnTo>
                    <a:lnTo>
                      <a:pt x="26" y="106"/>
                    </a:lnTo>
                    <a:lnTo>
                      <a:pt x="30" y="109"/>
                    </a:lnTo>
                    <a:lnTo>
                      <a:pt x="35" y="111"/>
                    </a:lnTo>
                    <a:lnTo>
                      <a:pt x="41" y="113"/>
                    </a:lnTo>
                    <a:lnTo>
                      <a:pt x="46" y="115"/>
                    </a:lnTo>
                    <a:lnTo>
                      <a:pt x="52" y="116"/>
                    </a:lnTo>
                    <a:lnTo>
                      <a:pt x="58" y="116"/>
                    </a:lnTo>
                    <a:lnTo>
                      <a:pt x="188" y="116"/>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10" name=""/>
              <p:cNvSpPr/>
              <p:nvPr/>
            </p:nvSpPr>
            <p:spPr>
              <a:xfrm>
                <a:off x="1600560" y="2017800"/>
                <a:ext cx="159840" cy="307080"/>
              </a:xfrm>
              <a:custGeom>
                <a:avLst/>
                <a:gdLst>
                  <a:gd name="textAreaLeft" fmla="*/ 0 w 159840"/>
                  <a:gd name="textAreaRight" fmla="*/ 163440 w 159840"/>
                  <a:gd name="textAreaTop" fmla="*/ 0 h 307080"/>
                  <a:gd name="textAreaBottom" fmla="*/ 310680 h 307080"/>
                </a:gdLst>
                <a:ahLst/>
                <a:cxnLst/>
                <a:rect l="textAreaLeft" t="textAreaTop" r="textAreaRight" b="textAreaBottom"/>
                <a:pathLst>
                  <a:path w="454" h="863">
                    <a:moveTo>
                      <a:pt x="165" y="863"/>
                    </a:moveTo>
                    <a:lnTo>
                      <a:pt x="173" y="456"/>
                    </a:lnTo>
                    <a:lnTo>
                      <a:pt x="174" y="443"/>
                    </a:lnTo>
                    <a:lnTo>
                      <a:pt x="178" y="430"/>
                    </a:lnTo>
                    <a:lnTo>
                      <a:pt x="182" y="418"/>
                    </a:lnTo>
                    <a:lnTo>
                      <a:pt x="188" y="407"/>
                    </a:lnTo>
                    <a:lnTo>
                      <a:pt x="195" y="397"/>
                    </a:lnTo>
                    <a:lnTo>
                      <a:pt x="204" y="386"/>
                    </a:lnTo>
                    <a:lnTo>
                      <a:pt x="223" y="367"/>
                    </a:lnTo>
                    <a:lnTo>
                      <a:pt x="246" y="350"/>
                    </a:lnTo>
                    <a:lnTo>
                      <a:pt x="271" y="333"/>
                    </a:lnTo>
                    <a:lnTo>
                      <a:pt x="324" y="302"/>
                    </a:lnTo>
                    <a:lnTo>
                      <a:pt x="376" y="269"/>
                    </a:lnTo>
                    <a:lnTo>
                      <a:pt x="399" y="251"/>
                    </a:lnTo>
                    <a:lnTo>
                      <a:pt x="419" y="232"/>
                    </a:lnTo>
                    <a:lnTo>
                      <a:pt x="428" y="222"/>
                    </a:lnTo>
                    <a:lnTo>
                      <a:pt x="435" y="211"/>
                    </a:lnTo>
                    <a:lnTo>
                      <a:pt x="442" y="200"/>
                    </a:lnTo>
                    <a:lnTo>
                      <a:pt x="447" y="188"/>
                    </a:lnTo>
                    <a:lnTo>
                      <a:pt x="451" y="175"/>
                    </a:lnTo>
                    <a:lnTo>
                      <a:pt x="453" y="161"/>
                    </a:lnTo>
                    <a:lnTo>
                      <a:pt x="454" y="147"/>
                    </a:lnTo>
                    <a:lnTo>
                      <a:pt x="453" y="132"/>
                    </a:lnTo>
                    <a:lnTo>
                      <a:pt x="450" y="120"/>
                    </a:lnTo>
                    <a:lnTo>
                      <a:pt x="447" y="109"/>
                    </a:lnTo>
                    <a:lnTo>
                      <a:pt x="442" y="100"/>
                    </a:lnTo>
                    <a:lnTo>
                      <a:pt x="435" y="92"/>
                    </a:lnTo>
                    <a:lnTo>
                      <a:pt x="428" y="85"/>
                    </a:lnTo>
                    <a:lnTo>
                      <a:pt x="420" y="80"/>
                    </a:lnTo>
                    <a:lnTo>
                      <a:pt x="410" y="76"/>
                    </a:lnTo>
                    <a:lnTo>
                      <a:pt x="400" y="72"/>
                    </a:lnTo>
                    <a:lnTo>
                      <a:pt x="390" y="70"/>
                    </a:lnTo>
                    <a:lnTo>
                      <a:pt x="379" y="69"/>
                    </a:lnTo>
                    <a:lnTo>
                      <a:pt x="355" y="70"/>
                    </a:lnTo>
                    <a:lnTo>
                      <a:pt x="331" y="74"/>
                    </a:lnTo>
                    <a:lnTo>
                      <a:pt x="307" y="81"/>
                    </a:lnTo>
                    <a:lnTo>
                      <a:pt x="284" y="91"/>
                    </a:lnTo>
                    <a:lnTo>
                      <a:pt x="262" y="103"/>
                    </a:lnTo>
                    <a:lnTo>
                      <a:pt x="244" y="116"/>
                    </a:lnTo>
                    <a:lnTo>
                      <a:pt x="235" y="123"/>
                    </a:lnTo>
                    <a:lnTo>
                      <a:pt x="228" y="130"/>
                    </a:lnTo>
                    <a:lnTo>
                      <a:pt x="223" y="138"/>
                    </a:lnTo>
                    <a:lnTo>
                      <a:pt x="218" y="145"/>
                    </a:lnTo>
                    <a:lnTo>
                      <a:pt x="214" y="153"/>
                    </a:lnTo>
                    <a:lnTo>
                      <a:pt x="213" y="161"/>
                    </a:lnTo>
                    <a:lnTo>
                      <a:pt x="212" y="168"/>
                    </a:lnTo>
                    <a:lnTo>
                      <a:pt x="214" y="176"/>
                    </a:lnTo>
                    <a:lnTo>
                      <a:pt x="217" y="183"/>
                    </a:lnTo>
                    <a:lnTo>
                      <a:pt x="222" y="190"/>
                    </a:lnTo>
                    <a:lnTo>
                      <a:pt x="226" y="195"/>
                    </a:lnTo>
                    <a:lnTo>
                      <a:pt x="231" y="198"/>
                    </a:lnTo>
                    <a:lnTo>
                      <a:pt x="235" y="201"/>
                    </a:lnTo>
                    <a:lnTo>
                      <a:pt x="240" y="202"/>
                    </a:lnTo>
                    <a:lnTo>
                      <a:pt x="244" y="203"/>
                    </a:lnTo>
                    <a:lnTo>
                      <a:pt x="248" y="203"/>
                    </a:lnTo>
                    <a:lnTo>
                      <a:pt x="253" y="202"/>
                    </a:lnTo>
                    <a:lnTo>
                      <a:pt x="256" y="200"/>
                    </a:lnTo>
                    <a:lnTo>
                      <a:pt x="260" y="197"/>
                    </a:lnTo>
                    <a:lnTo>
                      <a:pt x="264" y="194"/>
                    </a:lnTo>
                    <a:lnTo>
                      <a:pt x="267" y="190"/>
                    </a:lnTo>
                    <a:lnTo>
                      <a:pt x="270" y="185"/>
                    </a:lnTo>
                    <a:lnTo>
                      <a:pt x="276" y="175"/>
                    </a:lnTo>
                    <a:lnTo>
                      <a:pt x="280" y="162"/>
                    </a:lnTo>
                    <a:lnTo>
                      <a:pt x="283" y="149"/>
                    </a:lnTo>
                    <a:lnTo>
                      <a:pt x="284" y="134"/>
                    </a:lnTo>
                    <a:lnTo>
                      <a:pt x="284" y="119"/>
                    </a:lnTo>
                    <a:lnTo>
                      <a:pt x="281" y="104"/>
                    </a:lnTo>
                    <a:lnTo>
                      <a:pt x="277" y="89"/>
                    </a:lnTo>
                    <a:lnTo>
                      <a:pt x="270" y="75"/>
                    </a:lnTo>
                    <a:lnTo>
                      <a:pt x="266" y="68"/>
                    </a:lnTo>
                    <a:lnTo>
                      <a:pt x="261" y="62"/>
                    </a:lnTo>
                    <a:lnTo>
                      <a:pt x="256" y="56"/>
                    </a:lnTo>
                    <a:lnTo>
                      <a:pt x="250" y="50"/>
                    </a:lnTo>
                    <a:lnTo>
                      <a:pt x="242" y="44"/>
                    </a:lnTo>
                    <a:lnTo>
                      <a:pt x="231" y="37"/>
                    </a:lnTo>
                    <a:lnTo>
                      <a:pt x="218" y="30"/>
                    </a:lnTo>
                    <a:lnTo>
                      <a:pt x="203" y="23"/>
                    </a:lnTo>
                    <a:lnTo>
                      <a:pt x="187" y="16"/>
                    </a:lnTo>
                    <a:lnTo>
                      <a:pt x="170" y="10"/>
                    </a:lnTo>
                    <a:lnTo>
                      <a:pt x="151" y="5"/>
                    </a:lnTo>
                    <a:lnTo>
                      <a:pt x="132" y="2"/>
                    </a:lnTo>
                    <a:lnTo>
                      <a:pt x="114" y="0"/>
                    </a:lnTo>
                    <a:lnTo>
                      <a:pt x="95" y="1"/>
                    </a:lnTo>
                    <a:lnTo>
                      <a:pt x="76" y="4"/>
                    </a:lnTo>
                    <a:lnTo>
                      <a:pt x="68" y="6"/>
                    </a:lnTo>
                    <a:lnTo>
                      <a:pt x="59" y="10"/>
                    </a:lnTo>
                    <a:lnTo>
                      <a:pt x="51" y="14"/>
                    </a:lnTo>
                    <a:lnTo>
                      <a:pt x="43" y="19"/>
                    </a:lnTo>
                    <a:lnTo>
                      <a:pt x="35" y="25"/>
                    </a:lnTo>
                    <a:lnTo>
                      <a:pt x="28" y="32"/>
                    </a:lnTo>
                    <a:lnTo>
                      <a:pt x="21" y="40"/>
                    </a:lnTo>
                    <a:lnTo>
                      <a:pt x="15" y="49"/>
                    </a:lnTo>
                    <a:lnTo>
                      <a:pt x="10" y="60"/>
                    </a:lnTo>
                    <a:lnTo>
                      <a:pt x="5" y="71"/>
                    </a:lnTo>
                    <a:lnTo>
                      <a:pt x="1" y="82"/>
                    </a:lnTo>
                    <a:lnTo>
                      <a:pt x="0" y="94"/>
                    </a:lnTo>
                    <a:lnTo>
                      <a:pt x="1" y="105"/>
                    </a:lnTo>
                    <a:lnTo>
                      <a:pt x="3" y="117"/>
                    </a:lnTo>
                    <a:lnTo>
                      <a:pt x="7" y="129"/>
                    </a:lnTo>
                    <a:lnTo>
                      <a:pt x="12" y="141"/>
                    </a:lnTo>
                    <a:lnTo>
                      <a:pt x="27" y="165"/>
                    </a:lnTo>
                    <a:lnTo>
                      <a:pt x="46" y="188"/>
                    </a:lnTo>
                    <a:lnTo>
                      <a:pt x="69" y="213"/>
                    </a:lnTo>
                    <a:lnTo>
                      <a:pt x="122" y="261"/>
                    </a:lnTo>
                    <a:lnTo>
                      <a:pt x="177" y="308"/>
                    </a:lnTo>
                    <a:lnTo>
                      <a:pt x="227" y="355"/>
                    </a:lnTo>
                    <a:lnTo>
                      <a:pt x="248" y="377"/>
                    </a:lnTo>
                    <a:lnTo>
                      <a:pt x="264" y="399"/>
                    </a:lnTo>
                    <a:lnTo>
                      <a:pt x="270" y="410"/>
                    </a:lnTo>
                    <a:lnTo>
                      <a:pt x="275" y="421"/>
                    </a:lnTo>
                    <a:lnTo>
                      <a:pt x="278" y="432"/>
                    </a:lnTo>
                    <a:lnTo>
                      <a:pt x="280" y="442"/>
                    </a:lnTo>
                    <a:lnTo>
                      <a:pt x="281" y="482"/>
                    </a:lnTo>
                    <a:lnTo>
                      <a:pt x="281" y="540"/>
                    </a:lnTo>
                    <a:lnTo>
                      <a:pt x="279" y="681"/>
                    </a:lnTo>
                    <a:lnTo>
                      <a:pt x="274" y="863"/>
                    </a:lnTo>
                    <a:lnTo>
                      <a:pt x="165" y="863"/>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111" name=""/>
              <p:cNvSpPr/>
              <p:nvPr/>
            </p:nvSpPr>
            <p:spPr>
              <a:xfrm>
                <a:off x="1681560" y="1741680"/>
                <a:ext cx="360" cy="61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112" name=""/>
              <p:cNvSpPr/>
              <p:nvPr/>
            </p:nvSpPr>
            <p:spPr>
              <a:xfrm flipH="1">
                <a:off x="1856520" y="1830240"/>
                <a:ext cx="79200" cy="43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113" name=""/>
              <p:cNvSpPr/>
              <p:nvPr/>
            </p:nvSpPr>
            <p:spPr>
              <a:xfrm flipH="1">
                <a:off x="1941840" y="2066760"/>
                <a:ext cx="6084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114" name=""/>
              <p:cNvSpPr/>
              <p:nvPr/>
            </p:nvSpPr>
            <p:spPr>
              <a:xfrm>
                <a:off x="1427040" y="1830240"/>
                <a:ext cx="43200" cy="43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115" name=""/>
              <p:cNvSpPr/>
              <p:nvPr/>
            </p:nvSpPr>
            <p:spPr>
              <a:xfrm>
                <a:off x="1360080" y="20667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grpSp>
        <p:nvGrpSpPr>
          <p:cNvPr id="116" name=""/>
          <p:cNvGrpSpPr/>
          <p:nvPr/>
        </p:nvGrpSpPr>
        <p:grpSpPr>
          <a:xfrm>
            <a:off x="499320" y="93960"/>
            <a:ext cx="9483840" cy="5499720"/>
            <a:chOff x="499320" y="93960"/>
            <a:chExt cx="9483840" cy="5499720"/>
          </a:xfrm>
        </p:grpSpPr>
        <p:sp>
          <p:nvSpPr>
            <p:cNvPr id="117" name=""/>
            <p:cNvSpPr/>
            <p:nvPr/>
          </p:nvSpPr>
          <p:spPr>
            <a:xfrm>
              <a:off x="3584880" y="5416200"/>
              <a:ext cx="164520" cy="177480"/>
            </a:xfrm>
            <a:custGeom>
              <a:avLst/>
              <a:gdLst>
                <a:gd name="textAreaLeft" fmla="*/ 0 w 164520"/>
                <a:gd name="textAreaRight" fmla="*/ 168120 w 164520"/>
                <a:gd name="textAreaTop" fmla="*/ 0 h 177480"/>
                <a:gd name="textAreaBottom" fmla="*/ 181080 h 177480"/>
              </a:gdLst>
              <a:ahLst/>
              <a:cxnLst/>
              <a:rect l="textAreaLeft" t="textAreaTop" r="textAreaRight" b="textAreaBottom"/>
              <a:pathLst>
                <a:path w="467" h="503">
                  <a:moveTo>
                    <a:pt x="0" y="230"/>
                  </a:moveTo>
                  <a:lnTo>
                    <a:pt x="405" y="503"/>
                  </a:lnTo>
                  <a:lnTo>
                    <a:pt x="467" y="0"/>
                  </a:lnTo>
                  <a:lnTo>
                    <a:pt x="0" y="230"/>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18" name=""/>
            <p:cNvSpPr/>
            <p:nvPr/>
          </p:nvSpPr>
          <p:spPr>
            <a:xfrm>
              <a:off x="7238880" y="9396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1"/>
                  </a:lnTo>
                  <a:lnTo>
                    <a:pt x="525" y="318"/>
                  </a:lnTo>
                  <a:lnTo>
                    <a:pt x="522" y="334"/>
                  </a:lnTo>
                  <a:lnTo>
                    <a:pt x="517" y="350"/>
                  </a:lnTo>
                  <a:lnTo>
                    <a:pt x="511" y="366"/>
                  </a:lnTo>
                  <a:lnTo>
                    <a:pt x="504" y="382"/>
                  </a:lnTo>
                  <a:lnTo>
                    <a:pt x="495" y="398"/>
                  </a:lnTo>
                  <a:lnTo>
                    <a:pt x="486" y="413"/>
                  </a:lnTo>
                  <a:lnTo>
                    <a:pt x="475" y="427"/>
                  </a:lnTo>
                  <a:lnTo>
                    <a:pt x="465" y="441"/>
                  </a:lnTo>
                  <a:lnTo>
                    <a:pt x="453" y="453"/>
                  </a:lnTo>
                  <a:lnTo>
                    <a:pt x="441" y="465"/>
                  </a:lnTo>
                  <a:lnTo>
                    <a:pt x="427" y="475"/>
                  </a:lnTo>
                  <a:lnTo>
                    <a:pt x="413" y="485"/>
                  </a:lnTo>
                  <a:lnTo>
                    <a:pt x="398" y="495"/>
                  </a:lnTo>
                  <a:lnTo>
                    <a:pt x="382" y="504"/>
                  </a:lnTo>
                  <a:lnTo>
                    <a:pt x="366" y="511"/>
                  </a:lnTo>
                  <a:lnTo>
                    <a:pt x="350" y="517"/>
                  </a:lnTo>
                  <a:lnTo>
                    <a:pt x="334" y="522"/>
                  </a:lnTo>
                  <a:lnTo>
                    <a:pt x="317" y="525"/>
                  </a:lnTo>
                  <a:lnTo>
                    <a:pt x="300" y="528"/>
                  </a:lnTo>
                  <a:lnTo>
                    <a:pt x="283" y="529"/>
                  </a:lnTo>
                  <a:lnTo>
                    <a:pt x="265" y="530"/>
                  </a:lnTo>
                  <a:lnTo>
                    <a:pt x="247" y="529"/>
                  </a:lnTo>
                  <a:lnTo>
                    <a:pt x="230" y="528"/>
                  </a:lnTo>
                  <a:lnTo>
                    <a:pt x="213" y="525"/>
                  </a:lnTo>
                  <a:lnTo>
                    <a:pt x="197" y="522"/>
                  </a:lnTo>
                  <a:lnTo>
                    <a:pt x="180" y="517"/>
                  </a:lnTo>
                  <a:lnTo>
                    <a:pt x="165" y="511"/>
                  </a:lnTo>
                  <a:lnTo>
                    <a:pt x="149" y="504"/>
                  </a:lnTo>
                  <a:lnTo>
                    <a:pt x="133" y="495"/>
                  </a:lnTo>
                  <a:lnTo>
                    <a:pt x="118" y="485"/>
                  </a:lnTo>
                  <a:lnTo>
                    <a:pt x="103" y="475"/>
                  </a:lnTo>
                  <a:lnTo>
                    <a:pt x="90" y="465"/>
                  </a:lnTo>
                  <a:lnTo>
                    <a:pt x="78" y="453"/>
                  </a:lnTo>
                  <a:lnTo>
                    <a:pt x="66" y="441"/>
                  </a:lnTo>
                  <a:lnTo>
                    <a:pt x="55" y="427"/>
                  </a:lnTo>
                  <a:lnTo>
                    <a:pt x="45" y="413"/>
                  </a:lnTo>
                  <a:lnTo>
                    <a:pt x="36" y="398"/>
                  </a:lnTo>
                  <a:lnTo>
                    <a:pt x="28" y="382"/>
                  </a:lnTo>
                  <a:lnTo>
                    <a:pt x="20" y="366"/>
                  </a:lnTo>
                  <a:lnTo>
                    <a:pt x="14" y="350"/>
                  </a:lnTo>
                  <a:lnTo>
                    <a:pt x="9" y="334"/>
                  </a:lnTo>
                  <a:lnTo>
                    <a:pt x="5" y="317"/>
                  </a:lnTo>
                  <a:lnTo>
                    <a:pt x="2" y="300"/>
                  </a:lnTo>
                  <a:lnTo>
                    <a:pt x="1" y="283"/>
                  </a:lnTo>
                  <a:lnTo>
                    <a:pt x="0" y="265"/>
                  </a:lnTo>
                  <a:lnTo>
                    <a:pt x="1" y="247"/>
                  </a:lnTo>
                  <a:lnTo>
                    <a:pt x="2" y="230"/>
                  </a:lnTo>
                  <a:lnTo>
                    <a:pt x="5" y="213"/>
                  </a:lnTo>
                  <a:lnTo>
                    <a:pt x="9" y="197"/>
                  </a:lnTo>
                  <a:lnTo>
                    <a:pt x="14" y="180"/>
                  </a:lnTo>
                  <a:lnTo>
                    <a:pt x="20" y="165"/>
                  </a:lnTo>
                  <a:lnTo>
                    <a:pt x="28" y="149"/>
                  </a:lnTo>
                  <a:lnTo>
                    <a:pt x="36" y="133"/>
                  </a:lnTo>
                  <a:lnTo>
                    <a:pt x="45" y="118"/>
                  </a:lnTo>
                  <a:lnTo>
                    <a:pt x="55" y="103"/>
                  </a:lnTo>
                  <a:lnTo>
                    <a:pt x="66" y="90"/>
                  </a:lnTo>
                  <a:lnTo>
                    <a:pt x="78" y="78"/>
                  </a:lnTo>
                  <a:lnTo>
                    <a:pt x="90" y="66"/>
                  </a:lnTo>
                  <a:lnTo>
                    <a:pt x="103" y="55"/>
                  </a:lnTo>
                  <a:lnTo>
                    <a:pt x="118" y="45"/>
                  </a:lnTo>
                  <a:lnTo>
                    <a:pt x="133" y="36"/>
                  </a:lnTo>
                  <a:lnTo>
                    <a:pt x="149" y="28"/>
                  </a:lnTo>
                  <a:lnTo>
                    <a:pt x="165" y="20"/>
                  </a:lnTo>
                  <a:lnTo>
                    <a:pt x="181" y="14"/>
                  </a:lnTo>
                  <a:lnTo>
                    <a:pt x="197" y="9"/>
                  </a:lnTo>
                  <a:lnTo>
                    <a:pt x="213" y="5"/>
                  </a:lnTo>
                  <a:lnTo>
                    <a:pt x="230" y="2"/>
                  </a:lnTo>
                  <a:lnTo>
                    <a:pt x="247" y="1"/>
                  </a:lnTo>
                  <a:lnTo>
                    <a:pt x="265" y="0"/>
                  </a:lnTo>
                  <a:lnTo>
                    <a:pt x="283" y="1"/>
                  </a:lnTo>
                  <a:lnTo>
                    <a:pt x="301" y="2"/>
                  </a:lnTo>
                  <a:lnTo>
                    <a:pt x="318" y="5"/>
                  </a:lnTo>
                  <a:lnTo>
                    <a:pt x="334" y="9"/>
                  </a:lnTo>
                  <a:lnTo>
                    <a:pt x="350" y="14"/>
                  </a:lnTo>
                  <a:lnTo>
                    <a:pt x="366" y="20"/>
                  </a:lnTo>
                  <a:lnTo>
                    <a:pt x="382" y="28"/>
                  </a:lnTo>
                  <a:lnTo>
                    <a:pt x="398" y="36"/>
                  </a:lnTo>
                  <a:lnTo>
                    <a:pt x="413" y="45"/>
                  </a:lnTo>
                  <a:lnTo>
                    <a:pt x="427" y="55"/>
                  </a:lnTo>
                  <a:lnTo>
                    <a:pt x="441" y="66"/>
                  </a:lnTo>
                  <a:lnTo>
                    <a:pt x="453" y="78"/>
                  </a:lnTo>
                  <a:lnTo>
                    <a:pt x="465" y="90"/>
                  </a:lnTo>
                  <a:lnTo>
                    <a:pt x="475" y="103"/>
                  </a:lnTo>
                  <a:lnTo>
                    <a:pt x="486" y="118"/>
                  </a:lnTo>
                  <a:lnTo>
                    <a:pt x="495" y="133"/>
                  </a:lnTo>
                  <a:lnTo>
                    <a:pt x="504" y="149"/>
                  </a:lnTo>
                  <a:lnTo>
                    <a:pt x="511" y="165"/>
                  </a:lnTo>
                  <a:lnTo>
                    <a:pt x="517" y="181"/>
                  </a:lnTo>
                  <a:lnTo>
                    <a:pt x="522" y="197"/>
                  </a:lnTo>
                  <a:lnTo>
                    <a:pt x="525" y="213"/>
                  </a:lnTo>
                  <a:lnTo>
                    <a:pt x="528" y="230"/>
                  </a:lnTo>
                  <a:lnTo>
                    <a:pt x="529" y="247"/>
                  </a:lnTo>
                  <a:lnTo>
                    <a:pt x="530"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19" name=""/>
            <p:cNvSpPr/>
            <p:nvPr/>
          </p:nvSpPr>
          <p:spPr>
            <a:xfrm flipH="1">
              <a:off x="2993040" y="1234440"/>
              <a:ext cx="197280" cy="12312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20" name=""/>
            <p:cNvSpPr/>
            <p:nvPr/>
          </p:nvSpPr>
          <p:spPr>
            <a:xfrm>
              <a:off x="3030120" y="1197360"/>
              <a:ext cx="123120" cy="19728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21" name=""/>
            <p:cNvSpPr/>
            <p:nvPr/>
          </p:nvSpPr>
          <p:spPr>
            <a:xfrm>
              <a:off x="9818640" y="1513080"/>
              <a:ext cx="164520" cy="177480"/>
            </a:xfrm>
            <a:custGeom>
              <a:avLst/>
              <a:gdLst>
                <a:gd name="textAreaLeft" fmla="*/ 0 w 164520"/>
                <a:gd name="textAreaRight" fmla="*/ 168120 w 164520"/>
                <a:gd name="textAreaTop" fmla="*/ 0 h 177480"/>
                <a:gd name="textAreaBottom" fmla="*/ 181080 h 177480"/>
              </a:gdLst>
              <a:ahLst/>
              <a:cxnLst/>
              <a:rect l="textAreaLeft" t="textAreaTop" r="textAreaRight" b="textAreaBottom"/>
              <a:pathLst>
                <a:path w="467" h="503">
                  <a:moveTo>
                    <a:pt x="0" y="230"/>
                  </a:moveTo>
                  <a:lnTo>
                    <a:pt x="405" y="503"/>
                  </a:lnTo>
                  <a:lnTo>
                    <a:pt x="467" y="0"/>
                  </a:lnTo>
                  <a:lnTo>
                    <a:pt x="0" y="230"/>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22" name=""/>
            <p:cNvSpPr/>
            <p:nvPr/>
          </p:nvSpPr>
          <p:spPr>
            <a:xfrm flipH="1">
              <a:off x="9641880" y="4579560"/>
              <a:ext cx="71640" cy="22104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23" name=""/>
            <p:cNvSpPr/>
            <p:nvPr/>
          </p:nvSpPr>
          <p:spPr>
            <a:xfrm>
              <a:off x="9567360" y="4654080"/>
              <a:ext cx="220680" cy="7164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24" name=""/>
            <p:cNvSpPr/>
            <p:nvPr/>
          </p:nvSpPr>
          <p:spPr>
            <a:xfrm>
              <a:off x="499320" y="383472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0"/>
                  </a:lnTo>
                  <a:lnTo>
                    <a:pt x="525" y="317"/>
                  </a:lnTo>
                  <a:lnTo>
                    <a:pt x="522" y="334"/>
                  </a:lnTo>
                  <a:lnTo>
                    <a:pt x="517" y="350"/>
                  </a:lnTo>
                  <a:lnTo>
                    <a:pt x="511" y="366"/>
                  </a:lnTo>
                  <a:lnTo>
                    <a:pt x="504" y="382"/>
                  </a:lnTo>
                  <a:lnTo>
                    <a:pt x="495" y="398"/>
                  </a:lnTo>
                  <a:lnTo>
                    <a:pt x="486" y="413"/>
                  </a:lnTo>
                  <a:lnTo>
                    <a:pt x="475" y="428"/>
                  </a:lnTo>
                  <a:lnTo>
                    <a:pt x="465" y="441"/>
                  </a:lnTo>
                  <a:lnTo>
                    <a:pt x="453" y="453"/>
                  </a:lnTo>
                  <a:lnTo>
                    <a:pt x="441" y="465"/>
                  </a:lnTo>
                  <a:lnTo>
                    <a:pt x="427" y="475"/>
                  </a:lnTo>
                  <a:lnTo>
                    <a:pt x="413" y="486"/>
                  </a:lnTo>
                  <a:lnTo>
                    <a:pt x="398" y="495"/>
                  </a:lnTo>
                  <a:lnTo>
                    <a:pt x="382" y="504"/>
                  </a:lnTo>
                  <a:lnTo>
                    <a:pt x="366" y="511"/>
                  </a:lnTo>
                  <a:lnTo>
                    <a:pt x="350" y="517"/>
                  </a:lnTo>
                  <a:lnTo>
                    <a:pt x="334" y="522"/>
                  </a:lnTo>
                  <a:lnTo>
                    <a:pt x="317" y="525"/>
                  </a:lnTo>
                  <a:lnTo>
                    <a:pt x="300" y="528"/>
                  </a:lnTo>
                  <a:lnTo>
                    <a:pt x="283" y="529"/>
                  </a:lnTo>
                  <a:lnTo>
                    <a:pt x="265" y="530"/>
                  </a:lnTo>
                  <a:lnTo>
                    <a:pt x="247" y="529"/>
                  </a:lnTo>
                  <a:lnTo>
                    <a:pt x="230" y="528"/>
                  </a:lnTo>
                  <a:lnTo>
                    <a:pt x="213" y="525"/>
                  </a:lnTo>
                  <a:lnTo>
                    <a:pt x="197" y="522"/>
                  </a:lnTo>
                  <a:lnTo>
                    <a:pt x="180" y="517"/>
                  </a:lnTo>
                  <a:lnTo>
                    <a:pt x="165" y="511"/>
                  </a:lnTo>
                  <a:lnTo>
                    <a:pt x="149" y="504"/>
                  </a:lnTo>
                  <a:lnTo>
                    <a:pt x="133" y="495"/>
                  </a:lnTo>
                  <a:lnTo>
                    <a:pt x="118" y="486"/>
                  </a:lnTo>
                  <a:lnTo>
                    <a:pt x="103" y="475"/>
                  </a:lnTo>
                  <a:lnTo>
                    <a:pt x="90" y="465"/>
                  </a:lnTo>
                  <a:lnTo>
                    <a:pt x="78" y="453"/>
                  </a:lnTo>
                  <a:lnTo>
                    <a:pt x="66" y="441"/>
                  </a:lnTo>
                  <a:lnTo>
                    <a:pt x="55" y="428"/>
                  </a:lnTo>
                  <a:lnTo>
                    <a:pt x="45" y="413"/>
                  </a:lnTo>
                  <a:lnTo>
                    <a:pt x="36" y="398"/>
                  </a:lnTo>
                  <a:lnTo>
                    <a:pt x="28" y="382"/>
                  </a:lnTo>
                  <a:lnTo>
                    <a:pt x="20" y="366"/>
                  </a:lnTo>
                  <a:lnTo>
                    <a:pt x="14" y="350"/>
                  </a:lnTo>
                  <a:lnTo>
                    <a:pt x="9" y="334"/>
                  </a:lnTo>
                  <a:lnTo>
                    <a:pt x="5" y="317"/>
                  </a:lnTo>
                  <a:lnTo>
                    <a:pt x="2" y="300"/>
                  </a:lnTo>
                  <a:lnTo>
                    <a:pt x="1" y="283"/>
                  </a:lnTo>
                  <a:lnTo>
                    <a:pt x="0" y="265"/>
                  </a:lnTo>
                  <a:lnTo>
                    <a:pt x="1" y="247"/>
                  </a:lnTo>
                  <a:lnTo>
                    <a:pt x="2" y="230"/>
                  </a:lnTo>
                  <a:lnTo>
                    <a:pt x="5" y="213"/>
                  </a:lnTo>
                  <a:lnTo>
                    <a:pt x="9" y="196"/>
                  </a:lnTo>
                  <a:lnTo>
                    <a:pt x="14" y="180"/>
                  </a:lnTo>
                  <a:lnTo>
                    <a:pt x="20" y="164"/>
                  </a:lnTo>
                  <a:lnTo>
                    <a:pt x="28" y="149"/>
                  </a:lnTo>
                  <a:lnTo>
                    <a:pt x="36" y="133"/>
                  </a:lnTo>
                  <a:lnTo>
                    <a:pt x="45" y="118"/>
                  </a:lnTo>
                  <a:lnTo>
                    <a:pt x="55" y="104"/>
                  </a:lnTo>
                  <a:lnTo>
                    <a:pt x="66" y="90"/>
                  </a:lnTo>
                  <a:lnTo>
                    <a:pt x="78" y="78"/>
                  </a:lnTo>
                  <a:lnTo>
                    <a:pt x="90" y="66"/>
                  </a:lnTo>
                  <a:lnTo>
                    <a:pt x="103" y="56"/>
                  </a:lnTo>
                  <a:lnTo>
                    <a:pt x="118" y="45"/>
                  </a:lnTo>
                  <a:lnTo>
                    <a:pt x="133" y="36"/>
                  </a:lnTo>
                  <a:lnTo>
                    <a:pt x="149" y="27"/>
                  </a:lnTo>
                  <a:lnTo>
                    <a:pt x="165" y="20"/>
                  </a:lnTo>
                  <a:lnTo>
                    <a:pt x="181" y="14"/>
                  </a:lnTo>
                  <a:lnTo>
                    <a:pt x="197" y="9"/>
                  </a:lnTo>
                  <a:lnTo>
                    <a:pt x="213" y="5"/>
                  </a:lnTo>
                  <a:lnTo>
                    <a:pt x="230" y="2"/>
                  </a:lnTo>
                  <a:lnTo>
                    <a:pt x="247" y="1"/>
                  </a:lnTo>
                  <a:lnTo>
                    <a:pt x="265" y="0"/>
                  </a:lnTo>
                  <a:lnTo>
                    <a:pt x="283" y="1"/>
                  </a:lnTo>
                  <a:lnTo>
                    <a:pt x="301" y="2"/>
                  </a:lnTo>
                  <a:lnTo>
                    <a:pt x="318" y="5"/>
                  </a:lnTo>
                  <a:lnTo>
                    <a:pt x="334" y="9"/>
                  </a:lnTo>
                  <a:lnTo>
                    <a:pt x="350" y="14"/>
                  </a:lnTo>
                  <a:lnTo>
                    <a:pt x="366" y="20"/>
                  </a:lnTo>
                  <a:lnTo>
                    <a:pt x="382" y="27"/>
                  </a:lnTo>
                  <a:lnTo>
                    <a:pt x="398" y="36"/>
                  </a:lnTo>
                  <a:lnTo>
                    <a:pt x="413" y="45"/>
                  </a:lnTo>
                  <a:lnTo>
                    <a:pt x="427" y="56"/>
                  </a:lnTo>
                  <a:lnTo>
                    <a:pt x="441" y="66"/>
                  </a:lnTo>
                  <a:lnTo>
                    <a:pt x="453" y="78"/>
                  </a:lnTo>
                  <a:lnTo>
                    <a:pt x="465" y="90"/>
                  </a:lnTo>
                  <a:lnTo>
                    <a:pt x="475" y="104"/>
                  </a:lnTo>
                  <a:lnTo>
                    <a:pt x="486" y="118"/>
                  </a:lnTo>
                  <a:lnTo>
                    <a:pt x="495" y="133"/>
                  </a:lnTo>
                  <a:lnTo>
                    <a:pt x="504" y="149"/>
                  </a:lnTo>
                  <a:lnTo>
                    <a:pt x="511" y="164"/>
                  </a:lnTo>
                  <a:lnTo>
                    <a:pt x="517" y="180"/>
                  </a:lnTo>
                  <a:lnTo>
                    <a:pt x="522" y="196"/>
                  </a:lnTo>
                  <a:lnTo>
                    <a:pt x="525" y="213"/>
                  </a:lnTo>
                  <a:lnTo>
                    <a:pt x="528" y="230"/>
                  </a:lnTo>
                  <a:lnTo>
                    <a:pt x="529" y="247"/>
                  </a:lnTo>
                  <a:lnTo>
                    <a:pt x="530"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25" name=""/>
            <p:cNvSpPr/>
            <p:nvPr/>
          </p:nvSpPr>
          <p:spPr>
            <a:xfrm>
              <a:off x="6383160" y="350928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0"/>
                  </a:lnTo>
                  <a:lnTo>
                    <a:pt x="525" y="317"/>
                  </a:lnTo>
                  <a:lnTo>
                    <a:pt x="521" y="334"/>
                  </a:lnTo>
                  <a:lnTo>
                    <a:pt x="516" y="350"/>
                  </a:lnTo>
                  <a:lnTo>
                    <a:pt x="510" y="366"/>
                  </a:lnTo>
                  <a:lnTo>
                    <a:pt x="503" y="382"/>
                  </a:lnTo>
                  <a:lnTo>
                    <a:pt x="494" y="398"/>
                  </a:lnTo>
                  <a:lnTo>
                    <a:pt x="485" y="413"/>
                  </a:lnTo>
                  <a:lnTo>
                    <a:pt x="474" y="428"/>
                  </a:lnTo>
                  <a:lnTo>
                    <a:pt x="464" y="441"/>
                  </a:lnTo>
                  <a:lnTo>
                    <a:pt x="452" y="453"/>
                  </a:lnTo>
                  <a:lnTo>
                    <a:pt x="440" y="465"/>
                  </a:lnTo>
                  <a:lnTo>
                    <a:pt x="426" y="475"/>
                  </a:lnTo>
                  <a:lnTo>
                    <a:pt x="412" y="486"/>
                  </a:lnTo>
                  <a:lnTo>
                    <a:pt x="397" y="495"/>
                  </a:lnTo>
                  <a:lnTo>
                    <a:pt x="381" y="504"/>
                  </a:lnTo>
                  <a:lnTo>
                    <a:pt x="366" y="511"/>
                  </a:lnTo>
                  <a:lnTo>
                    <a:pt x="350" y="517"/>
                  </a:lnTo>
                  <a:lnTo>
                    <a:pt x="334" y="522"/>
                  </a:lnTo>
                  <a:lnTo>
                    <a:pt x="317" y="525"/>
                  </a:lnTo>
                  <a:lnTo>
                    <a:pt x="300" y="528"/>
                  </a:lnTo>
                  <a:lnTo>
                    <a:pt x="283" y="529"/>
                  </a:lnTo>
                  <a:lnTo>
                    <a:pt x="265" y="530"/>
                  </a:lnTo>
                  <a:lnTo>
                    <a:pt x="247" y="529"/>
                  </a:lnTo>
                  <a:lnTo>
                    <a:pt x="230" y="528"/>
                  </a:lnTo>
                  <a:lnTo>
                    <a:pt x="213" y="525"/>
                  </a:lnTo>
                  <a:lnTo>
                    <a:pt x="196" y="522"/>
                  </a:lnTo>
                  <a:lnTo>
                    <a:pt x="180" y="517"/>
                  </a:lnTo>
                  <a:lnTo>
                    <a:pt x="164" y="511"/>
                  </a:lnTo>
                  <a:lnTo>
                    <a:pt x="148" y="504"/>
                  </a:lnTo>
                  <a:lnTo>
                    <a:pt x="132" y="495"/>
                  </a:lnTo>
                  <a:lnTo>
                    <a:pt x="117" y="486"/>
                  </a:lnTo>
                  <a:lnTo>
                    <a:pt x="102" y="475"/>
                  </a:lnTo>
                  <a:lnTo>
                    <a:pt x="89" y="465"/>
                  </a:lnTo>
                  <a:lnTo>
                    <a:pt x="77" y="453"/>
                  </a:lnTo>
                  <a:lnTo>
                    <a:pt x="65" y="441"/>
                  </a:lnTo>
                  <a:lnTo>
                    <a:pt x="55" y="428"/>
                  </a:lnTo>
                  <a:lnTo>
                    <a:pt x="44" y="413"/>
                  </a:lnTo>
                  <a:lnTo>
                    <a:pt x="35" y="398"/>
                  </a:lnTo>
                  <a:lnTo>
                    <a:pt x="26" y="382"/>
                  </a:lnTo>
                  <a:lnTo>
                    <a:pt x="19" y="366"/>
                  </a:lnTo>
                  <a:lnTo>
                    <a:pt x="13" y="350"/>
                  </a:lnTo>
                  <a:lnTo>
                    <a:pt x="8" y="334"/>
                  </a:lnTo>
                  <a:lnTo>
                    <a:pt x="5" y="317"/>
                  </a:lnTo>
                  <a:lnTo>
                    <a:pt x="2" y="300"/>
                  </a:lnTo>
                  <a:lnTo>
                    <a:pt x="0" y="283"/>
                  </a:lnTo>
                  <a:lnTo>
                    <a:pt x="0" y="265"/>
                  </a:lnTo>
                  <a:lnTo>
                    <a:pt x="0" y="247"/>
                  </a:lnTo>
                  <a:lnTo>
                    <a:pt x="2" y="230"/>
                  </a:lnTo>
                  <a:lnTo>
                    <a:pt x="5" y="213"/>
                  </a:lnTo>
                  <a:lnTo>
                    <a:pt x="8" y="196"/>
                  </a:lnTo>
                  <a:lnTo>
                    <a:pt x="13" y="180"/>
                  </a:lnTo>
                  <a:lnTo>
                    <a:pt x="19" y="164"/>
                  </a:lnTo>
                  <a:lnTo>
                    <a:pt x="26" y="149"/>
                  </a:lnTo>
                  <a:lnTo>
                    <a:pt x="35" y="133"/>
                  </a:lnTo>
                  <a:lnTo>
                    <a:pt x="44" y="118"/>
                  </a:lnTo>
                  <a:lnTo>
                    <a:pt x="55" y="104"/>
                  </a:lnTo>
                  <a:lnTo>
                    <a:pt x="65" y="90"/>
                  </a:lnTo>
                  <a:lnTo>
                    <a:pt x="77" y="78"/>
                  </a:lnTo>
                  <a:lnTo>
                    <a:pt x="89" y="66"/>
                  </a:lnTo>
                  <a:lnTo>
                    <a:pt x="102" y="56"/>
                  </a:lnTo>
                  <a:lnTo>
                    <a:pt x="117" y="45"/>
                  </a:lnTo>
                  <a:lnTo>
                    <a:pt x="132" y="36"/>
                  </a:lnTo>
                  <a:lnTo>
                    <a:pt x="148" y="27"/>
                  </a:lnTo>
                  <a:lnTo>
                    <a:pt x="164" y="20"/>
                  </a:lnTo>
                  <a:lnTo>
                    <a:pt x="180" y="14"/>
                  </a:lnTo>
                  <a:lnTo>
                    <a:pt x="196" y="9"/>
                  </a:lnTo>
                  <a:lnTo>
                    <a:pt x="213" y="5"/>
                  </a:lnTo>
                  <a:lnTo>
                    <a:pt x="230" y="2"/>
                  </a:lnTo>
                  <a:lnTo>
                    <a:pt x="247" y="1"/>
                  </a:lnTo>
                  <a:lnTo>
                    <a:pt x="265" y="0"/>
                  </a:lnTo>
                  <a:lnTo>
                    <a:pt x="283" y="1"/>
                  </a:lnTo>
                  <a:lnTo>
                    <a:pt x="300" y="2"/>
                  </a:lnTo>
                  <a:lnTo>
                    <a:pt x="317" y="5"/>
                  </a:lnTo>
                  <a:lnTo>
                    <a:pt x="334" y="9"/>
                  </a:lnTo>
                  <a:lnTo>
                    <a:pt x="350" y="14"/>
                  </a:lnTo>
                  <a:lnTo>
                    <a:pt x="366" y="20"/>
                  </a:lnTo>
                  <a:lnTo>
                    <a:pt x="381" y="27"/>
                  </a:lnTo>
                  <a:lnTo>
                    <a:pt x="397" y="36"/>
                  </a:lnTo>
                  <a:lnTo>
                    <a:pt x="412" y="45"/>
                  </a:lnTo>
                  <a:lnTo>
                    <a:pt x="426" y="56"/>
                  </a:lnTo>
                  <a:lnTo>
                    <a:pt x="440" y="66"/>
                  </a:lnTo>
                  <a:lnTo>
                    <a:pt x="452" y="78"/>
                  </a:lnTo>
                  <a:lnTo>
                    <a:pt x="464" y="90"/>
                  </a:lnTo>
                  <a:lnTo>
                    <a:pt x="474" y="104"/>
                  </a:lnTo>
                  <a:lnTo>
                    <a:pt x="485" y="118"/>
                  </a:lnTo>
                  <a:lnTo>
                    <a:pt x="494" y="133"/>
                  </a:lnTo>
                  <a:lnTo>
                    <a:pt x="503" y="149"/>
                  </a:lnTo>
                  <a:lnTo>
                    <a:pt x="510" y="164"/>
                  </a:lnTo>
                  <a:lnTo>
                    <a:pt x="516" y="180"/>
                  </a:lnTo>
                  <a:lnTo>
                    <a:pt x="521" y="196"/>
                  </a:lnTo>
                  <a:lnTo>
                    <a:pt x="525" y="213"/>
                  </a:lnTo>
                  <a:lnTo>
                    <a:pt x="528" y="230"/>
                  </a:lnTo>
                  <a:lnTo>
                    <a:pt x="529" y="247"/>
                  </a:lnTo>
                  <a:lnTo>
                    <a:pt x="530"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grpSp>
        <p:nvGrpSpPr>
          <p:cNvPr id="126" name=""/>
          <p:cNvGrpSpPr/>
          <p:nvPr/>
        </p:nvGrpSpPr>
        <p:grpSpPr>
          <a:xfrm>
            <a:off x="4059360" y="3556440"/>
            <a:ext cx="1960560" cy="2041200"/>
            <a:chOff x="4059360" y="3556440"/>
            <a:chExt cx="1960560" cy="2041200"/>
          </a:xfrm>
        </p:grpSpPr>
        <p:sp>
          <p:nvSpPr>
            <p:cNvPr id="127" name=""/>
            <p:cNvSpPr/>
            <p:nvPr/>
          </p:nvSpPr>
          <p:spPr>
            <a:xfrm>
              <a:off x="4496040" y="4037760"/>
              <a:ext cx="1083960" cy="1306080"/>
            </a:xfrm>
            <a:custGeom>
              <a:avLst/>
              <a:gdLst>
                <a:gd name="textAreaLeft" fmla="*/ 0 w 1083960"/>
                <a:gd name="textAreaRight" fmla="*/ 1087560 w 1083960"/>
                <a:gd name="textAreaTop" fmla="*/ 0 h 1306080"/>
                <a:gd name="textAreaBottom" fmla="*/ 1309680 h 1306080"/>
              </a:gdLst>
              <a:ahLst/>
              <a:cxnLst/>
              <a:rect l="textAreaLeft" t="textAreaTop" r="textAreaRight" b="textAreaBottom"/>
              <a:pathLst>
                <a:path w="3021" h="3638">
                  <a:moveTo>
                    <a:pt x="1511" y="0"/>
                  </a:moveTo>
                  <a:lnTo>
                    <a:pt x="1511" y="0"/>
                  </a:lnTo>
                  <a:lnTo>
                    <a:pt x="1510" y="0"/>
                  </a:lnTo>
                  <a:lnTo>
                    <a:pt x="1408" y="3"/>
                  </a:lnTo>
                  <a:lnTo>
                    <a:pt x="1309" y="12"/>
                  </a:lnTo>
                  <a:lnTo>
                    <a:pt x="1212" y="27"/>
                  </a:lnTo>
                  <a:lnTo>
                    <a:pt x="1119" y="49"/>
                  </a:lnTo>
                  <a:lnTo>
                    <a:pt x="1026" y="77"/>
                  </a:lnTo>
                  <a:lnTo>
                    <a:pt x="936" y="112"/>
                  </a:lnTo>
                  <a:lnTo>
                    <a:pt x="845" y="153"/>
                  </a:lnTo>
                  <a:lnTo>
                    <a:pt x="755" y="202"/>
                  </a:lnTo>
                  <a:lnTo>
                    <a:pt x="668" y="256"/>
                  </a:lnTo>
                  <a:lnTo>
                    <a:pt x="586" y="313"/>
                  </a:lnTo>
                  <a:lnTo>
                    <a:pt x="511" y="374"/>
                  </a:lnTo>
                  <a:lnTo>
                    <a:pt x="440" y="440"/>
                  </a:lnTo>
                  <a:lnTo>
                    <a:pt x="374" y="511"/>
                  </a:lnTo>
                  <a:lnTo>
                    <a:pt x="313" y="586"/>
                  </a:lnTo>
                  <a:lnTo>
                    <a:pt x="256" y="668"/>
                  </a:lnTo>
                  <a:lnTo>
                    <a:pt x="202" y="755"/>
                  </a:lnTo>
                  <a:lnTo>
                    <a:pt x="153" y="845"/>
                  </a:lnTo>
                  <a:lnTo>
                    <a:pt x="112" y="936"/>
                  </a:lnTo>
                  <a:lnTo>
                    <a:pt x="77" y="1027"/>
                  </a:lnTo>
                  <a:lnTo>
                    <a:pt x="49" y="1119"/>
                  </a:lnTo>
                  <a:lnTo>
                    <a:pt x="27" y="1213"/>
                  </a:lnTo>
                  <a:lnTo>
                    <a:pt x="12" y="1309"/>
                  </a:lnTo>
                  <a:lnTo>
                    <a:pt x="3" y="1408"/>
                  </a:lnTo>
                  <a:lnTo>
                    <a:pt x="0" y="1511"/>
                  </a:lnTo>
                  <a:lnTo>
                    <a:pt x="0" y="1511"/>
                  </a:lnTo>
                  <a:lnTo>
                    <a:pt x="0" y="1511"/>
                  </a:lnTo>
                  <a:lnTo>
                    <a:pt x="3" y="1613"/>
                  </a:lnTo>
                  <a:lnTo>
                    <a:pt x="12" y="1712"/>
                  </a:lnTo>
                  <a:lnTo>
                    <a:pt x="27" y="1808"/>
                  </a:lnTo>
                  <a:lnTo>
                    <a:pt x="49" y="1901"/>
                  </a:lnTo>
                  <a:lnTo>
                    <a:pt x="77" y="1993"/>
                  </a:lnTo>
                  <a:lnTo>
                    <a:pt x="112" y="2084"/>
                  </a:lnTo>
                  <a:lnTo>
                    <a:pt x="153" y="2174"/>
                  </a:lnTo>
                  <a:lnTo>
                    <a:pt x="202" y="2264"/>
                  </a:lnTo>
                  <a:lnTo>
                    <a:pt x="256" y="2351"/>
                  </a:lnTo>
                  <a:lnTo>
                    <a:pt x="313" y="2432"/>
                  </a:lnTo>
                  <a:lnTo>
                    <a:pt x="375" y="2508"/>
                  </a:lnTo>
                  <a:lnTo>
                    <a:pt x="440" y="2578"/>
                  </a:lnTo>
                  <a:lnTo>
                    <a:pt x="511" y="2644"/>
                  </a:lnTo>
                  <a:lnTo>
                    <a:pt x="587" y="2706"/>
                  </a:lnTo>
                  <a:lnTo>
                    <a:pt x="668" y="2763"/>
                  </a:lnTo>
                  <a:lnTo>
                    <a:pt x="755" y="2817"/>
                  </a:lnTo>
                  <a:lnTo>
                    <a:pt x="818" y="2852"/>
                  </a:lnTo>
                  <a:lnTo>
                    <a:pt x="881" y="2882"/>
                  </a:lnTo>
                  <a:lnTo>
                    <a:pt x="944" y="2909"/>
                  </a:lnTo>
                  <a:lnTo>
                    <a:pt x="1012" y="2935"/>
                  </a:lnTo>
                  <a:lnTo>
                    <a:pt x="1012" y="2937"/>
                  </a:lnTo>
                  <a:lnTo>
                    <a:pt x="1012" y="3461"/>
                  </a:lnTo>
                  <a:lnTo>
                    <a:pt x="1013" y="3479"/>
                  </a:lnTo>
                  <a:lnTo>
                    <a:pt x="1016" y="3497"/>
                  </a:lnTo>
                  <a:lnTo>
                    <a:pt x="1020" y="3514"/>
                  </a:lnTo>
                  <a:lnTo>
                    <a:pt x="1026" y="3530"/>
                  </a:lnTo>
                  <a:lnTo>
                    <a:pt x="1033" y="3545"/>
                  </a:lnTo>
                  <a:lnTo>
                    <a:pt x="1042" y="3560"/>
                  </a:lnTo>
                  <a:lnTo>
                    <a:pt x="1052" y="3573"/>
                  </a:lnTo>
                  <a:lnTo>
                    <a:pt x="1064" y="3586"/>
                  </a:lnTo>
                  <a:lnTo>
                    <a:pt x="1076" y="3597"/>
                  </a:lnTo>
                  <a:lnTo>
                    <a:pt x="1090" y="3608"/>
                  </a:lnTo>
                  <a:lnTo>
                    <a:pt x="1104" y="3616"/>
                  </a:lnTo>
                  <a:lnTo>
                    <a:pt x="1120" y="3624"/>
                  </a:lnTo>
                  <a:lnTo>
                    <a:pt x="1136" y="3630"/>
                  </a:lnTo>
                  <a:lnTo>
                    <a:pt x="1153" y="3634"/>
                  </a:lnTo>
                  <a:lnTo>
                    <a:pt x="1171" y="3637"/>
                  </a:lnTo>
                  <a:lnTo>
                    <a:pt x="1189" y="3638"/>
                  </a:lnTo>
                  <a:lnTo>
                    <a:pt x="1832" y="3638"/>
                  </a:lnTo>
                  <a:lnTo>
                    <a:pt x="1850" y="3637"/>
                  </a:lnTo>
                  <a:lnTo>
                    <a:pt x="1868" y="3634"/>
                  </a:lnTo>
                  <a:lnTo>
                    <a:pt x="1885" y="3630"/>
                  </a:lnTo>
                  <a:lnTo>
                    <a:pt x="1901" y="3624"/>
                  </a:lnTo>
                  <a:lnTo>
                    <a:pt x="1916" y="3616"/>
                  </a:lnTo>
                  <a:lnTo>
                    <a:pt x="1931" y="3608"/>
                  </a:lnTo>
                  <a:lnTo>
                    <a:pt x="1945" y="3597"/>
                  </a:lnTo>
                  <a:lnTo>
                    <a:pt x="1957" y="3586"/>
                  </a:lnTo>
                  <a:lnTo>
                    <a:pt x="1969" y="3573"/>
                  </a:lnTo>
                  <a:lnTo>
                    <a:pt x="1979" y="3560"/>
                  </a:lnTo>
                  <a:lnTo>
                    <a:pt x="1988" y="3545"/>
                  </a:lnTo>
                  <a:lnTo>
                    <a:pt x="1995" y="3530"/>
                  </a:lnTo>
                  <a:lnTo>
                    <a:pt x="2001" y="3514"/>
                  </a:lnTo>
                  <a:lnTo>
                    <a:pt x="2005" y="3497"/>
                  </a:lnTo>
                  <a:lnTo>
                    <a:pt x="2008" y="3479"/>
                  </a:lnTo>
                  <a:lnTo>
                    <a:pt x="2009" y="3461"/>
                  </a:lnTo>
                  <a:lnTo>
                    <a:pt x="2009" y="2937"/>
                  </a:lnTo>
                  <a:lnTo>
                    <a:pt x="2009" y="2935"/>
                  </a:lnTo>
                  <a:lnTo>
                    <a:pt x="2009" y="2935"/>
                  </a:lnTo>
                  <a:lnTo>
                    <a:pt x="2077" y="2910"/>
                  </a:lnTo>
                  <a:lnTo>
                    <a:pt x="2141" y="2883"/>
                  </a:lnTo>
                  <a:lnTo>
                    <a:pt x="2203" y="2852"/>
                  </a:lnTo>
                  <a:lnTo>
                    <a:pt x="2266" y="2818"/>
                  </a:lnTo>
                  <a:lnTo>
                    <a:pt x="2353" y="2764"/>
                  </a:lnTo>
                  <a:lnTo>
                    <a:pt x="2435" y="2706"/>
                  </a:lnTo>
                  <a:lnTo>
                    <a:pt x="2510" y="2645"/>
                  </a:lnTo>
                  <a:lnTo>
                    <a:pt x="2581" y="2579"/>
                  </a:lnTo>
                  <a:lnTo>
                    <a:pt x="2646" y="2508"/>
                  </a:lnTo>
                  <a:lnTo>
                    <a:pt x="2708" y="2432"/>
                  </a:lnTo>
                  <a:lnTo>
                    <a:pt x="2765" y="2351"/>
                  </a:lnTo>
                  <a:lnTo>
                    <a:pt x="2819" y="2264"/>
                  </a:lnTo>
                  <a:lnTo>
                    <a:pt x="2867" y="2174"/>
                  </a:lnTo>
                  <a:lnTo>
                    <a:pt x="2909" y="2084"/>
                  </a:lnTo>
                  <a:lnTo>
                    <a:pt x="2944" y="1993"/>
                  </a:lnTo>
                  <a:lnTo>
                    <a:pt x="2972" y="1901"/>
                  </a:lnTo>
                  <a:lnTo>
                    <a:pt x="2994" y="1808"/>
                  </a:lnTo>
                  <a:lnTo>
                    <a:pt x="3009" y="1712"/>
                  </a:lnTo>
                  <a:lnTo>
                    <a:pt x="3018" y="1613"/>
                  </a:lnTo>
                  <a:lnTo>
                    <a:pt x="3021" y="1511"/>
                  </a:lnTo>
                  <a:lnTo>
                    <a:pt x="3021" y="1511"/>
                  </a:lnTo>
                  <a:lnTo>
                    <a:pt x="3021" y="1511"/>
                  </a:lnTo>
                  <a:lnTo>
                    <a:pt x="3018" y="1408"/>
                  </a:lnTo>
                  <a:lnTo>
                    <a:pt x="3009" y="1309"/>
                  </a:lnTo>
                  <a:lnTo>
                    <a:pt x="2994" y="1213"/>
                  </a:lnTo>
                  <a:lnTo>
                    <a:pt x="2972" y="1119"/>
                  </a:lnTo>
                  <a:lnTo>
                    <a:pt x="2944" y="1027"/>
                  </a:lnTo>
                  <a:lnTo>
                    <a:pt x="2909" y="936"/>
                  </a:lnTo>
                  <a:lnTo>
                    <a:pt x="2867" y="845"/>
                  </a:lnTo>
                  <a:lnTo>
                    <a:pt x="2819" y="755"/>
                  </a:lnTo>
                  <a:lnTo>
                    <a:pt x="2765" y="668"/>
                  </a:lnTo>
                  <a:lnTo>
                    <a:pt x="2708" y="586"/>
                  </a:lnTo>
                  <a:lnTo>
                    <a:pt x="2646" y="511"/>
                  </a:lnTo>
                  <a:lnTo>
                    <a:pt x="2581" y="440"/>
                  </a:lnTo>
                  <a:lnTo>
                    <a:pt x="2510" y="374"/>
                  </a:lnTo>
                  <a:lnTo>
                    <a:pt x="2434" y="313"/>
                  </a:lnTo>
                  <a:lnTo>
                    <a:pt x="2353" y="256"/>
                  </a:lnTo>
                  <a:lnTo>
                    <a:pt x="2266" y="202"/>
                  </a:lnTo>
                  <a:lnTo>
                    <a:pt x="2176" y="153"/>
                  </a:lnTo>
                  <a:lnTo>
                    <a:pt x="2085" y="112"/>
                  </a:lnTo>
                  <a:lnTo>
                    <a:pt x="1994" y="77"/>
                  </a:lnTo>
                  <a:lnTo>
                    <a:pt x="1902" y="49"/>
                  </a:lnTo>
                  <a:lnTo>
                    <a:pt x="1808" y="27"/>
                  </a:lnTo>
                  <a:lnTo>
                    <a:pt x="1712" y="12"/>
                  </a:lnTo>
                  <a:lnTo>
                    <a:pt x="1613" y="3"/>
                  </a:lnTo>
                  <a:lnTo>
                    <a:pt x="1510" y="0"/>
                  </a:lnTo>
                  <a:lnTo>
                    <a:pt x="1510" y="0"/>
                  </a:lnTo>
                  <a:lnTo>
                    <a:pt x="1511" y="0"/>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28" name=""/>
            <p:cNvSpPr/>
            <p:nvPr/>
          </p:nvSpPr>
          <p:spPr>
            <a:xfrm>
              <a:off x="4784400" y="5347440"/>
              <a:ext cx="507240" cy="124200"/>
            </a:xfrm>
            <a:custGeom>
              <a:avLst/>
              <a:gdLst>
                <a:gd name="textAreaLeft" fmla="*/ 0 w 507240"/>
                <a:gd name="textAreaRight" fmla="*/ 510840 w 507240"/>
                <a:gd name="textAreaTop" fmla="*/ 0 h 124200"/>
                <a:gd name="textAreaBottom" fmla="*/ 127800 h 124200"/>
              </a:gdLst>
              <a:ahLst/>
              <a:cxnLst/>
              <a:rect l="textAreaLeft" t="textAreaTop" r="textAreaRight" b="textAreaBottom"/>
              <a:pathLst>
                <a:path w="1419" h="355">
                  <a:moveTo>
                    <a:pt x="709" y="355"/>
                  </a:moveTo>
                  <a:lnTo>
                    <a:pt x="1241" y="355"/>
                  </a:lnTo>
                  <a:lnTo>
                    <a:pt x="1259" y="354"/>
                  </a:lnTo>
                  <a:lnTo>
                    <a:pt x="1277" y="351"/>
                  </a:lnTo>
                  <a:lnTo>
                    <a:pt x="1294" y="347"/>
                  </a:lnTo>
                  <a:lnTo>
                    <a:pt x="1310" y="341"/>
                  </a:lnTo>
                  <a:lnTo>
                    <a:pt x="1326" y="334"/>
                  </a:lnTo>
                  <a:lnTo>
                    <a:pt x="1340" y="325"/>
                  </a:lnTo>
                  <a:lnTo>
                    <a:pt x="1354" y="315"/>
                  </a:lnTo>
                  <a:lnTo>
                    <a:pt x="1367" y="303"/>
                  </a:lnTo>
                  <a:lnTo>
                    <a:pt x="1378" y="291"/>
                  </a:lnTo>
                  <a:lnTo>
                    <a:pt x="1388" y="277"/>
                  </a:lnTo>
                  <a:lnTo>
                    <a:pt x="1397" y="262"/>
                  </a:lnTo>
                  <a:lnTo>
                    <a:pt x="1405" y="247"/>
                  </a:lnTo>
                  <a:lnTo>
                    <a:pt x="1411" y="231"/>
                  </a:lnTo>
                  <a:lnTo>
                    <a:pt x="1415" y="214"/>
                  </a:lnTo>
                  <a:lnTo>
                    <a:pt x="1418" y="196"/>
                  </a:lnTo>
                  <a:lnTo>
                    <a:pt x="1419" y="178"/>
                  </a:lnTo>
                  <a:lnTo>
                    <a:pt x="1418" y="160"/>
                  </a:lnTo>
                  <a:lnTo>
                    <a:pt x="1415" y="142"/>
                  </a:lnTo>
                  <a:lnTo>
                    <a:pt x="1411" y="125"/>
                  </a:lnTo>
                  <a:lnTo>
                    <a:pt x="1405" y="109"/>
                  </a:lnTo>
                  <a:lnTo>
                    <a:pt x="1397" y="93"/>
                  </a:lnTo>
                  <a:lnTo>
                    <a:pt x="1388" y="79"/>
                  </a:lnTo>
                  <a:lnTo>
                    <a:pt x="1378" y="65"/>
                  </a:lnTo>
                  <a:lnTo>
                    <a:pt x="1367" y="52"/>
                  </a:lnTo>
                  <a:lnTo>
                    <a:pt x="1354" y="41"/>
                  </a:lnTo>
                  <a:lnTo>
                    <a:pt x="1340" y="30"/>
                  </a:lnTo>
                  <a:lnTo>
                    <a:pt x="1326" y="22"/>
                  </a:lnTo>
                  <a:lnTo>
                    <a:pt x="1310" y="14"/>
                  </a:lnTo>
                  <a:lnTo>
                    <a:pt x="1294" y="8"/>
                  </a:lnTo>
                  <a:lnTo>
                    <a:pt x="1277" y="4"/>
                  </a:lnTo>
                  <a:lnTo>
                    <a:pt x="1259" y="1"/>
                  </a:lnTo>
                  <a:lnTo>
                    <a:pt x="1241" y="0"/>
                  </a:lnTo>
                  <a:lnTo>
                    <a:pt x="178" y="0"/>
                  </a:lnTo>
                  <a:lnTo>
                    <a:pt x="160" y="1"/>
                  </a:lnTo>
                  <a:lnTo>
                    <a:pt x="142" y="4"/>
                  </a:lnTo>
                  <a:lnTo>
                    <a:pt x="125" y="8"/>
                  </a:lnTo>
                  <a:lnTo>
                    <a:pt x="109" y="14"/>
                  </a:lnTo>
                  <a:lnTo>
                    <a:pt x="93" y="22"/>
                  </a:lnTo>
                  <a:lnTo>
                    <a:pt x="79" y="30"/>
                  </a:lnTo>
                  <a:lnTo>
                    <a:pt x="65" y="41"/>
                  </a:lnTo>
                  <a:lnTo>
                    <a:pt x="52" y="52"/>
                  </a:lnTo>
                  <a:lnTo>
                    <a:pt x="41" y="65"/>
                  </a:lnTo>
                  <a:lnTo>
                    <a:pt x="30" y="79"/>
                  </a:lnTo>
                  <a:lnTo>
                    <a:pt x="22" y="93"/>
                  </a:lnTo>
                  <a:lnTo>
                    <a:pt x="14" y="109"/>
                  </a:lnTo>
                  <a:lnTo>
                    <a:pt x="8" y="125"/>
                  </a:lnTo>
                  <a:lnTo>
                    <a:pt x="4" y="142"/>
                  </a:lnTo>
                  <a:lnTo>
                    <a:pt x="1" y="160"/>
                  </a:lnTo>
                  <a:lnTo>
                    <a:pt x="0" y="178"/>
                  </a:lnTo>
                  <a:lnTo>
                    <a:pt x="1" y="196"/>
                  </a:lnTo>
                  <a:lnTo>
                    <a:pt x="4" y="214"/>
                  </a:lnTo>
                  <a:lnTo>
                    <a:pt x="8" y="231"/>
                  </a:lnTo>
                  <a:lnTo>
                    <a:pt x="14" y="247"/>
                  </a:lnTo>
                  <a:lnTo>
                    <a:pt x="22" y="262"/>
                  </a:lnTo>
                  <a:lnTo>
                    <a:pt x="30" y="277"/>
                  </a:lnTo>
                  <a:lnTo>
                    <a:pt x="41" y="291"/>
                  </a:lnTo>
                  <a:lnTo>
                    <a:pt x="52" y="303"/>
                  </a:lnTo>
                  <a:lnTo>
                    <a:pt x="65" y="315"/>
                  </a:lnTo>
                  <a:lnTo>
                    <a:pt x="79" y="325"/>
                  </a:lnTo>
                  <a:lnTo>
                    <a:pt x="93" y="334"/>
                  </a:lnTo>
                  <a:lnTo>
                    <a:pt x="109" y="341"/>
                  </a:lnTo>
                  <a:lnTo>
                    <a:pt x="125" y="347"/>
                  </a:lnTo>
                  <a:lnTo>
                    <a:pt x="142" y="351"/>
                  </a:lnTo>
                  <a:lnTo>
                    <a:pt x="160" y="354"/>
                  </a:lnTo>
                  <a:lnTo>
                    <a:pt x="178" y="355"/>
                  </a:lnTo>
                  <a:lnTo>
                    <a:pt x="709" y="35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29" name=""/>
            <p:cNvSpPr/>
            <p:nvPr/>
          </p:nvSpPr>
          <p:spPr>
            <a:xfrm>
              <a:off x="4833720" y="5473440"/>
              <a:ext cx="408600" cy="124200"/>
            </a:xfrm>
            <a:custGeom>
              <a:avLst/>
              <a:gdLst>
                <a:gd name="textAreaLeft" fmla="*/ 0 w 408600"/>
                <a:gd name="textAreaRight" fmla="*/ 412200 w 408600"/>
                <a:gd name="textAreaTop" fmla="*/ 0 h 124200"/>
                <a:gd name="textAreaBottom" fmla="*/ 127800 h 124200"/>
              </a:gdLst>
              <a:ahLst/>
              <a:cxnLst/>
              <a:rect l="textAreaLeft" t="textAreaTop" r="textAreaRight" b="textAreaBottom"/>
              <a:pathLst>
                <a:path w="1145" h="355">
                  <a:moveTo>
                    <a:pt x="572" y="355"/>
                  </a:moveTo>
                  <a:lnTo>
                    <a:pt x="968" y="355"/>
                  </a:lnTo>
                  <a:lnTo>
                    <a:pt x="986" y="354"/>
                  </a:lnTo>
                  <a:lnTo>
                    <a:pt x="1003" y="351"/>
                  </a:lnTo>
                  <a:lnTo>
                    <a:pt x="1020" y="347"/>
                  </a:lnTo>
                  <a:lnTo>
                    <a:pt x="1037" y="341"/>
                  </a:lnTo>
                  <a:lnTo>
                    <a:pt x="1052" y="334"/>
                  </a:lnTo>
                  <a:lnTo>
                    <a:pt x="1067" y="325"/>
                  </a:lnTo>
                  <a:lnTo>
                    <a:pt x="1080" y="315"/>
                  </a:lnTo>
                  <a:lnTo>
                    <a:pt x="1093" y="303"/>
                  </a:lnTo>
                  <a:lnTo>
                    <a:pt x="1104" y="291"/>
                  </a:lnTo>
                  <a:lnTo>
                    <a:pt x="1115" y="277"/>
                  </a:lnTo>
                  <a:lnTo>
                    <a:pt x="1123" y="262"/>
                  </a:lnTo>
                  <a:lnTo>
                    <a:pt x="1131" y="247"/>
                  </a:lnTo>
                  <a:lnTo>
                    <a:pt x="1137" y="231"/>
                  </a:lnTo>
                  <a:lnTo>
                    <a:pt x="1141" y="214"/>
                  </a:lnTo>
                  <a:lnTo>
                    <a:pt x="1144" y="196"/>
                  </a:lnTo>
                  <a:lnTo>
                    <a:pt x="1145" y="178"/>
                  </a:lnTo>
                  <a:lnTo>
                    <a:pt x="1145" y="178"/>
                  </a:lnTo>
                  <a:lnTo>
                    <a:pt x="1144" y="160"/>
                  </a:lnTo>
                  <a:lnTo>
                    <a:pt x="1141" y="142"/>
                  </a:lnTo>
                  <a:lnTo>
                    <a:pt x="1137" y="125"/>
                  </a:lnTo>
                  <a:lnTo>
                    <a:pt x="1131" y="109"/>
                  </a:lnTo>
                  <a:lnTo>
                    <a:pt x="1123" y="93"/>
                  </a:lnTo>
                  <a:lnTo>
                    <a:pt x="1115" y="79"/>
                  </a:lnTo>
                  <a:lnTo>
                    <a:pt x="1104" y="65"/>
                  </a:lnTo>
                  <a:lnTo>
                    <a:pt x="1093" y="52"/>
                  </a:lnTo>
                  <a:lnTo>
                    <a:pt x="1080" y="41"/>
                  </a:lnTo>
                  <a:lnTo>
                    <a:pt x="1067" y="30"/>
                  </a:lnTo>
                  <a:lnTo>
                    <a:pt x="1052" y="22"/>
                  </a:lnTo>
                  <a:lnTo>
                    <a:pt x="1037" y="14"/>
                  </a:lnTo>
                  <a:lnTo>
                    <a:pt x="1020" y="8"/>
                  </a:lnTo>
                  <a:lnTo>
                    <a:pt x="1003" y="4"/>
                  </a:lnTo>
                  <a:lnTo>
                    <a:pt x="986" y="1"/>
                  </a:lnTo>
                  <a:lnTo>
                    <a:pt x="968" y="0"/>
                  </a:lnTo>
                  <a:lnTo>
                    <a:pt x="177" y="0"/>
                  </a:lnTo>
                  <a:lnTo>
                    <a:pt x="159" y="1"/>
                  </a:lnTo>
                  <a:lnTo>
                    <a:pt x="142" y="4"/>
                  </a:lnTo>
                  <a:lnTo>
                    <a:pt x="125" y="8"/>
                  </a:lnTo>
                  <a:lnTo>
                    <a:pt x="108" y="14"/>
                  </a:lnTo>
                  <a:lnTo>
                    <a:pt x="93" y="22"/>
                  </a:lnTo>
                  <a:lnTo>
                    <a:pt x="78" y="30"/>
                  </a:lnTo>
                  <a:lnTo>
                    <a:pt x="65" y="41"/>
                  </a:lnTo>
                  <a:lnTo>
                    <a:pt x="52" y="52"/>
                  </a:lnTo>
                  <a:lnTo>
                    <a:pt x="41" y="65"/>
                  </a:lnTo>
                  <a:lnTo>
                    <a:pt x="30" y="79"/>
                  </a:lnTo>
                  <a:lnTo>
                    <a:pt x="22" y="93"/>
                  </a:lnTo>
                  <a:lnTo>
                    <a:pt x="14" y="109"/>
                  </a:lnTo>
                  <a:lnTo>
                    <a:pt x="8" y="125"/>
                  </a:lnTo>
                  <a:lnTo>
                    <a:pt x="4" y="142"/>
                  </a:lnTo>
                  <a:lnTo>
                    <a:pt x="1" y="160"/>
                  </a:lnTo>
                  <a:lnTo>
                    <a:pt x="0" y="178"/>
                  </a:lnTo>
                  <a:lnTo>
                    <a:pt x="0" y="178"/>
                  </a:lnTo>
                  <a:lnTo>
                    <a:pt x="1" y="196"/>
                  </a:lnTo>
                  <a:lnTo>
                    <a:pt x="4" y="214"/>
                  </a:lnTo>
                  <a:lnTo>
                    <a:pt x="8" y="231"/>
                  </a:lnTo>
                  <a:lnTo>
                    <a:pt x="14" y="247"/>
                  </a:lnTo>
                  <a:lnTo>
                    <a:pt x="22" y="262"/>
                  </a:lnTo>
                  <a:lnTo>
                    <a:pt x="30" y="277"/>
                  </a:lnTo>
                  <a:lnTo>
                    <a:pt x="41" y="291"/>
                  </a:lnTo>
                  <a:lnTo>
                    <a:pt x="52" y="303"/>
                  </a:lnTo>
                  <a:lnTo>
                    <a:pt x="65" y="315"/>
                  </a:lnTo>
                  <a:lnTo>
                    <a:pt x="78" y="325"/>
                  </a:lnTo>
                  <a:lnTo>
                    <a:pt x="93" y="334"/>
                  </a:lnTo>
                  <a:lnTo>
                    <a:pt x="108" y="341"/>
                  </a:lnTo>
                  <a:lnTo>
                    <a:pt x="125" y="347"/>
                  </a:lnTo>
                  <a:lnTo>
                    <a:pt x="142" y="351"/>
                  </a:lnTo>
                  <a:lnTo>
                    <a:pt x="159" y="354"/>
                  </a:lnTo>
                  <a:lnTo>
                    <a:pt x="177" y="355"/>
                  </a:lnTo>
                  <a:lnTo>
                    <a:pt x="572" y="35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30" name=""/>
            <p:cNvSpPr/>
            <p:nvPr/>
          </p:nvSpPr>
          <p:spPr>
            <a:xfrm>
              <a:off x="4793400" y="4399560"/>
              <a:ext cx="495000" cy="944280"/>
            </a:xfrm>
            <a:custGeom>
              <a:avLst/>
              <a:gdLst>
                <a:gd name="textAreaLeft" fmla="*/ 0 w 495000"/>
                <a:gd name="textAreaRight" fmla="*/ 498600 w 495000"/>
                <a:gd name="textAreaTop" fmla="*/ 0 h 944280"/>
                <a:gd name="textAreaBottom" fmla="*/ 947880 h 944280"/>
              </a:gdLst>
              <a:ahLst/>
              <a:cxnLst/>
              <a:rect l="textAreaLeft" t="textAreaTop" r="textAreaRight" b="textAreaBottom"/>
              <a:pathLst>
                <a:path w="1385" h="2633">
                  <a:moveTo>
                    <a:pt x="503" y="2633"/>
                  </a:moveTo>
                  <a:lnTo>
                    <a:pt x="513" y="1969"/>
                  </a:lnTo>
                  <a:lnTo>
                    <a:pt x="520" y="1619"/>
                  </a:lnTo>
                  <a:lnTo>
                    <a:pt x="527" y="1392"/>
                  </a:lnTo>
                  <a:lnTo>
                    <a:pt x="531" y="1352"/>
                  </a:lnTo>
                  <a:lnTo>
                    <a:pt x="541" y="1314"/>
                  </a:lnTo>
                  <a:lnTo>
                    <a:pt x="555" y="1278"/>
                  </a:lnTo>
                  <a:lnTo>
                    <a:pt x="573" y="1244"/>
                  </a:lnTo>
                  <a:lnTo>
                    <a:pt x="595" y="1211"/>
                  </a:lnTo>
                  <a:lnTo>
                    <a:pt x="620" y="1180"/>
                  </a:lnTo>
                  <a:lnTo>
                    <a:pt x="680" y="1122"/>
                  </a:lnTo>
                  <a:lnTo>
                    <a:pt x="749" y="1069"/>
                  </a:lnTo>
                  <a:lnTo>
                    <a:pt x="825" y="1018"/>
                  </a:lnTo>
                  <a:lnTo>
                    <a:pt x="987" y="922"/>
                  </a:lnTo>
                  <a:lnTo>
                    <a:pt x="1146" y="822"/>
                  </a:lnTo>
                  <a:lnTo>
                    <a:pt x="1216" y="768"/>
                  </a:lnTo>
                  <a:lnTo>
                    <a:pt x="1278" y="709"/>
                  </a:lnTo>
                  <a:lnTo>
                    <a:pt x="1305" y="677"/>
                  </a:lnTo>
                  <a:lnTo>
                    <a:pt x="1328" y="644"/>
                  </a:lnTo>
                  <a:lnTo>
                    <a:pt x="1348" y="609"/>
                  </a:lnTo>
                  <a:lnTo>
                    <a:pt x="1364" y="572"/>
                  </a:lnTo>
                  <a:lnTo>
                    <a:pt x="1376" y="533"/>
                  </a:lnTo>
                  <a:lnTo>
                    <a:pt x="1383" y="492"/>
                  </a:lnTo>
                  <a:lnTo>
                    <a:pt x="1385" y="448"/>
                  </a:lnTo>
                  <a:lnTo>
                    <a:pt x="1382" y="402"/>
                  </a:lnTo>
                  <a:lnTo>
                    <a:pt x="1374" y="364"/>
                  </a:lnTo>
                  <a:lnTo>
                    <a:pt x="1363" y="332"/>
                  </a:lnTo>
                  <a:lnTo>
                    <a:pt x="1347" y="304"/>
                  </a:lnTo>
                  <a:lnTo>
                    <a:pt x="1328" y="279"/>
                  </a:lnTo>
                  <a:lnTo>
                    <a:pt x="1306" y="259"/>
                  </a:lnTo>
                  <a:lnTo>
                    <a:pt x="1280" y="243"/>
                  </a:lnTo>
                  <a:lnTo>
                    <a:pt x="1252" y="230"/>
                  </a:lnTo>
                  <a:lnTo>
                    <a:pt x="1222" y="221"/>
                  </a:lnTo>
                  <a:lnTo>
                    <a:pt x="1190" y="214"/>
                  </a:lnTo>
                  <a:lnTo>
                    <a:pt x="1156" y="211"/>
                  </a:lnTo>
                  <a:lnTo>
                    <a:pt x="1084" y="214"/>
                  </a:lnTo>
                  <a:lnTo>
                    <a:pt x="1010" y="227"/>
                  </a:lnTo>
                  <a:lnTo>
                    <a:pt x="936" y="249"/>
                  </a:lnTo>
                  <a:lnTo>
                    <a:pt x="865" y="278"/>
                  </a:lnTo>
                  <a:lnTo>
                    <a:pt x="800" y="313"/>
                  </a:lnTo>
                  <a:lnTo>
                    <a:pt x="743" y="354"/>
                  </a:lnTo>
                  <a:lnTo>
                    <a:pt x="719" y="375"/>
                  </a:lnTo>
                  <a:lnTo>
                    <a:pt x="697" y="397"/>
                  </a:lnTo>
                  <a:lnTo>
                    <a:pt x="679" y="420"/>
                  </a:lnTo>
                  <a:lnTo>
                    <a:pt x="665" y="443"/>
                  </a:lnTo>
                  <a:lnTo>
                    <a:pt x="654" y="466"/>
                  </a:lnTo>
                  <a:lnTo>
                    <a:pt x="649" y="489"/>
                  </a:lnTo>
                  <a:lnTo>
                    <a:pt x="648" y="512"/>
                  </a:lnTo>
                  <a:lnTo>
                    <a:pt x="652" y="535"/>
                  </a:lnTo>
                  <a:lnTo>
                    <a:pt x="661" y="557"/>
                  </a:lnTo>
                  <a:lnTo>
                    <a:pt x="677" y="579"/>
                  </a:lnTo>
                  <a:lnTo>
                    <a:pt x="691" y="593"/>
                  </a:lnTo>
                  <a:lnTo>
                    <a:pt x="705" y="604"/>
                  </a:lnTo>
                  <a:lnTo>
                    <a:pt x="718" y="612"/>
                  </a:lnTo>
                  <a:lnTo>
                    <a:pt x="732" y="616"/>
                  </a:lnTo>
                  <a:lnTo>
                    <a:pt x="745" y="618"/>
                  </a:lnTo>
                  <a:lnTo>
                    <a:pt x="758" y="618"/>
                  </a:lnTo>
                  <a:lnTo>
                    <a:pt x="771" y="614"/>
                  </a:lnTo>
                  <a:lnTo>
                    <a:pt x="783" y="609"/>
                  </a:lnTo>
                  <a:lnTo>
                    <a:pt x="794" y="601"/>
                  </a:lnTo>
                  <a:lnTo>
                    <a:pt x="805" y="591"/>
                  </a:lnTo>
                  <a:lnTo>
                    <a:pt x="815" y="579"/>
                  </a:lnTo>
                  <a:lnTo>
                    <a:pt x="825" y="565"/>
                  </a:lnTo>
                  <a:lnTo>
                    <a:pt x="841" y="532"/>
                  </a:lnTo>
                  <a:lnTo>
                    <a:pt x="854" y="495"/>
                  </a:lnTo>
                  <a:lnTo>
                    <a:pt x="863" y="453"/>
                  </a:lnTo>
                  <a:lnTo>
                    <a:pt x="866" y="409"/>
                  </a:lnTo>
                  <a:lnTo>
                    <a:pt x="865" y="363"/>
                  </a:lnTo>
                  <a:lnTo>
                    <a:pt x="858" y="317"/>
                  </a:lnTo>
                  <a:lnTo>
                    <a:pt x="845" y="271"/>
                  </a:lnTo>
                  <a:lnTo>
                    <a:pt x="824" y="228"/>
                  </a:lnTo>
                  <a:lnTo>
                    <a:pt x="812" y="207"/>
                  </a:lnTo>
                  <a:lnTo>
                    <a:pt x="797" y="188"/>
                  </a:lnTo>
                  <a:lnTo>
                    <a:pt x="780" y="170"/>
                  </a:lnTo>
                  <a:lnTo>
                    <a:pt x="762" y="153"/>
                  </a:lnTo>
                  <a:lnTo>
                    <a:pt x="737" y="134"/>
                  </a:lnTo>
                  <a:lnTo>
                    <a:pt x="704" y="113"/>
                  </a:lnTo>
                  <a:lnTo>
                    <a:pt x="665" y="91"/>
                  </a:lnTo>
                  <a:lnTo>
                    <a:pt x="619" y="70"/>
                  </a:lnTo>
                  <a:lnTo>
                    <a:pt x="570" y="49"/>
                  </a:lnTo>
                  <a:lnTo>
                    <a:pt x="516" y="31"/>
                  </a:lnTo>
                  <a:lnTo>
                    <a:pt x="460" y="15"/>
                  </a:lnTo>
                  <a:lnTo>
                    <a:pt x="403" y="5"/>
                  </a:lnTo>
                  <a:lnTo>
                    <a:pt x="345" y="0"/>
                  </a:lnTo>
                  <a:lnTo>
                    <a:pt x="288" y="2"/>
                  </a:lnTo>
                  <a:lnTo>
                    <a:pt x="232" y="11"/>
                  </a:lnTo>
                  <a:lnTo>
                    <a:pt x="205" y="20"/>
                  </a:lnTo>
                  <a:lnTo>
                    <a:pt x="179" y="30"/>
                  </a:lnTo>
                  <a:lnTo>
                    <a:pt x="154" y="43"/>
                  </a:lnTo>
                  <a:lnTo>
                    <a:pt x="130" y="59"/>
                  </a:lnTo>
                  <a:lnTo>
                    <a:pt x="107" y="77"/>
                  </a:lnTo>
                  <a:lnTo>
                    <a:pt x="85" y="99"/>
                  </a:lnTo>
                  <a:lnTo>
                    <a:pt x="65" y="123"/>
                  </a:lnTo>
                  <a:lnTo>
                    <a:pt x="46" y="151"/>
                  </a:lnTo>
                  <a:lnTo>
                    <a:pt x="30" y="182"/>
                  </a:lnTo>
                  <a:lnTo>
                    <a:pt x="15" y="217"/>
                  </a:lnTo>
                  <a:lnTo>
                    <a:pt x="4" y="251"/>
                  </a:lnTo>
                  <a:lnTo>
                    <a:pt x="0" y="287"/>
                  </a:lnTo>
                  <a:lnTo>
                    <a:pt x="2" y="322"/>
                  </a:lnTo>
                  <a:lnTo>
                    <a:pt x="8" y="358"/>
                  </a:lnTo>
                  <a:lnTo>
                    <a:pt x="20" y="394"/>
                  </a:lnTo>
                  <a:lnTo>
                    <a:pt x="37" y="430"/>
                  </a:lnTo>
                  <a:lnTo>
                    <a:pt x="82" y="502"/>
                  </a:lnTo>
                  <a:lnTo>
                    <a:pt x="141" y="576"/>
                  </a:lnTo>
                  <a:lnTo>
                    <a:pt x="211" y="649"/>
                  </a:lnTo>
                  <a:lnTo>
                    <a:pt x="372" y="796"/>
                  </a:lnTo>
                  <a:lnTo>
                    <a:pt x="540" y="941"/>
                  </a:lnTo>
                  <a:lnTo>
                    <a:pt x="693" y="1082"/>
                  </a:lnTo>
                  <a:lnTo>
                    <a:pt x="756" y="1151"/>
                  </a:lnTo>
                  <a:lnTo>
                    <a:pt x="805" y="1219"/>
                  </a:lnTo>
                  <a:lnTo>
                    <a:pt x="824" y="1252"/>
                  </a:lnTo>
                  <a:lnTo>
                    <a:pt x="839" y="1285"/>
                  </a:lnTo>
                  <a:lnTo>
                    <a:pt x="849" y="1317"/>
                  </a:lnTo>
                  <a:lnTo>
                    <a:pt x="854" y="1348"/>
                  </a:lnTo>
                  <a:lnTo>
                    <a:pt x="857" y="1471"/>
                  </a:lnTo>
                  <a:lnTo>
                    <a:pt x="857" y="1648"/>
                  </a:lnTo>
                  <a:lnTo>
                    <a:pt x="849" y="2078"/>
                  </a:lnTo>
                  <a:lnTo>
                    <a:pt x="833" y="2633"/>
                  </a:lnTo>
                  <a:lnTo>
                    <a:pt x="503" y="2633"/>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131" name=""/>
            <p:cNvSpPr/>
            <p:nvPr/>
          </p:nvSpPr>
          <p:spPr>
            <a:xfrm>
              <a:off x="5040000" y="3556440"/>
              <a:ext cx="360" cy="18648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32" name=""/>
            <p:cNvSpPr/>
            <p:nvPr/>
          </p:nvSpPr>
          <p:spPr>
            <a:xfrm flipH="1">
              <a:off x="5683680" y="3826800"/>
              <a:ext cx="131760" cy="1317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33" name=""/>
            <p:cNvSpPr/>
            <p:nvPr/>
          </p:nvSpPr>
          <p:spPr>
            <a:xfrm flipH="1">
              <a:off x="5833440" y="4548960"/>
              <a:ext cx="186480" cy="3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34" name=""/>
            <p:cNvSpPr/>
            <p:nvPr/>
          </p:nvSpPr>
          <p:spPr>
            <a:xfrm>
              <a:off x="4263840" y="3826800"/>
              <a:ext cx="131760" cy="1317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135" name=""/>
            <p:cNvSpPr/>
            <p:nvPr/>
          </p:nvSpPr>
          <p:spPr>
            <a:xfrm>
              <a:off x="4059360" y="4548960"/>
              <a:ext cx="186480" cy="3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sp>
        <p:nvSpPr>
          <p:cNvPr id="136" name="PlaceHolder 1"/>
          <p:cNvSpPr>
            <a:spLocks noGrp="1"/>
          </p:cNvSpPr>
          <p:nvPr>
            <p:ph type="title"/>
          </p:nvPr>
        </p:nvSpPr>
        <p:spPr>
          <a:xfrm>
            <a:off x="4320000" y="2019240"/>
            <a:ext cx="5036400" cy="274680"/>
          </a:xfrm>
          <a:prstGeom prst="rect">
            <a:avLst/>
          </a:prstGeom>
          <a:noFill/>
          <a:ln w="0">
            <a:noFill/>
          </a:ln>
        </p:spPr>
        <p:txBody>
          <a:bodyPr lIns="0" rIns="0" tIns="0" bIns="0" anchor="ctr">
            <a:sp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137"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138" name="PlaceHolder 3"/>
          <p:cNvSpPr>
            <a:spLocks noGrp="1"/>
          </p:cNvSpPr>
          <p:nvPr>
            <p:ph type="ftr" idx="7"/>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139" name="PlaceHolder 4"/>
          <p:cNvSpPr>
            <a:spLocks noGrp="1"/>
          </p:cNvSpPr>
          <p:nvPr>
            <p:ph type="sldNum" idx="8"/>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FA6C90D2-4F4B-4AC0-A12B-D05D14526716}"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140" name="PlaceHolder 5"/>
          <p:cNvSpPr>
            <a:spLocks noGrp="1"/>
          </p:cNvSpPr>
          <p:nvPr>
            <p:ph type="dt" idx="9"/>
          </p:nvPr>
        </p:nvSpPr>
        <p:spPr>
          <a:xfrm>
            <a:off x="504000" y="5328000"/>
            <a:ext cx="2343600" cy="239040"/>
          </a:xfrm>
          <a:prstGeom prst="rect">
            <a:avLst/>
          </a:prstGeom>
          <a:noFill/>
          <a:ln w="0">
            <a:noFill/>
          </a:ln>
        </p:spPr>
        <p:txBody>
          <a:bodyPr lIns="0" rIns="0" tIns="0" bIns="0" anchor="t">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2"/>
    <p:sldLayoutId id="2147483655"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2"/>
    <p:sldLayoutId id="2147483658"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
          <p:cNvSpPr/>
          <p:nvPr/>
        </p:nvSpPr>
        <p:spPr>
          <a:xfrm>
            <a:off x="0" y="180000"/>
            <a:ext cx="4146480" cy="413640"/>
          </a:xfrm>
          <a:custGeom>
            <a:avLst/>
            <a:gdLst>
              <a:gd name="textAreaLeft" fmla="*/ 0 w 4146480"/>
              <a:gd name="textAreaRight" fmla="*/ 4150080 w 4146480"/>
              <a:gd name="textAreaTop" fmla="*/ 0 h 413640"/>
              <a:gd name="textAreaBottom" fmla="*/ 417240 h 413640"/>
            </a:gdLst>
            <a:ahLst/>
            <a:cxnLst/>
            <a:rect l="textAreaLeft" t="textAreaTop" r="textAreaRight" b="textAreaBottom"/>
            <a:pathLst>
              <a:path w="11528" h="1159">
                <a:moveTo>
                  <a:pt x="0" y="0"/>
                </a:moveTo>
                <a:lnTo>
                  <a:pt x="11528" y="0"/>
                </a:lnTo>
                <a:lnTo>
                  <a:pt x="11528" y="1159"/>
                </a:lnTo>
                <a:lnTo>
                  <a:pt x="0" y="115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76" name=""/>
          <p:cNvSpPr/>
          <p:nvPr/>
        </p:nvSpPr>
        <p:spPr>
          <a:xfrm>
            <a:off x="792000" y="1512000"/>
            <a:ext cx="8492760" cy="3596760"/>
          </a:xfrm>
          <a:custGeom>
            <a:avLst/>
            <a:gdLst>
              <a:gd name="textAreaLeft" fmla="*/ 0 w 8492760"/>
              <a:gd name="textAreaRight" fmla="*/ 8496360 w 8492760"/>
              <a:gd name="textAreaTop" fmla="*/ 0 h 3596760"/>
              <a:gd name="textAreaBottom" fmla="*/ 3600360 h 3596760"/>
            </a:gdLst>
            <a:ahLst/>
            <a:cxnLst/>
            <a:rect l="textAreaLeft" t="textAreaTop" r="textAreaRight" b="textAreaBottom"/>
            <a:pathLst>
              <a:path w="23601" h="10001">
                <a:moveTo>
                  <a:pt x="0" y="0"/>
                </a:moveTo>
                <a:lnTo>
                  <a:pt x="23601" y="0"/>
                </a:lnTo>
                <a:lnTo>
                  <a:pt x="23601" y="10001"/>
                </a:lnTo>
                <a:lnTo>
                  <a:pt x="0" y="10001"/>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277" name=""/>
          <p:cNvGrpSpPr/>
          <p:nvPr/>
        </p:nvGrpSpPr>
        <p:grpSpPr>
          <a:xfrm>
            <a:off x="69480" y="59040"/>
            <a:ext cx="656280" cy="687600"/>
            <a:chOff x="69480" y="59040"/>
            <a:chExt cx="656280" cy="687600"/>
          </a:xfrm>
        </p:grpSpPr>
        <p:grpSp>
          <p:nvGrpSpPr>
            <p:cNvPr id="278" name=""/>
            <p:cNvGrpSpPr/>
            <p:nvPr/>
          </p:nvGrpSpPr>
          <p:grpSpPr>
            <a:xfrm>
              <a:off x="82440" y="79560"/>
              <a:ext cx="643320" cy="667080"/>
              <a:chOff x="82440" y="79560"/>
              <a:chExt cx="643320" cy="667080"/>
            </a:xfrm>
          </p:grpSpPr>
          <p:sp>
            <p:nvSpPr>
              <p:cNvPr id="279" name=""/>
              <p:cNvSpPr/>
              <p:nvPr/>
            </p:nvSpPr>
            <p:spPr>
              <a:xfrm>
                <a:off x="225720" y="237600"/>
                <a:ext cx="353160" cy="425880"/>
              </a:xfrm>
              <a:custGeom>
                <a:avLst/>
                <a:gdLst>
                  <a:gd name="textAreaLeft" fmla="*/ 0 w 353160"/>
                  <a:gd name="textAreaRight" fmla="*/ 356760 w 353160"/>
                  <a:gd name="textAreaTop" fmla="*/ 0 h 425880"/>
                  <a:gd name="textAreaBottom" fmla="*/ 429480 h 425880"/>
                </a:gdLst>
                <a:ahLst/>
                <a:cxnLst/>
                <a:rect l="textAreaLeft" t="textAreaTop" r="textAreaRight" b="textAreaBottom"/>
                <a:pathLst>
                  <a:path w="991" h="1193">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4" y="144"/>
                    </a:lnTo>
                    <a:lnTo>
                      <a:pt x="123" y="168"/>
                    </a:lnTo>
                    <a:lnTo>
                      <a:pt x="103" y="193"/>
                    </a:lnTo>
                    <a:lnTo>
                      <a:pt x="84" y="219"/>
                    </a:lnTo>
                    <a:lnTo>
                      <a:pt x="66" y="248"/>
                    </a:lnTo>
                    <a:lnTo>
                      <a:pt x="50" y="278"/>
                    </a:lnTo>
                    <a:lnTo>
                      <a:pt x="36" y="307"/>
                    </a:lnTo>
                    <a:lnTo>
                      <a:pt x="25" y="337"/>
                    </a:lnTo>
                    <a:lnTo>
                      <a:pt x="16" y="367"/>
                    </a:lnTo>
                    <a:lnTo>
                      <a:pt x="9" y="398"/>
                    </a:lnTo>
                    <a:lnTo>
                      <a:pt x="4" y="429"/>
                    </a:lnTo>
                    <a:lnTo>
                      <a:pt x="1" y="461"/>
                    </a:lnTo>
                    <a:lnTo>
                      <a:pt x="0" y="495"/>
                    </a:lnTo>
                    <a:lnTo>
                      <a:pt x="0" y="495"/>
                    </a:lnTo>
                    <a:lnTo>
                      <a:pt x="0" y="495"/>
                    </a:lnTo>
                    <a:lnTo>
                      <a:pt x="1" y="529"/>
                    </a:lnTo>
                    <a:lnTo>
                      <a:pt x="4" y="561"/>
                    </a:lnTo>
                    <a:lnTo>
                      <a:pt x="9" y="593"/>
                    </a:lnTo>
                    <a:lnTo>
                      <a:pt x="16" y="624"/>
                    </a:lnTo>
                    <a:lnTo>
                      <a:pt x="25" y="654"/>
                    </a:lnTo>
                    <a:lnTo>
                      <a:pt x="37" y="684"/>
                    </a:lnTo>
                    <a:lnTo>
                      <a:pt x="50" y="713"/>
                    </a:lnTo>
                    <a:lnTo>
                      <a:pt x="66" y="743"/>
                    </a:lnTo>
                    <a:lnTo>
                      <a:pt x="84" y="772"/>
                    </a:lnTo>
                    <a:lnTo>
                      <a:pt x="103" y="798"/>
                    </a:lnTo>
                    <a:lnTo>
                      <a:pt x="123" y="823"/>
                    </a:lnTo>
                    <a:lnTo>
                      <a:pt x="144" y="846"/>
                    </a:lnTo>
                    <a:lnTo>
                      <a:pt x="168" y="867"/>
                    </a:lnTo>
                    <a:lnTo>
                      <a:pt x="193" y="887"/>
                    </a:lnTo>
                    <a:lnTo>
                      <a:pt x="219" y="906"/>
                    </a:lnTo>
                    <a:lnTo>
                      <a:pt x="248" y="924"/>
                    </a:lnTo>
                    <a:lnTo>
                      <a:pt x="269" y="935"/>
                    </a:lnTo>
                    <a:lnTo>
                      <a:pt x="289" y="945"/>
                    </a:lnTo>
                    <a:lnTo>
                      <a:pt x="310" y="954"/>
                    </a:lnTo>
                    <a:lnTo>
                      <a:pt x="332" y="963"/>
                    </a:lnTo>
                    <a:lnTo>
                      <a:pt x="332" y="963"/>
                    </a:lnTo>
                    <a:lnTo>
                      <a:pt x="332" y="1135"/>
                    </a:lnTo>
                    <a:lnTo>
                      <a:pt x="332" y="1141"/>
                    </a:lnTo>
                    <a:lnTo>
                      <a:pt x="333" y="1147"/>
                    </a:lnTo>
                    <a:lnTo>
                      <a:pt x="335" y="1152"/>
                    </a:lnTo>
                    <a:lnTo>
                      <a:pt x="337" y="1157"/>
                    </a:lnTo>
                    <a:lnTo>
                      <a:pt x="339" y="1163"/>
                    </a:lnTo>
                    <a:lnTo>
                      <a:pt x="342" y="1167"/>
                    </a:lnTo>
                    <a:lnTo>
                      <a:pt x="345" y="1172"/>
                    </a:lnTo>
                    <a:lnTo>
                      <a:pt x="349" y="1176"/>
                    </a:lnTo>
                    <a:lnTo>
                      <a:pt x="353" y="1180"/>
                    </a:lnTo>
                    <a:lnTo>
                      <a:pt x="358" y="1183"/>
                    </a:lnTo>
                    <a:lnTo>
                      <a:pt x="362" y="1186"/>
                    </a:lnTo>
                    <a:lnTo>
                      <a:pt x="367" y="1188"/>
                    </a:lnTo>
                    <a:lnTo>
                      <a:pt x="373" y="1190"/>
                    </a:lnTo>
                    <a:lnTo>
                      <a:pt x="378" y="1192"/>
                    </a:lnTo>
                    <a:lnTo>
                      <a:pt x="384" y="1193"/>
                    </a:lnTo>
                    <a:lnTo>
                      <a:pt x="390" y="1193"/>
                    </a:lnTo>
                    <a:lnTo>
                      <a:pt x="601" y="1193"/>
                    </a:lnTo>
                    <a:lnTo>
                      <a:pt x="607" y="1193"/>
                    </a:lnTo>
                    <a:lnTo>
                      <a:pt x="613" y="1192"/>
                    </a:lnTo>
                    <a:lnTo>
                      <a:pt x="618" y="1190"/>
                    </a:lnTo>
                    <a:lnTo>
                      <a:pt x="624" y="1188"/>
                    </a:lnTo>
                    <a:lnTo>
                      <a:pt x="629" y="1186"/>
                    </a:lnTo>
                    <a:lnTo>
                      <a:pt x="633" y="1183"/>
                    </a:lnTo>
                    <a:lnTo>
                      <a:pt x="638" y="1180"/>
                    </a:lnTo>
                    <a:lnTo>
                      <a:pt x="642" y="1176"/>
                    </a:lnTo>
                    <a:lnTo>
                      <a:pt x="646" y="1172"/>
                    </a:lnTo>
                    <a:lnTo>
                      <a:pt x="649" y="1167"/>
                    </a:lnTo>
                    <a:lnTo>
                      <a:pt x="652" y="1163"/>
                    </a:lnTo>
                    <a:lnTo>
                      <a:pt x="654" y="1157"/>
                    </a:lnTo>
                    <a:lnTo>
                      <a:pt x="656" y="1152"/>
                    </a:lnTo>
                    <a:lnTo>
                      <a:pt x="658" y="1147"/>
                    </a:lnTo>
                    <a:lnTo>
                      <a:pt x="659" y="1141"/>
                    </a:lnTo>
                    <a:lnTo>
                      <a:pt x="659" y="1135"/>
                    </a:lnTo>
                    <a:lnTo>
                      <a:pt x="659" y="963"/>
                    </a:lnTo>
                    <a:lnTo>
                      <a:pt x="659" y="963"/>
                    </a:lnTo>
                    <a:lnTo>
                      <a:pt x="659" y="963"/>
                    </a:lnTo>
                    <a:lnTo>
                      <a:pt x="681" y="954"/>
                    </a:lnTo>
                    <a:lnTo>
                      <a:pt x="702" y="945"/>
                    </a:lnTo>
                    <a:lnTo>
                      <a:pt x="722" y="935"/>
                    </a:lnTo>
                    <a:lnTo>
                      <a:pt x="743" y="924"/>
                    </a:lnTo>
                    <a:lnTo>
                      <a:pt x="772" y="906"/>
                    </a:lnTo>
                    <a:lnTo>
                      <a:pt x="798" y="887"/>
                    </a:lnTo>
                    <a:lnTo>
                      <a:pt x="823" y="867"/>
                    </a:lnTo>
                    <a:lnTo>
                      <a:pt x="847" y="846"/>
                    </a:lnTo>
                    <a:lnTo>
                      <a:pt x="868" y="823"/>
                    </a:lnTo>
                    <a:lnTo>
                      <a:pt x="888" y="798"/>
                    </a:lnTo>
                    <a:lnTo>
                      <a:pt x="907" y="772"/>
                    </a:lnTo>
                    <a:lnTo>
                      <a:pt x="925" y="743"/>
                    </a:lnTo>
                    <a:lnTo>
                      <a:pt x="941" y="713"/>
                    </a:lnTo>
                    <a:lnTo>
                      <a:pt x="954" y="684"/>
                    </a:lnTo>
                    <a:lnTo>
                      <a:pt x="966" y="654"/>
                    </a:lnTo>
                    <a:lnTo>
                      <a:pt x="975" y="624"/>
                    </a:lnTo>
                    <a:lnTo>
                      <a:pt x="982" y="593"/>
                    </a:lnTo>
                    <a:lnTo>
                      <a:pt x="987" y="561"/>
                    </a:lnTo>
                    <a:lnTo>
                      <a:pt x="990" y="529"/>
                    </a:lnTo>
                    <a:lnTo>
                      <a:pt x="991" y="495"/>
                    </a:lnTo>
                    <a:lnTo>
                      <a:pt x="991" y="495"/>
                    </a:lnTo>
                    <a:lnTo>
                      <a:pt x="991" y="495"/>
                    </a:lnTo>
                    <a:lnTo>
                      <a:pt x="990" y="461"/>
                    </a:lnTo>
                    <a:lnTo>
                      <a:pt x="987" y="429"/>
                    </a:lnTo>
                    <a:lnTo>
                      <a:pt x="982" y="398"/>
                    </a:lnTo>
                    <a:lnTo>
                      <a:pt x="975" y="367"/>
                    </a:lnTo>
                    <a:lnTo>
                      <a:pt x="966" y="337"/>
                    </a:lnTo>
                    <a:lnTo>
                      <a:pt x="954" y="307"/>
                    </a:lnTo>
                    <a:lnTo>
                      <a:pt x="941" y="278"/>
                    </a:lnTo>
                    <a:lnTo>
                      <a:pt x="925" y="248"/>
                    </a:lnTo>
                    <a:lnTo>
                      <a:pt x="907" y="219"/>
                    </a:lnTo>
                    <a:lnTo>
                      <a:pt x="888" y="193"/>
                    </a:lnTo>
                    <a:lnTo>
                      <a:pt x="868" y="168"/>
                    </a:lnTo>
                    <a:lnTo>
                      <a:pt x="847" y="144"/>
                    </a:lnTo>
                    <a:lnTo>
                      <a:pt x="823" y="123"/>
                    </a:lnTo>
                    <a:lnTo>
                      <a:pt x="798" y="103"/>
                    </a:lnTo>
                    <a:lnTo>
                      <a:pt x="772" y="84"/>
                    </a:lnTo>
                    <a:lnTo>
                      <a:pt x="743" y="66"/>
                    </a:lnTo>
                    <a:lnTo>
                      <a:pt x="713" y="50"/>
                    </a:lnTo>
                    <a:lnTo>
                      <a:pt x="684" y="36"/>
                    </a:lnTo>
                    <a:lnTo>
                      <a:pt x="654" y="25"/>
                    </a:lnTo>
                    <a:lnTo>
                      <a:pt x="624" y="16"/>
                    </a:lnTo>
                    <a:lnTo>
                      <a:pt x="593" y="9"/>
                    </a:lnTo>
                    <a:lnTo>
                      <a:pt x="562" y="4"/>
                    </a:lnTo>
                    <a:lnTo>
                      <a:pt x="529" y="1"/>
                    </a:lnTo>
                    <a:lnTo>
                      <a:pt x="496" y="0"/>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80" name=""/>
              <p:cNvSpPr/>
              <p:nvPr/>
            </p:nvSpPr>
            <p:spPr>
              <a:xfrm>
                <a:off x="320400" y="667080"/>
                <a:ext cx="163800" cy="38520"/>
              </a:xfrm>
              <a:custGeom>
                <a:avLst/>
                <a:gdLst>
                  <a:gd name="textAreaLeft" fmla="*/ 0 w 163800"/>
                  <a:gd name="textAreaRight" fmla="*/ 167400 w 163800"/>
                  <a:gd name="textAreaTop" fmla="*/ 0 h 38520"/>
                  <a:gd name="textAreaBottom" fmla="*/ 42120 h 38520"/>
                </a:gdLst>
                <a:ahLst/>
                <a:cxnLst/>
                <a:rect l="textAreaLeft" t="textAreaTop" r="textAreaRight" b="textAreaBottom"/>
                <a:pathLst>
                  <a:path w="465" h="117">
                    <a:moveTo>
                      <a:pt x="233" y="117"/>
                    </a:moveTo>
                    <a:lnTo>
                      <a:pt x="407" y="117"/>
                    </a:lnTo>
                    <a:lnTo>
                      <a:pt x="413" y="117"/>
                    </a:lnTo>
                    <a:lnTo>
                      <a:pt x="419" y="116"/>
                    </a:lnTo>
                    <a:lnTo>
                      <a:pt x="424" y="114"/>
                    </a:lnTo>
                    <a:lnTo>
                      <a:pt x="430" y="112"/>
                    </a:lnTo>
                    <a:lnTo>
                      <a:pt x="435" y="110"/>
                    </a:lnTo>
                    <a:lnTo>
                      <a:pt x="439" y="107"/>
                    </a:lnTo>
                    <a:lnTo>
                      <a:pt x="444" y="103"/>
                    </a:lnTo>
                    <a:lnTo>
                      <a:pt x="448" y="100"/>
                    </a:lnTo>
                    <a:lnTo>
                      <a:pt x="452" y="95"/>
                    </a:lnTo>
                    <a:lnTo>
                      <a:pt x="455" y="91"/>
                    </a:lnTo>
                    <a:lnTo>
                      <a:pt x="458" y="86"/>
                    </a:lnTo>
                    <a:lnTo>
                      <a:pt x="460" y="81"/>
                    </a:lnTo>
                    <a:lnTo>
                      <a:pt x="462" y="76"/>
                    </a:lnTo>
                    <a:lnTo>
                      <a:pt x="464" y="70"/>
                    </a:lnTo>
                    <a:lnTo>
                      <a:pt x="465" y="64"/>
                    </a:lnTo>
                    <a:lnTo>
                      <a:pt x="465" y="58"/>
                    </a:lnTo>
                    <a:lnTo>
                      <a:pt x="465" y="52"/>
                    </a:lnTo>
                    <a:lnTo>
                      <a:pt x="464" y="46"/>
                    </a:lnTo>
                    <a:lnTo>
                      <a:pt x="462" y="41"/>
                    </a:lnTo>
                    <a:lnTo>
                      <a:pt x="460" y="35"/>
                    </a:lnTo>
                    <a:lnTo>
                      <a:pt x="458" y="30"/>
                    </a:lnTo>
                    <a:lnTo>
                      <a:pt x="455" y="25"/>
                    </a:lnTo>
                    <a:lnTo>
                      <a:pt x="452" y="21"/>
                    </a:lnTo>
                    <a:lnTo>
                      <a:pt x="448" y="17"/>
                    </a:lnTo>
                    <a:lnTo>
                      <a:pt x="444" y="13"/>
                    </a:lnTo>
                    <a:lnTo>
                      <a:pt x="439" y="10"/>
                    </a:lnTo>
                    <a:lnTo>
                      <a:pt x="435" y="7"/>
                    </a:lnTo>
                    <a:lnTo>
                      <a:pt x="430" y="4"/>
                    </a:lnTo>
                    <a:lnTo>
                      <a:pt x="424" y="3"/>
                    </a:lnTo>
                    <a:lnTo>
                      <a:pt x="419" y="1"/>
                    </a:lnTo>
                    <a:lnTo>
                      <a:pt x="413" y="0"/>
                    </a:lnTo>
                    <a:lnTo>
                      <a:pt x="407" y="0"/>
                    </a:lnTo>
                    <a:lnTo>
                      <a:pt x="58" y="0"/>
                    </a:lnTo>
                    <a:lnTo>
                      <a:pt x="52" y="0"/>
                    </a:lnTo>
                    <a:lnTo>
                      <a:pt x="46" y="1"/>
                    </a:lnTo>
                    <a:lnTo>
                      <a:pt x="41" y="3"/>
                    </a:lnTo>
                    <a:lnTo>
                      <a:pt x="35" y="4"/>
                    </a:lnTo>
                    <a:lnTo>
                      <a:pt x="30" y="7"/>
                    </a:lnTo>
                    <a:lnTo>
                      <a:pt x="26" y="10"/>
                    </a:lnTo>
                    <a:lnTo>
                      <a:pt x="21" y="13"/>
                    </a:lnTo>
                    <a:lnTo>
                      <a:pt x="17" y="17"/>
                    </a:lnTo>
                    <a:lnTo>
                      <a:pt x="13" y="21"/>
                    </a:lnTo>
                    <a:lnTo>
                      <a:pt x="10" y="25"/>
                    </a:lnTo>
                    <a:lnTo>
                      <a:pt x="7" y="30"/>
                    </a:lnTo>
                    <a:lnTo>
                      <a:pt x="5" y="35"/>
                    </a:lnTo>
                    <a:lnTo>
                      <a:pt x="3" y="41"/>
                    </a:lnTo>
                    <a:lnTo>
                      <a:pt x="1" y="46"/>
                    </a:lnTo>
                    <a:lnTo>
                      <a:pt x="0" y="52"/>
                    </a:lnTo>
                    <a:lnTo>
                      <a:pt x="0" y="58"/>
                    </a:lnTo>
                    <a:lnTo>
                      <a:pt x="0" y="64"/>
                    </a:lnTo>
                    <a:lnTo>
                      <a:pt x="1" y="70"/>
                    </a:lnTo>
                    <a:lnTo>
                      <a:pt x="3" y="76"/>
                    </a:lnTo>
                    <a:lnTo>
                      <a:pt x="5" y="81"/>
                    </a:lnTo>
                    <a:lnTo>
                      <a:pt x="7" y="86"/>
                    </a:lnTo>
                    <a:lnTo>
                      <a:pt x="10" y="91"/>
                    </a:lnTo>
                    <a:lnTo>
                      <a:pt x="13" y="95"/>
                    </a:lnTo>
                    <a:lnTo>
                      <a:pt x="17" y="100"/>
                    </a:lnTo>
                    <a:lnTo>
                      <a:pt x="21" y="103"/>
                    </a:lnTo>
                    <a:lnTo>
                      <a:pt x="26" y="107"/>
                    </a:lnTo>
                    <a:lnTo>
                      <a:pt x="30" y="110"/>
                    </a:lnTo>
                    <a:lnTo>
                      <a:pt x="35" y="112"/>
                    </a:lnTo>
                    <a:lnTo>
                      <a:pt x="41" y="114"/>
                    </a:lnTo>
                    <a:lnTo>
                      <a:pt x="46" y="116"/>
                    </a:lnTo>
                    <a:lnTo>
                      <a:pt x="52" y="117"/>
                    </a:lnTo>
                    <a:lnTo>
                      <a:pt x="58" y="117"/>
                    </a:lnTo>
                    <a:lnTo>
                      <a:pt x="233" y="117"/>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81" name=""/>
              <p:cNvSpPr/>
              <p:nvPr/>
            </p:nvSpPr>
            <p:spPr>
              <a:xfrm>
                <a:off x="336600" y="708480"/>
                <a:ext cx="131400" cy="38160"/>
              </a:xfrm>
              <a:custGeom>
                <a:avLst/>
                <a:gdLst>
                  <a:gd name="textAreaLeft" fmla="*/ 0 w 131400"/>
                  <a:gd name="textAreaRight" fmla="*/ 135000 w 131400"/>
                  <a:gd name="textAreaTop" fmla="*/ 0 h 38160"/>
                  <a:gd name="textAreaBottom" fmla="*/ 41760 h 38160"/>
                </a:gdLst>
                <a:ahLst/>
                <a:cxnLst/>
                <a:rect l="textAreaLeft" t="textAreaTop" r="textAreaRight" b="textAreaBottom"/>
                <a:pathLst>
                  <a:path w="375" h="116">
                    <a:moveTo>
                      <a:pt x="188" y="116"/>
                    </a:moveTo>
                    <a:lnTo>
                      <a:pt x="317" y="116"/>
                    </a:lnTo>
                    <a:lnTo>
                      <a:pt x="323" y="116"/>
                    </a:lnTo>
                    <a:lnTo>
                      <a:pt x="329" y="115"/>
                    </a:lnTo>
                    <a:lnTo>
                      <a:pt x="334" y="113"/>
                    </a:lnTo>
                    <a:lnTo>
                      <a:pt x="340" y="111"/>
                    </a:lnTo>
                    <a:lnTo>
                      <a:pt x="345" y="109"/>
                    </a:lnTo>
                    <a:lnTo>
                      <a:pt x="349" y="106"/>
                    </a:lnTo>
                    <a:lnTo>
                      <a:pt x="354" y="103"/>
                    </a:lnTo>
                    <a:lnTo>
                      <a:pt x="358" y="99"/>
                    </a:lnTo>
                    <a:lnTo>
                      <a:pt x="362" y="95"/>
                    </a:lnTo>
                    <a:lnTo>
                      <a:pt x="365" y="90"/>
                    </a:lnTo>
                    <a:lnTo>
                      <a:pt x="368" y="86"/>
                    </a:lnTo>
                    <a:lnTo>
                      <a:pt x="370" y="81"/>
                    </a:lnTo>
                    <a:lnTo>
                      <a:pt x="372" y="75"/>
                    </a:lnTo>
                    <a:lnTo>
                      <a:pt x="374" y="70"/>
                    </a:lnTo>
                    <a:lnTo>
                      <a:pt x="375" y="64"/>
                    </a:lnTo>
                    <a:lnTo>
                      <a:pt x="375" y="58"/>
                    </a:lnTo>
                    <a:lnTo>
                      <a:pt x="375" y="58"/>
                    </a:lnTo>
                    <a:lnTo>
                      <a:pt x="375" y="52"/>
                    </a:lnTo>
                    <a:lnTo>
                      <a:pt x="374" y="46"/>
                    </a:lnTo>
                    <a:lnTo>
                      <a:pt x="372" y="41"/>
                    </a:lnTo>
                    <a:lnTo>
                      <a:pt x="370" y="35"/>
                    </a:lnTo>
                    <a:lnTo>
                      <a:pt x="368" y="30"/>
                    </a:lnTo>
                    <a:lnTo>
                      <a:pt x="365" y="26"/>
                    </a:lnTo>
                    <a:lnTo>
                      <a:pt x="362" y="21"/>
                    </a:lnTo>
                    <a:lnTo>
                      <a:pt x="358" y="17"/>
                    </a:lnTo>
                    <a:lnTo>
                      <a:pt x="354" y="13"/>
                    </a:lnTo>
                    <a:lnTo>
                      <a:pt x="349" y="10"/>
                    </a:lnTo>
                    <a:lnTo>
                      <a:pt x="345" y="7"/>
                    </a:lnTo>
                    <a:lnTo>
                      <a:pt x="340" y="5"/>
                    </a:lnTo>
                    <a:lnTo>
                      <a:pt x="334" y="3"/>
                    </a:lnTo>
                    <a:lnTo>
                      <a:pt x="329" y="1"/>
                    </a:lnTo>
                    <a:lnTo>
                      <a:pt x="323" y="0"/>
                    </a:lnTo>
                    <a:lnTo>
                      <a:pt x="317" y="0"/>
                    </a:lnTo>
                    <a:lnTo>
                      <a:pt x="58" y="0"/>
                    </a:lnTo>
                    <a:lnTo>
                      <a:pt x="52" y="0"/>
                    </a:lnTo>
                    <a:lnTo>
                      <a:pt x="46" y="1"/>
                    </a:lnTo>
                    <a:lnTo>
                      <a:pt x="41" y="3"/>
                    </a:lnTo>
                    <a:lnTo>
                      <a:pt x="35" y="5"/>
                    </a:lnTo>
                    <a:lnTo>
                      <a:pt x="30"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58"/>
                    </a:lnTo>
                    <a:lnTo>
                      <a:pt x="0" y="64"/>
                    </a:lnTo>
                    <a:lnTo>
                      <a:pt x="1" y="70"/>
                    </a:lnTo>
                    <a:lnTo>
                      <a:pt x="3" y="75"/>
                    </a:lnTo>
                    <a:lnTo>
                      <a:pt x="5" y="81"/>
                    </a:lnTo>
                    <a:lnTo>
                      <a:pt x="7" y="86"/>
                    </a:lnTo>
                    <a:lnTo>
                      <a:pt x="10" y="90"/>
                    </a:lnTo>
                    <a:lnTo>
                      <a:pt x="13" y="95"/>
                    </a:lnTo>
                    <a:lnTo>
                      <a:pt x="17" y="99"/>
                    </a:lnTo>
                    <a:lnTo>
                      <a:pt x="21" y="103"/>
                    </a:lnTo>
                    <a:lnTo>
                      <a:pt x="26" y="106"/>
                    </a:lnTo>
                    <a:lnTo>
                      <a:pt x="30" y="109"/>
                    </a:lnTo>
                    <a:lnTo>
                      <a:pt x="35" y="111"/>
                    </a:lnTo>
                    <a:lnTo>
                      <a:pt x="41" y="113"/>
                    </a:lnTo>
                    <a:lnTo>
                      <a:pt x="46" y="115"/>
                    </a:lnTo>
                    <a:lnTo>
                      <a:pt x="52" y="116"/>
                    </a:lnTo>
                    <a:lnTo>
                      <a:pt x="58" y="116"/>
                    </a:lnTo>
                    <a:lnTo>
                      <a:pt x="188" y="116"/>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82" name=""/>
              <p:cNvSpPr/>
              <p:nvPr/>
            </p:nvSpPr>
            <p:spPr>
              <a:xfrm>
                <a:off x="323280" y="356040"/>
                <a:ext cx="159840" cy="307440"/>
              </a:xfrm>
              <a:custGeom>
                <a:avLst/>
                <a:gdLst>
                  <a:gd name="textAreaLeft" fmla="*/ 0 w 159840"/>
                  <a:gd name="textAreaRight" fmla="*/ 163440 w 159840"/>
                  <a:gd name="textAreaTop" fmla="*/ 0 h 307440"/>
                  <a:gd name="textAreaBottom" fmla="*/ 311040 h 307440"/>
                </a:gdLst>
                <a:ahLst/>
                <a:cxnLst/>
                <a:rect l="textAreaLeft" t="textAreaTop" r="textAreaRight" b="textAreaBottom"/>
                <a:pathLst>
                  <a:path w="454" h="864">
                    <a:moveTo>
                      <a:pt x="165" y="864"/>
                    </a:moveTo>
                    <a:lnTo>
                      <a:pt x="173" y="457"/>
                    </a:lnTo>
                    <a:lnTo>
                      <a:pt x="174" y="443"/>
                    </a:lnTo>
                    <a:lnTo>
                      <a:pt x="177" y="431"/>
                    </a:lnTo>
                    <a:lnTo>
                      <a:pt x="182" y="419"/>
                    </a:lnTo>
                    <a:lnTo>
                      <a:pt x="188" y="408"/>
                    </a:lnTo>
                    <a:lnTo>
                      <a:pt x="195" y="397"/>
                    </a:lnTo>
                    <a:lnTo>
                      <a:pt x="203" y="387"/>
                    </a:lnTo>
                    <a:lnTo>
                      <a:pt x="223" y="368"/>
                    </a:lnTo>
                    <a:lnTo>
                      <a:pt x="245" y="351"/>
                    </a:lnTo>
                    <a:lnTo>
                      <a:pt x="270" y="334"/>
                    </a:lnTo>
                    <a:lnTo>
                      <a:pt x="324" y="302"/>
                    </a:lnTo>
                    <a:lnTo>
                      <a:pt x="375" y="270"/>
                    </a:lnTo>
                    <a:lnTo>
                      <a:pt x="399" y="252"/>
                    </a:lnTo>
                    <a:lnTo>
                      <a:pt x="419" y="232"/>
                    </a:lnTo>
                    <a:lnTo>
                      <a:pt x="428" y="222"/>
                    </a:lnTo>
                    <a:lnTo>
                      <a:pt x="435" y="211"/>
                    </a:lnTo>
                    <a:lnTo>
                      <a:pt x="442" y="200"/>
                    </a:lnTo>
                    <a:lnTo>
                      <a:pt x="447" y="188"/>
                    </a:lnTo>
                    <a:lnTo>
                      <a:pt x="451" y="175"/>
                    </a:lnTo>
                    <a:lnTo>
                      <a:pt x="453" y="161"/>
                    </a:lnTo>
                    <a:lnTo>
                      <a:pt x="454" y="147"/>
                    </a:lnTo>
                    <a:lnTo>
                      <a:pt x="453" y="132"/>
                    </a:lnTo>
                    <a:lnTo>
                      <a:pt x="450" y="119"/>
                    </a:lnTo>
                    <a:lnTo>
                      <a:pt x="447" y="109"/>
                    </a:lnTo>
                    <a:lnTo>
                      <a:pt x="442" y="99"/>
                    </a:lnTo>
                    <a:lnTo>
                      <a:pt x="435" y="92"/>
                    </a:lnTo>
                    <a:lnTo>
                      <a:pt x="428" y="85"/>
                    </a:lnTo>
                    <a:lnTo>
                      <a:pt x="420" y="79"/>
                    </a:lnTo>
                    <a:lnTo>
                      <a:pt x="410" y="75"/>
                    </a:lnTo>
                    <a:lnTo>
                      <a:pt x="400" y="72"/>
                    </a:lnTo>
                    <a:lnTo>
                      <a:pt x="390" y="70"/>
                    </a:lnTo>
                    <a:lnTo>
                      <a:pt x="379" y="69"/>
                    </a:lnTo>
                    <a:lnTo>
                      <a:pt x="355" y="70"/>
                    </a:lnTo>
                    <a:lnTo>
                      <a:pt x="331" y="74"/>
                    </a:lnTo>
                    <a:lnTo>
                      <a:pt x="307" y="82"/>
                    </a:lnTo>
                    <a:lnTo>
                      <a:pt x="284" y="91"/>
                    </a:lnTo>
                    <a:lnTo>
                      <a:pt x="262" y="103"/>
                    </a:lnTo>
                    <a:lnTo>
                      <a:pt x="244" y="116"/>
                    </a:lnTo>
                    <a:lnTo>
                      <a:pt x="235" y="123"/>
                    </a:lnTo>
                    <a:lnTo>
                      <a:pt x="228" y="130"/>
                    </a:lnTo>
                    <a:lnTo>
                      <a:pt x="223" y="138"/>
                    </a:lnTo>
                    <a:lnTo>
                      <a:pt x="218" y="145"/>
                    </a:lnTo>
                    <a:lnTo>
                      <a:pt x="214" y="153"/>
                    </a:lnTo>
                    <a:lnTo>
                      <a:pt x="213" y="161"/>
                    </a:lnTo>
                    <a:lnTo>
                      <a:pt x="212" y="168"/>
                    </a:lnTo>
                    <a:lnTo>
                      <a:pt x="214" y="175"/>
                    </a:lnTo>
                    <a:lnTo>
                      <a:pt x="217" y="183"/>
                    </a:lnTo>
                    <a:lnTo>
                      <a:pt x="222" y="190"/>
                    </a:lnTo>
                    <a:lnTo>
                      <a:pt x="226" y="194"/>
                    </a:lnTo>
                    <a:lnTo>
                      <a:pt x="231" y="198"/>
                    </a:lnTo>
                    <a:lnTo>
                      <a:pt x="235" y="200"/>
                    </a:lnTo>
                    <a:lnTo>
                      <a:pt x="240" y="202"/>
                    </a:lnTo>
                    <a:lnTo>
                      <a:pt x="244" y="203"/>
                    </a:lnTo>
                    <a:lnTo>
                      <a:pt x="248" y="202"/>
                    </a:lnTo>
                    <a:lnTo>
                      <a:pt x="253" y="201"/>
                    </a:lnTo>
                    <a:lnTo>
                      <a:pt x="256" y="199"/>
                    </a:lnTo>
                    <a:lnTo>
                      <a:pt x="260" y="197"/>
                    </a:lnTo>
                    <a:lnTo>
                      <a:pt x="264" y="193"/>
                    </a:lnTo>
                    <a:lnTo>
                      <a:pt x="267" y="190"/>
                    </a:lnTo>
                    <a:lnTo>
                      <a:pt x="270" y="185"/>
                    </a:lnTo>
                    <a:lnTo>
                      <a:pt x="276" y="174"/>
                    </a:lnTo>
                    <a:lnTo>
                      <a:pt x="280" y="162"/>
                    </a:lnTo>
                    <a:lnTo>
                      <a:pt x="283" y="148"/>
                    </a:lnTo>
                    <a:lnTo>
                      <a:pt x="284" y="134"/>
                    </a:lnTo>
                    <a:lnTo>
                      <a:pt x="284" y="119"/>
                    </a:lnTo>
                    <a:lnTo>
                      <a:pt x="281" y="103"/>
                    </a:lnTo>
                    <a:lnTo>
                      <a:pt x="277" y="89"/>
                    </a:lnTo>
                    <a:lnTo>
                      <a:pt x="270" y="74"/>
                    </a:lnTo>
                    <a:lnTo>
                      <a:pt x="266" y="68"/>
                    </a:lnTo>
                    <a:lnTo>
                      <a:pt x="261" y="61"/>
                    </a:lnTo>
                    <a:lnTo>
                      <a:pt x="256" y="55"/>
                    </a:lnTo>
                    <a:lnTo>
                      <a:pt x="250" y="50"/>
                    </a:lnTo>
                    <a:lnTo>
                      <a:pt x="242" y="44"/>
                    </a:lnTo>
                    <a:lnTo>
                      <a:pt x="231" y="37"/>
                    </a:lnTo>
                    <a:lnTo>
                      <a:pt x="218" y="30"/>
                    </a:lnTo>
                    <a:lnTo>
                      <a:pt x="203" y="23"/>
                    </a:lnTo>
                    <a:lnTo>
                      <a:pt x="187" y="16"/>
                    </a:lnTo>
                    <a:lnTo>
                      <a:pt x="169" y="10"/>
                    </a:lnTo>
                    <a:lnTo>
                      <a:pt x="151" y="5"/>
                    </a:lnTo>
                    <a:lnTo>
                      <a:pt x="132" y="2"/>
                    </a:lnTo>
                    <a:lnTo>
                      <a:pt x="113" y="0"/>
                    </a:lnTo>
                    <a:lnTo>
                      <a:pt x="94" y="1"/>
                    </a:lnTo>
                    <a:lnTo>
                      <a:pt x="76" y="4"/>
                    </a:lnTo>
                    <a:lnTo>
                      <a:pt x="67" y="6"/>
                    </a:lnTo>
                    <a:lnTo>
                      <a:pt x="59" y="10"/>
                    </a:lnTo>
                    <a:lnTo>
                      <a:pt x="50" y="14"/>
                    </a:lnTo>
                    <a:lnTo>
                      <a:pt x="42"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7" y="355"/>
                    </a:lnTo>
                    <a:lnTo>
                      <a:pt x="248" y="378"/>
                    </a:lnTo>
                    <a:lnTo>
                      <a:pt x="264" y="400"/>
                    </a:lnTo>
                    <a:lnTo>
                      <a:pt x="270" y="411"/>
                    </a:lnTo>
                    <a:lnTo>
                      <a:pt x="275" y="422"/>
                    </a:lnTo>
                    <a:lnTo>
                      <a:pt x="278" y="432"/>
                    </a:lnTo>
                    <a:lnTo>
                      <a:pt x="280" y="443"/>
                    </a:lnTo>
                    <a:lnTo>
                      <a:pt x="281" y="483"/>
                    </a:lnTo>
                    <a:lnTo>
                      <a:pt x="281" y="540"/>
                    </a:lnTo>
                    <a:lnTo>
                      <a:pt x="278" y="682"/>
                    </a:lnTo>
                    <a:lnTo>
                      <a:pt x="273" y="864"/>
                    </a:lnTo>
                    <a:lnTo>
                      <a:pt x="165" y="864"/>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283" name=""/>
              <p:cNvSpPr/>
              <p:nvPr/>
            </p:nvSpPr>
            <p:spPr>
              <a:xfrm>
                <a:off x="404280" y="79560"/>
                <a:ext cx="360" cy="61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84" name=""/>
              <p:cNvSpPr/>
              <p:nvPr/>
            </p:nvSpPr>
            <p:spPr>
              <a:xfrm flipH="1">
                <a:off x="615600" y="168120"/>
                <a:ext cx="4320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85" name=""/>
              <p:cNvSpPr/>
              <p:nvPr/>
            </p:nvSpPr>
            <p:spPr>
              <a:xfrm flipH="1">
                <a:off x="66456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86" name=""/>
              <p:cNvSpPr/>
              <p:nvPr/>
            </p:nvSpPr>
            <p:spPr>
              <a:xfrm>
                <a:off x="149400" y="168120"/>
                <a:ext cx="4356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287" name=""/>
              <p:cNvSpPr/>
              <p:nvPr/>
            </p:nvSpPr>
            <p:spPr>
              <a:xfrm>
                <a:off x="8244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288" name=""/>
            <p:cNvGrpSpPr/>
            <p:nvPr/>
          </p:nvGrpSpPr>
          <p:grpSpPr>
            <a:xfrm>
              <a:off x="69480" y="59040"/>
              <a:ext cx="643320" cy="667440"/>
              <a:chOff x="69480" y="59040"/>
              <a:chExt cx="643320" cy="667440"/>
            </a:xfrm>
          </p:grpSpPr>
          <p:sp>
            <p:nvSpPr>
              <p:cNvPr id="289" name=""/>
              <p:cNvSpPr/>
              <p:nvPr/>
            </p:nvSpPr>
            <p:spPr>
              <a:xfrm>
                <a:off x="212400" y="217080"/>
                <a:ext cx="353520" cy="426240"/>
              </a:xfrm>
              <a:custGeom>
                <a:avLst/>
                <a:gdLst>
                  <a:gd name="textAreaLeft" fmla="*/ 0 w 353520"/>
                  <a:gd name="textAreaRight" fmla="*/ 357120 w 353520"/>
                  <a:gd name="textAreaTop" fmla="*/ 0 h 426240"/>
                  <a:gd name="textAreaBottom" fmla="*/ 429840 h 426240"/>
                </a:gdLst>
                <a:ahLst/>
                <a:cxnLst/>
                <a:rect l="textAreaLeft" t="textAreaTop" r="textAreaRight" b="textAreaBottom"/>
                <a:pathLst>
                  <a:path w="992" h="1194">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5" y="144"/>
                    </a:lnTo>
                    <a:lnTo>
                      <a:pt x="123" y="168"/>
                    </a:lnTo>
                    <a:lnTo>
                      <a:pt x="103" y="193"/>
                    </a:lnTo>
                    <a:lnTo>
                      <a:pt x="85" y="219"/>
                    </a:lnTo>
                    <a:lnTo>
                      <a:pt x="67" y="248"/>
                    </a:lnTo>
                    <a:lnTo>
                      <a:pt x="51" y="278"/>
                    </a:lnTo>
                    <a:lnTo>
                      <a:pt x="37" y="307"/>
                    </a:lnTo>
                    <a:lnTo>
                      <a:pt x="26" y="337"/>
                    </a:lnTo>
                    <a:lnTo>
                      <a:pt x="16" y="367"/>
                    </a:lnTo>
                    <a:lnTo>
                      <a:pt x="9" y="398"/>
                    </a:lnTo>
                    <a:lnTo>
                      <a:pt x="4" y="430"/>
                    </a:lnTo>
                    <a:lnTo>
                      <a:pt x="1" y="462"/>
                    </a:lnTo>
                    <a:lnTo>
                      <a:pt x="0" y="496"/>
                    </a:lnTo>
                    <a:lnTo>
                      <a:pt x="0" y="496"/>
                    </a:lnTo>
                    <a:lnTo>
                      <a:pt x="0" y="496"/>
                    </a:lnTo>
                    <a:lnTo>
                      <a:pt x="1" y="529"/>
                    </a:lnTo>
                    <a:lnTo>
                      <a:pt x="4" y="562"/>
                    </a:lnTo>
                    <a:lnTo>
                      <a:pt x="10" y="593"/>
                    </a:lnTo>
                    <a:lnTo>
                      <a:pt x="17" y="624"/>
                    </a:lnTo>
                    <a:lnTo>
                      <a:pt x="26" y="654"/>
                    </a:lnTo>
                    <a:lnTo>
                      <a:pt x="37" y="684"/>
                    </a:lnTo>
                    <a:lnTo>
                      <a:pt x="51" y="713"/>
                    </a:lnTo>
                    <a:lnTo>
                      <a:pt x="67" y="743"/>
                    </a:lnTo>
                    <a:lnTo>
                      <a:pt x="85" y="771"/>
                    </a:lnTo>
                    <a:lnTo>
                      <a:pt x="103" y="798"/>
                    </a:lnTo>
                    <a:lnTo>
                      <a:pt x="123" y="823"/>
                    </a:lnTo>
                    <a:lnTo>
                      <a:pt x="145" y="846"/>
                    </a:lnTo>
                    <a:lnTo>
                      <a:pt x="168" y="868"/>
                    </a:lnTo>
                    <a:lnTo>
                      <a:pt x="193" y="888"/>
                    </a:lnTo>
                    <a:lnTo>
                      <a:pt x="219" y="906"/>
                    </a:lnTo>
                    <a:lnTo>
                      <a:pt x="248" y="924"/>
                    </a:lnTo>
                    <a:lnTo>
                      <a:pt x="269" y="936"/>
                    </a:lnTo>
                    <a:lnTo>
                      <a:pt x="290" y="946"/>
                    </a:lnTo>
                    <a:lnTo>
                      <a:pt x="310" y="955"/>
                    </a:lnTo>
                    <a:lnTo>
                      <a:pt x="332" y="963"/>
                    </a:lnTo>
                    <a:lnTo>
                      <a:pt x="332" y="963"/>
                    </a:lnTo>
                    <a:lnTo>
                      <a:pt x="332" y="1135"/>
                    </a:lnTo>
                    <a:lnTo>
                      <a:pt x="332" y="1141"/>
                    </a:lnTo>
                    <a:lnTo>
                      <a:pt x="333" y="1147"/>
                    </a:lnTo>
                    <a:lnTo>
                      <a:pt x="335" y="1153"/>
                    </a:lnTo>
                    <a:lnTo>
                      <a:pt x="337" y="1158"/>
                    </a:lnTo>
                    <a:lnTo>
                      <a:pt x="339" y="1163"/>
                    </a:lnTo>
                    <a:lnTo>
                      <a:pt x="342" y="1168"/>
                    </a:lnTo>
                    <a:lnTo>
                      <a:pt x="345" y="1173"/>
                    </a:lnTo>
                    <a:lnTo>
                      <a:pt x="349" y="1177"/>
                    </a:lnTo>
                    <a:lnTo>
                      <a:pt x="353" y="1181"/>
                    </a:lnTo>
                    <a:lnTo>
                      <a:pt x="358" y="1184"/>
                    </a:lnTo>
                    <a:lnTo>
                      <a:pt x="363" y="1187"/>
                    </a:lnTo>
                    <a:lnTo>
                      <a:pt x="368" y="1189"/>
                    </a:lnTo>
                    <a:lnTo>
                      <a:pt x="373" y="1191"/>
                    </a:lnTo>
                    <a:lnTo>
                      <a:pt x="379" y="1193"/>
                    </a:lnTo>
                    <a:lnTo>
                      <a:pt x="385" y="1194"/>
                    </a:lnTo>
                    <a:lnTo>
                      <a:pt x="391" y="1194"/>
                    </a:lnTo>
                    <a:lnTo>
                      <a:pt x="602" y="1194"/>
                    </a:lnTo>
                    <a:lnTo>
                      <a:pt x="608" y="1194"/>
                    </a:lnTo>
                    <a:lnTo>
                      <a:pt x="614" y="1193"/>
                    </a:lnTo>
                    <a:lnTo>
                      <a:pt x="619" y="1191"/>
                    </a:lnTo>
                    <a:lnTo>
                      <a:pt x="625" y="1189"/>
                    </a:lnTo>
                    <a:lnTo>
                      <a:pt x="630" y="1187"/>
                    </a:lnTo>
                    <a:lnTo>
                      <a:pt x="634" y="1184"/>
                    </a:lnTo>
                    <a:lnTo>
                      <a:pt x="639" y="1181"/>
                    </a:lnTo>
                    <a:lnTo>
                      <a:pt x="643" y="1177"/>
                    </a:lnTo>
                    <a:lnTo>
                      <a:pt x="647" y="1173"/>
                    </a:lnTo>
                    <a:lnTo>
                      <a:pt x="650" y="1168"/>
                    </a:lnTo>
                    <a:lnTo>
                      <a:pt x="653" y="1163"/>
                    </a:lnTo>
                    <a:lnTo>
                      <a:pt x="655" y="1158"/>
                    </a:lnTo>
                    <a:lnTo>
                      <a:pt x="657" y="1153"/>
                    </a:lnTo>
                    <a:lnTo>
                      <a:pt x="659" y="1147"/>
                    </a:lnTo>
                    <a:lnTo>
                      <a:pt x="660" y="1141"/>
                    </a:lnTo>
                    <a:lnTo>
                      <a:pt x="660" y="1135"/>
                    </a:lnTo>
                    <a:lnTo>
                      <a:pt x="660" y="963"/>
                    </a:lnTo>
                    <a:lnTo>
                      <a:pt x="660" y="963"/>
                    </a:lnTo>
                    <a:lnTo>
                      <a:pt x="660" y="963"/>
                    </a:lnTo>
                    <a:lnTo>
                      <a:pt x="682" y="955"/>
                    </a:lnTo>
                    <a:lnTo>
                      <a:pt x="703" y="945"/>
                    </a:lnTo>
                    <a:lnTo>
                      <a:pt x="723" y="935"/>
                    </a:lnTo>
                    <a:lnTo>
                      <a:pt x="744" y="924"/>
                    </a:lnTo>
                    <a:lnTo>
                      <a:pt x="772" y="906"/>
                    </a:lnTo>
                    <a:lnTo>
                      <a:pt x="799" y="888"/>
                    </a:lnTo>
                    <a:lnTo>
                      <a:pt x="824" y="867"/>
                    </a:lnTo>
                    <a:lnTo>
                      <a:pt x="847" y="846"/>
                    </a:lnTo>
                    <a:lnTo>
                      <a:pt x="869" y="823"/>
                    </a:lnTo>
                    <a:lnTo>
                      <a:pt x="889" y="798"/>
                    </a:lnTo>
                    <a:lnTo>
                      <a:pt x="907" y="771"/>
                    </a:lnTo>
                    <a:lnTo>
                      <a:pt x="925" y="743"/>
                    </a:lnTo>
                    <a:lnTo>
                      <a:pt x="941" y="713"/>
                    </a:lnTo>
                    <a:lnTo>
                      <a:pt x="955" y="684"/>
                    </a:lnTo>
                    <a:lnTo>
                      <a:pt x="966" y="654"/>
                    </a:lnTo>
                    <a:lnTo>
                      <a:pt x="976" y="624"/>
                    </a:lnTo>
                    <a:lnTo>
                      <a:pt x="983" y="593"/>
                    </a:lnTo>
                    <a:lnTo>
                      <a:pt x="988" y="562"/>
                    </a:lnTo>
                    <a:lnTo>
                      <a:pt x="991" y="529"/>
                    </a:lnTo>
                    <a:lnTo>
                      <a:pt x="992" y="496"/>
                    </a:lnTo>
                    <a:lnTo>
                      <a:pt x="992" y="496"/>
                    </a:lnTo>
                    <a:lnTo>
                      <a:pt x="992" y="496"/>
                    </a:lnTo>
                    <a:lnTo>
                      <a:pt x="991" y="462"/>
                    </a:lnTo>
                    <a:lnTo>
                      <a:pt x="988" y="430"/>
                    </a:lnTo>
                    <a:lnTo>
                      <a:pt x="983" y="398"/>
                    </a:lnTo>
                    <a:lnTo>
                      <a:pt x="976" y="367"/>
                    </a:lnTo>
                    <a:lnTo>
                      <a:pt x="966" y="337"/>
                    </a:lnTo>
                    <a:lnTo>
                      <a:pt x="955" y="307"/>
                    </a:lnTo>
                    <a:lnTo>
                      <a:pt x="941" y="278"/>
                    </a:lnTo>
                    <a:lnTo>
                      <a:pt x="925" y="248"/>
                    </a:lnTo>
                    <a:lnTo>
                      <a:pt x="907" y="219"/>
                    </a:lnTo>
                    <a:lnTo>
                      <a:pt x="889" y="193"/>
                    </a:lnTo>
                    <a:lnTo>
                      <a:pt x="869" y="168"/>
                    </a:lnTo>
                    <a:lnTo>
                      <a:pt x="847" y="144"/>
                    </a:lnTo>
                    <a:lnTo>
                      <a:pt x="824" y="123"/>
                    </a:lnTo>
                    <a:lnTo>
                      <a:pt x="799" y="103"/>
                    </a:lnTo>
                    <a:lnTo>
                      <a:pt x="773" y="84"/>
                    </a:lnTo>
                    <a:lnTo>
                      <a:pt x="744" y="66"/>
                    </a:lnTo>
                    <a:lnTo>
                      <a:pt x="714" y="50"/>
                    </a:lnTo>
                    <a:lnTo>
                      <a:pt x="685" y="36"/>
                    </a:lnTo>
                    <a:lnTo>
                      <a:pt x="655" y="25"/>
                    </a:lnTo>
                    <a:lnTo>
                      <a:pt x="624" y="16"/>
                    </a:lnTo>
                    <a:lnTo>
                      <a:pt x="594" y="9"/>
                    </a:lnTo>
                    <a:lnTo>
                      <a:pt x="562" y="4"/>
                    </a:lnTo>
                    <a:lnTo>
                      <a:pt x="530" y="1"/>
                    </a:lnTo>
                    <a:lnTo>
                      <a:pt x="496" y="0"/>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290" name=""/>
              <p:cNvSpPr/>
              <p:nvPr/>
            </p:nvSpPr>
            <p:spPr>
              <a:xfrm>
                <a:off x="307080" y="646920"/>
                <a:ext cx="164160" cy="38160"/>
              </a:xfrm>
              <a:custGeom>
                <a:avLst/>
                <a:gdLst>
                  <a:gd name="textAreaLeft" fmla="*/ 0 w 164160"/>
                  <a:gd name="textAreaRight" fmla="*/ 167760 w 164160"/>
                  <a:gd name="textAreaTop" fmla="*/ 0 h 38160"/>
                  <a:gd name="textAreaBottom" fmla="*/ 41760 h 38160"/>
                </a:gdLst>
                <a:ahLst/>
                <a:cxnLst/>
                <a:rect l="textAreaLeft" t="textAreaTop" r="textAreaRight" b="textAreaBottom"/>
                <a:pathLst>
                  <a:path w="466" h="116">
                    <a:moveTo>
                      <a:pt x="233" y="116"/>
                    </a:moveTo>
                    <a:lnTo>
                      <a:pt x="408" y="116"/>
                    </a:lnTo>
                    <a:lnTo>
                      <a:pt x="414" y="116"/>
                    </a:lnTo>
                    <a:lnTo>
                      <a:pt x="420" y="115"/>
                    </a:lnTo>
                    <a:lnTo>
                      <a:pt x="425" y="113"/>
                    </a:lnTo>
                    <a:lnTo>
                      <a:pt x="431" y="111"/>
                    </a:lnTo>
                    <a:lnTo>
                      <a:pt x="436" y="109"/>
                    </a:lnTo>
                    <a:lnTo>
                      <a:pt x="440" y="106"/>
                    </a:lnTo>
                    <a:lnTo>
                      <a:pt x="445" y="103"/>
                    </a:lnTo>
                    <a:lnTo>
                      <a:pt x="449" y="99"/>
                    </a:lnTo>
                    <a:lnTo>
                      <a:pt x="453" y="95"/>
                    </a:lnTo>
                    <a:lnTo>
                      <a:pt x="456" y="90"/>
                    </a:lnTo>
                    <a:lnTo>
                      <a:pt x="459" y="86"/>
                    </a:lnTo>
                    <a:lnTo>
                      <a:pt x="461" y="81"/>
                    </a:lnTo>
                    <a:lnTo>
                      <a:pt x="463" y="75"/>
                    </a:lnTo>
                    <a:lnTo>
                      <a:pt x="465" y="70"/>
                    </a:lnTo>
                    <a:lnTo>
                      <a:pt x="466" y="64"/>
                    </a:lnTo>
                    <a:lnTo>
                      <a:pt x="466" y="58"/>
                    </a:lnTo>
                    <a:lnTo>
                      <a:pt x="466" y="52"/>
                    </a:lnTo>
                    <a:lnTo>
                      <a:pt x="465" y="46"/>
                    </a:lnTo>
                    <a:lnTo>
                      <a:pt x="463" y="41"/>
                    </a:lnTo>
                    <a:lnTo>
                      <a:pt x="461" y="35"/>
                    </a:lnTo>
                    <a:lnTo>
                      <a:pt x="459" y="30"/>
                    </a:lnTo>
                    <a:lnTo>
                      <a:pt x="456" y="26"/>
                    </a:lnTo>
                    <a:lnTo>
                      <a:pt x="453" y="21"/>
                    </a:lnTo>
                    <a:lnTo>
                      <a:pt x="449" y="17"/>
                    </a:lnTo>
                    <a:lnTo>
                      <a:pt x="445" y="13"/>
                    </a:lnTo>
                    <a:lnTo>
                      <a:pt x="440" y="10"/>
                    </a:lnTo>
                    <a:lnTo>
                      <a:pt x="436" y="7"/>
                    </a:lnTo>
                    <a:lnTo>
                      <a:pt x="431" y="5"/>
                    </a:lnTo>
                    <a:lnTo>
                      <a:pt x="425" y="3"/>
                    </a:lnTo>
                    <a:lnTo>
                      <a:pt x="420" y="1"/>
                    </a:lnTo>
                    <a:lnTo>
                      <a:pt x="414" y="0"/>
                    </a:lnTo>
                    <a:lnTo>
                      <a:pt x="40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64"/>
                    </a:lnTo>
                    <a:lnTo>
                      <a:pt x="1" y="70"/>
                    </a:lnTo>
                    <a:lnTo>
                      <a:pt x="3" y="75"/>
                    </a:lnTo>
                    <a:lnTo>
                      <a:pt x="5" y="81"/>
                    </a:lnTo>
                    <a:lnTo>
                      <a:pt x="7" y="86"/>
                    </a:lnTo>
                    <a:lnTo>
                      <a:pt x="10" y="90"/>
                    </a:lnTo>
                    <a:lnTo>
                      <a:pt x="13" y="95"/>
                    </a:lnTo>
                    <a:lnTo>
                      <a:pt x="17" y="99"/>
                    </a:lnTo>
                    <a:lnTo>
                      <a:pt x="21" y="103"/>
                    </a:lnTo>
                    <a:lnTo>
                      <a:pt x="26" y="106"/>
                    </a:lnTo>
                    <a:lnTo>
                      <a:pt x="31" y="109"/>
                    </a:lnTo>
                    <a:lnTo>
                      <a:pt x="36" y="111"/>
                    </a:lnTo>
                    <a:lnTo>
                      <a:pt x="41" y="113"/>
                    </a:lnTo>
                    <a:lnTo>
                      <a:pt x="47" y="115"/>
                    </a:lnTo>
                    <a:lnTo>
                      <a:pt x="53" y="116"/>
                    </a:lnTo>
                    <a:lnTo>
                      <a:pt x="59" y="116"/>
                    </a:lnTo>
                    <a:lnTo>
                      <a:pt x="233" y="116"/>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291" name=""/>
              <p:cNvSpPr/>
              <p:nvPr/>
            </p:nvSpPr>
            <p:spPr>
              <a:xfrm>
                <a:off x="323280" y="687960"/>
                <a:ext cx="131760" cy="38520"/>
              </a:xfrm>
              <a:custGeom>
                <a:avLst/>
                <a:gdLst>
                  <a:gd name="textAreaLeft" fmla="*/ 0 w 131760"/>
                  <a:gd name="textAreaRight" fmla="*/ 135360 w 131760"/>
                  <a:gd name="textAreaTop" fmla="*/ 0 h 38520"/>
                  <a:gd name="textAreaBottom" fmla="*/ 42120 h 38520"/>
                </a:gdLst>
                <a:ahLst/>
                <a:cxnLst/>
                <a:rect l="textAreaLeft" t="textAreaTop" r="textAreaRight" b="textAreaBottom"/>
                <a:pathLst>
                  <a:path w="376" h="117">
                    <a:moveTo>
                      <a:pt x="188" y="117"/>
                    </a:moveTo>
                    <a:lnTo>
                      <a:pt x="318" y="117"/>
                    </a:lnTo>
                    <a:lnTo>
                      <a:pt x="324" y="117"/>
                    </a:lnTo>
                    <a:lnTo>
                      <a:pt x="330" y="116"/>
                    </a:lnTo>
                    <a:lnTo>
                      <a:pt x="335" y="114"/>
                    </a:lnTo>
                    <a:lnTo>
                      <a:pt x="341" y="112"/>
                    </a:lnTo>
                    <a:lnTo>
                      <a:pt x="346" y="110"/>
                    </a:lnTo>
                    <a:lnTo>
                      <a:pt x="350" y="107"/>
                    </a:lnTo>
                    <a:lnTo>
                      <a:pt x="355" y="104"/>
                    </a:lnTo>
                    <a:lnTo>
                      <a:pt x="359" y="100"/>
                    </a:lnTo>
                    <a:lnTo>
                      <a:pt x="363" y="96"/>
                    </a:lnTo>
                    <a:lnTo>
                      <a:pt x="366" y="91"/>
                    </a:lnTo>
                    <a:lnTo>
                      <a:pt x="369" y="87"/>
                    </a:lnTo>
                    <a:lnTo>
                      <a:pt x="371" y="82"/>
                    </a:lnTo>
                    <a:lnTo>
                      <a:pt x="373" y="76"/>
                    </a:lnTo>
                    <a:lnTo>
                      <a:pt x="375" y="71"/>
                    </a:lnTo>
                    <a:lnTo>
                      <a:pt x="376" y="65"/>
                    </a:lnTo>
                    <a:lnTo>
                      <a:pt x="376" y="59"/>
                    </a:lnTo>
                    <a:lnTo>
                      <a:pt x="376" y="59"/>
                    </a:lnTo>
                    <a:lnTo>
                      <a:pt x="376" y="53"/>
                    </a:lnTo>
                    <a:lnTo>
                      <a:pt x="375" y="47"/>
                    </a:lnTo>
                    <a:lnTo>
                      <a:pt x="373" y="41"/>
                    </a:lnTo>
                    <a:lnTo>
                      <a:pt x="371" y="36"/>
                    </a:lnTo>
                    <a:lnTo>
                      <a:pt x="369" y="31"/>
                    </a:lnTo>
                    <a:lnTo>
                      <a:pt x="366" y="26"/>
                    </a:lnTo>
                    <a:lnTo>
                      <a:pt x="363" y="21"/>
                    </a:lnTo>
                    <a:lnTo>
                      <a:pt x="359" y="17"/>
                    </a:lnTo>
                    <a:lnTo>
                      <a:pt x="355" y="13"/>
                    </a:lnTo>
                    <a:lnTo>
                      <a:pt x="350" y="10"/>
                    </a:lnTo>
                    <a:lnTo>
                      <a:pt x="346" y="7"/>
                    </a:lnTo>
                    <a:lnTo>
                      <a:pt x="341" y="5"/>
                    </a:lnTo>
                    <a:lnTo>
                      <a:pt x="335" y="3"/>
                    </a:lnTo>
                    <a:lnTo>
                      <a:pt x="330" y="1"/>
                    </a:lnTo>
                    <a:lnTo>
                      <a:pt x="324" y="0"/>
                    </a:lnTo>
                    <a:lnTo>
                      <a:pt x="31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1"/>
                    </a:lnTo>
                    <a:lnTo>
                      <a:pt x="5" y="36"/>
                    </a:lnTo>
                    <a:lnTo>
                      <a:pt x="3" y="41"/>
                    </a:lnTo>
                    <a:lnTo>
                      <a:pt x="1" y="47"/>
                    </a:lnTo>
                    <a:lnTo>
                      <a:pt x="0" y="53"/>
                    </a:lnTo>
                    <a:lnTo>
                      <a:pt x="0" y="59"/>
                    </a:lnTo>
                    <a:lnTo>
                      <a:pt x="0" y="59"/>
                    </a:lnTo>
                    <a:lnTo>
                      <a:pt x="0" y="65"/>
                    </a:lnTo>
                    <a:lnTo>
                      <a:pt x="1" y="71"/>
                    </a:lnTo>
                    <a:lnTo>
                      <a:pt x="3" y="76"/>
                    </a:lnTo>
                    <a:lnTo>
                      <a:pt x="5" y="82"/>
                    </a:lnTo>
                    <a:lnTo>
                      <a:pt x="7" y="87"/>
                    </a:lnTo>
                    <a:lnTo>
                      <a:pt x="10" y="91"/>
                    </a:lnTo>
                    <a:lnTo>
                      <a:pt x="13" y="96"/>
                    </a:lnTo>
                    <a:lnTo>
                      <a:pt x="17" y="100"/>
                    </a:lnTo>
                    <a:lnTo>
                      <a:pt x="21" y="104"/>
                    </a:lnTo>
                    <a:lnTo>
                      <a:pt x="26" y="107"/>
                    </a:lnTo>
                    <a:lnTo>
                      <a:pt x="31" y="110"/>
                    </a:lnTo>
                    <a:lnTo>
                      <a:pt x="36" y="112"/>
                    </a:lnTo>
                    <a:lnTo>
                      <a:pt x="41" y="114"/>
                    </a:lnTo>
                    <a:lnTo>
                      <a:pt x="47" y="116"/>
                    </a:lnTo>
                    <a:lnTo>
                      <a:pt x="53" y="117"/>
                    </a:lnTo>
                    <a:lnTo>
                      <a:pt x="59" y="117"/>
                    </a:lnTo>
                    <a:lnTo>
                      <a:pt x="188" y="117"/>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292" name=""/>
              <p:cNvSpPr/>
              <p:nvPr/>
            </p:nvSpPr>
            <p:spPr>
              <a:xfrm>
                <a:off x="309960" y="335520"/>
                <a:ext cx="160200" cy="307800"/>
              </a:xfrm>
              <a:custGeom>
                <a:avLst/>
                <a:gdLst>
                  <a:gd name="textAreaLeft" fmla="*/ 0 w 160200"/>
                  <a:gd name="textAreaRight" fmla="*/ 163800 w 160200"/>
                  <a:gd name="textAreaTop" fmla="*/ 0 h 307800"/>
                  <a:gd name="textAreaBottom" fmla="*/ 311400 h 307800"/>
                </a:gdLst>
                <a:ahLst/>
                <a:cxnLst/>
                <a:rect l="textAreaLeft" t="textAreaTop" r="textAreaRight" b="textAreaBottom"/>
                <a:pathLst>
                  <a:path w="455" h="865">
                    <a:moveTo>
                      <a:pt x="165" y="865"/>
                    </a:moveTo>
                    <a:lnTo>
                      <a:pt x="173" y="457"/>
                    </a:lnTo>
                    <a:lnTo>
                      <a:pt x="174" y="443"/>
                    </a:lnTo>
                    <a:lnTo>
                      <a:pt x="178" y="431"/>
                    </a:lnTo>
                    <a:lnTo>
                      <a:pt x="182" y="419"/>
                    </a:lnTo>
                    <a:lnTo>
                      <a:pt x="188" y="408"/>
                    </a:lnTo>
                    <a:lnTo>
                      <a:pt x="195" y="397"/>
                    </a:lnTo>
                    <a:lnTo>
                      <a:pt x="204" y="387"/>
                    </a:lnTo>
                    <a:lnTo>
                      <a:pt x="223" y="368"/>
                    </a:lnTo>
                    <a:lnTo>
                      <a:pt x="246" y="351"/>
                    </a:lnTo>
                    <a:lnTo>
                      <a:pt x="271" y="334"/>
                    </a:lnTo>
                    <a:lnTo>
                      <a:pt x="324" y="302"/>
                    </a:lnTo>
                    <a:lnTo>
                      <a:pt x="376" y="270"/>
                    </a:lnTo>
                    <a:lnTo>
                      <a:pt x="400" y="252"/>
                    </a:lnTo>
                    <a:lnTo>
                      <a:pt x="420" y="232"/>
                    </a:lnTo>
                    <a:lnTo>
                      <a:pt x="429" y="222"/>
                    </a:lnTo>
                    <a:lnTo>
                      <a:pt x="436" y="211"/>
                    </a:lnTo>
                    <a:lnTo>
                      <a:pt x="443" y="200"/>
                    </a:lnTo>
                    <a:lnTo>
                      <a:pt x="448" y="188"/>
                    </a:lnTo>
                    <a:lnTo>
                      <a:pt x="452" y="175"/>
                    </a:lnTo>
                    <a:lnTo>
                      <a:pt x="454" y="161"/>
                    </a:lnTo>
                    <a:lnTo>
                      <a:pt x="455" y="147"/>
                    </a:lnTo>
                    <a:lnTo>
                      <a:pt x="454" y="132"/>
                    </a:lnTo>
                    <a:lnTo>
                      <a:pt x="451" y="119"/>
                    </a:lnTo>
                    <a:lnTo>
                      <a:pt x="448" y="109"/>
                    </a:lnTo>
                    <a:lnTo>
                      <a:pt x="443" y="99"/>
                    </a:lnTo>
                    <a:lnTo>
                      <a:pt x="436" y="91"/>
                    </a:lnTo>
                    <a:lnTo>
                      <a:pt x="429" y="85"/>
                    </a:lnTo>
                    <a:lnTo>
                      <a:pt x="421" y="79"/>
                    </a:lnTo>
                    <a:lnTo>
                      <a:pt x="411" y="75"/>
                    </a:lnTo>
                    <a:lnTo>
                      <a:pt x="401" y="72"/>
                    </a:lnTo>
                    <a:lnTo>
                      <a:pt x="391" y="70"/>
                    </a:lnTo>
                    <a:lnTo>
                      <a:pt x="380" y="69"/>
                    </a:lnTo>
                    <a:lnTo>
                      <a:pt x="356" y="70"/>
                    </a:lnTo>
                    <a:lnTo>
                      <a:pt x="332" y="74"/>
                    </a:lnTo>
                    <a:lnTo>
                      <a:pt x="308" y="81"/>
                    </a:lnTo>
                    <a:lnTo>
                      <a:pt x="285" y="91"/>
                    </a:lnTo>
                    <a:lnTo>
                      <a:pt x="263" y="103"/>
                    </a:lnTo>
                    <a:lnTo>
                      <a:pt x="245" y="116"/>
                    </a:lnTo>
                    <a:lnTo>
                      <a:pt x="236" y="123"/>
                    </a:lnTo>
                    <a:lnTo>
                      <a:pt x="229" y="130"/>
                    </a:lnTo>
                    <a:lnTo>
                      <a:pt x="224" y="138"/>
                    </a:lnTo>
                    <a:lnTo>
                      <a:pt x="219" y="145"/>
                    </a:lnTo>
                    <a:lnTo>
                      <a:pt x="215" y="153"/>
                    </a:lnTo>
                    <a:lnTo>
                      <a:pt x="214" y="160"/>
                    </a:lnTo>
                    <a:lnTo>
                      <a:pt x="213" y="168"/>
                    </a:lnTo>
                    <a:lnTo>
                      <a:pt x="215" y="175"/>
                    </a:lnTo>
                    <a:lnTo>
                      <a:pt x="218" y="183"/>
                    </a:lnTo>
                    <a:lnTo>
                      <a:pt x="223" y="190"/>
                    </a:lnTo>
                    <a:lnTo>
                      <a:pt x="227" y="194"/>
                    </a:lnTo>
                    <a:lnTo>
                      <a:pt x="232" y="198"/>
                    </a:lnTo>
                    <a:lnTo>
                      <a:pt x="236" y="200"/>
                    </a:lnTo>
                    <a:lnTo>
                      <a:pt x="241" y="202"/>
                    </a:lnTo>
                    <a:lnTo>
                      <a:pt x="245" y="203"/>
                    </a:lnTo>
                    <a:lnTo>
                      <a:pt x="249" y="202"/>
                    </a:lnTo>
                    <a:lnTo>
                      <a:pt x="254" y="201"/>
                    </a:lnTo>
                    <a:lnTo>
                      <a:pt x="257" y="199"/>
                    </a:lnTo>
                    <a:lnTo>
                      <a:pt x="261" y="197"/>
                    </a:lnTo>
                    <a:lnTo>
                      <a:pt x="265" y="194"/>
                    </a:lnTo>
                    <a:lnTo>
                      <a:pt x="268" y="190"/>
                    </a:lnTo>
                    <a:lnTo>
                      <a:pt x="271" y="185"/>
                    </a:lnTo>
                    <a:lnTo>
                      <a:pt x="277" y="175"/>
                    </a:lnTo>
                    <a:lnTo>
                      <a:pt x="281" y="162"/>
                    </a:lnTo>
                    <a:lnTo>
                      <a:pt x="284" y="149"/>
                    </a:lnTo>
                    <a:lnTo>
                      <a:pt x="285" y="134"/>
                    </a:lnTo>
                    <a:lnTo>
                      <a:pt x="285" y="119"/>
                    </a:lnTo>
                    <a:lnTo>
                      <a:pt x="282" y="104"/>
                    </a:lnTo>
                    <a:lnTo>
                      <a:pt x="278" y="89"/>
                    </a:lnTo>
                    <a:lnTo>
                      <a:pt x="271" y="75"/>
                    </a:lnTo>
                    <a:lnTo>
                      <a:pt x="267" y="69"/>
                    </a:lnTo>
                    <a:lnTo>
                      <a:pt x="262" y="62"/>
                    </a:lnTo>
                    <a:lnTo>
                      <a:pt x="257" y="56"/>
                    </a:lnTo>
                    <a:lnTo>
                      <a:pt x="251" y="51"/>
                    </a:lnTo>
                    <a:lnTo>
                      <a:pt x="242" y="44"/>
                    </a:lnTo>
                    <a:lnTo>
                      <a:pt x="232" y="38"/>
                    </a:lnTo>
                    <a:lnTo>
                      <a:pt x="219" y="30"/>
                    </a:lnTo>
                    <a:lnTo>
                      <a:pt x="204" y="23"/>
                    </a:lnTo>
                    <a:lnTo>
                      <a:pt x="187" y="16"/>
                    </a:lnTo>
                    <a:lnTo>
                      <a:pt x="170" y="10"/>
                    </a:lnTo>
                    <a:lnTo>
                      <a:pt x="151" y="5"/>
                    </a:lnTo>
                    <a:lnTo>
                      <a:pt x="133" y="2"/>
                    </a:lnTo>
                    <a:lnTo>
                      <a:pt x="114" y="0"/>
                    </a:lnTo>
                    <a:lnTo>
                      <a:pt x="95" y="1"/>
                    </a:lnTo>
                    <a:lnTo>
                      <a:pt x="76" y="4"/>
                    </a:lnTo>
                    <a:lnTo>
                      <a:pt x="68" y="6"/>
                    </a:lnTo>
                    <a:lnTo>
                      <a:pt x="59" y="10"/>
                    </a:lnTo>
                    <a:lnTo>
                      <a:pt x="51" y="14"/>
                    </a:lnTo>
                    <a:lnTo>
                      <a:pt x="43"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8" y="355"/>
                    </a:lnTo>
                    <a:lnTo>
                      <a:pt x="248" y="378"/>
                    </a:lnTo>
                    <a:lnTo>
                      <a:pt x="265" y="400"/>
                    </a:lnTo>
                    <a:lnTo>
                      <a:pt x="271" y="411"/>
                    </a:lnTo>
                    <a:lnTo>
                      <a:pt x="276" y="422"/>
                    </a:lnTo>
                    <a:lnTo>
                      <a:pt x="279" y="432"/>
                    </a:lnTo>
                    <a:lnTo>
                      <a:pt x="281" y="443"/>
                    </a:lnTo>
                    <a:lnTo>
                      <a:pt x="282" y="482"/>
                    </a:lnTo>
                    <a:lnTo>
                      <a:pt x="282" y="541"/>
                    </a:lnTo>
                    <a:lnTo>
                      <a:pt x="279" y="682"/>
                    </a:lnTo>
                    <a:lnTo>
                      <a:pt x="274" y="865"/>
                    </a:lnTo>
                    <a:lnTo>
                      <a:pt x="165" y="865"/>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293" name=""/>
              <p:cNvSpPr/>
              <p:nvPr/>
            </p:nvSpPr>
            <p:spPr>
              <a:xfrm>
                <a:off x="390960" y="59040"/>
                <a:ext cx="360" cy="615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294" name=""/>
              <p:cNvSpPr/>
              <p:nvPr/>
            </p:nvSpPr>
            <p:spPr>
              <a:xfrm flipH="1">
                <a:off x="60228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295" name=""/>
              <p:cNvSpPr/>
              <p:nvPr/>
            </p:nvSpPr>
            <p:spPr>
              <a:xfrm flipH="1">
                <a:off x="651240" y="384840"/>
                <a:ext cx="6156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296" name=""/>
              <p:cNvSpPr/>
              <p:nvPr/>
            </p:nvSpPr>
            <p:spPr>
              <a:xfrm>
                <a:off x="13644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297" name=""/>
              <p:cNvSpPr/>
              <p:nvPr/>
            </p:nvSpPr>
            <p:spPr>
              <a:xfrm>
                <a:off x="69480" y="384840"/>
                <a:ext cx="6120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grpSp>
      </p:grpSp>
      <p:sp>
        <p:nvSpPr>
          <p:cNvPr id="298" name="PlaceHolder 1"/>
          <p:cNvSpPr>
            <a:spLocks noGrp="1"/>
          </p:cNvSpPr>
          <p:nvPr>
            <p:ph type="title"/>
          </p:nvPr>
        </p:nvSpPr>
        <p:spPr>
          <a:xfrm>
            <a:off x="4320000" y="2019240"/>
            <a:ext cx="5036400" cy="274680"/>
          </a:xfrm>
          <a:prstGeom prst="rect">
            <a:avLst/>
          </a:prstGeom>
          <a:noFill/>
          <a:ln w="0">
            <a:noFill/>
          </a:ln>
          <a:effectLst>
            <a:outerShdw dist="35638" dir="2700000" blurRad="76320" rotWithShape="0">
              <a:srgbClr val="e8a202"/>
            </a:outerShdw>
          </a:effectLst>
        </p:spPr>
        <p:txBody>
          <a:bodyPr lIns="0" rIns="0" tIns="0" bIns="0" anchor="ctr">
            <a:sp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299"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00" name="PlaceHolder 3"/>
          <p:cNvSpPr>
            <a:spLocks noGrp="1"/>
          </p:cNvSpPr>
          <p:nvPr>
            <p:ph type="ftr" idx="22"/>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301" name="PlaceHolder 4"/>
          <p:cNvSpPr>
            <a:spLocks noGrp="1"/>
          </p:cNvSpPr>
          <p:nvPr>
            <p:ph type="sldNum" idx="23"/>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BF627AC4-692D-4F62-B1E4-7015F15A69FC}"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302" name="PlaceHolder 5"/>
          <p:cNvSpPr>
            <a:spLocks noGrp="1"/>
          </p:cNvSpPr>
          <p:nvPr>
            <p:ph type="dt" idx="24"/>
          </p:nvPr>
        </p:nvSpPr>
        <p:spPr>
          <a:xfrm>
            <a:off x="504000" y="5328000"/>
            <a:ext cx="2343600" cy="239040"/>
          </a:xfrm>
          <a:prstGeom prst="rect">
            <a:avLst/>
          </a:prstGeom>
          <a:noFill/>
          <a:ln w="0">
            <a:noFill/>
          </a:ln>
        </p:spPr>
        <p:txBody>
          <a:bodyPr lIns="0" rIns="0" tIns="0" bIns="0" anchor="t">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0"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
          <p:cNvSpPr/>
          <p:nvPr/>
        </p:nvSpPr>
        <p:spPr>
          <a:xfrm>
            <a:off x="0" y="180000"/>
            <a:ext cx="4146480" cy="413640"/>
          </a:xfrm>
          <a:custGeom>
            <a:avLst/>
            <a:gdLst>
              <a:gd name="textAreaLeft" fmla="*/ 0 w 4146480"/>
              <a:gd name="textAreaRight" fmla="*/ 4150080 w 4146480"/>
              <a:gd name="textAreaTop" fmla="*/ 0 h 413640"/>
              <a:gd name="textAreaBottom" fmla="*/ 417240 h 413640"/>
            </a:gdLst>
            <a:ahLst/>
            <a:cxnLst/>
            <a:rect l="textAreaLeft" t="textAreaTop" r="textAreaRight" b="textAreaBottom"/>
            <a:pathLst>
              <a:path w="11528" h="1159">
                <a:moveTo>
                  <a:pt x="0" y="0"/>
                </a:moveTo>
                <a:lnTo>
                  <a:pt x="11528" y="0"/>
                </a:lnTo>
                <a:lnTo>
                  <a:pt x="11528" y="1159"/>
                </a:lnTo>
                <a:lnTo>
                  <a:pt x="0" y="115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306" name=""/>
          <p:cNvGrpSpPr/>
          <p:nvPr/>
        </p:nvGrpSpPr>
        <p:grpSpPr>
          <a:xfrm>
            <a:off x="7474320" y="3038040"/>
            <a:ext cx="2442960" cy="2541600"/>
            <a:chOff x="7474320" y="3038040"/>
            <a:chExt cx="2442960" cy="2541600"/>
          </a:xfrm>
        </p:grpSpPr>
        <p:sp>
          <p:nvSpPr>
            <p:cNvPr id="307" name=""/>
            <p:cNvSpPr/>
            <p:nvPr/>
          </p:nvSpPr>
          <p:spPr>
            <a:xfrm>
              <a:off x="8018280" y="3637080"/>
              <a:ext cx="1351440" cy="1626840"/>
            </a:xfrm>
            <a:custGeom>
              <a:avLst/>
              <a:gdLst>
                <a:gd name="textAreaLeft" fmla="*/ 0 w 1351440"/>
                <a:gd name="textAreaRight" fmla="*/ 1355040 w 1351440"/>
                <a:gd name="textAreaTop" fmla="*/ 0 h 1626840"/>
                <a:gd name="textAreaBottom" fmla="*/ 1630440 h 1626840"/>
              </a:gdLst>
              <a:ahLst/>
              <a:cxnLst/>
              <a:rect l="textAreaLeft" t="textAreaTop" r="textAreaRight" b="textAreaBottom"/>
              <a:pathLst>
                <a:path w="3764" h="4529">
                  <a:moveTo>
                    <a:pt x="1882" y="0"/>
                  </a:moveTo>
                  <a:lnTo>
                    <a:pt x="1882" y="0"/>
                  </a:lnTo>
                  <a:lnTo>
                    <a:pt x="1882" y="0"/>
                  </a:lnTo>
                  <a:lnTo>
                    <a:pt x="1754" y="4"/>
                  </a:lnTo>
                  <a:lnTo>
                    <a:pt x="1631" y="15"/>
                  </a:lnTo>
                  <a:lnTo>
                    <a:pt x="1511" y="34"/>
                  </a:lnTo>
                  <a:lnTo>
                    <a:pt x="1394" y="61"/>
                  </a:lnTo>
                  <a:lnTo>
                    <a:pt x="1279" y="96"/>
                  </a:lnTo>
                  <a:lnTo>
                    <a:pt x="1166" y="140"/>
                  </a:lnTo>
                  <a:lnTo>
                    <a:pt x="1053" y="191"/>
                  </a:lnTo>
                  <a:lnTo>
                    <a:pt x="941" y="252"/>
                  </a:lnTo>
                  <a:lnTo>
                    <a:pt x="832" y="319"/>
                  </a:lnTo>
                  <a:lnTo>
                    <a:pt x="731" y="390"/>
                  </a:lnTo>
                  <a:lnTo>
                    <a:pt x="637" y="467"/>
                  </a:lnTo>
                  <a:lnTo>
                    <a:pt x="549" y="548"/>
                  </a:lnTo>
                  <a:lnTo>
                    <a:pt x="467" y="636"/>
                  </a:lnTo>
                  <a:lnTo>
                    <a:pt x="391" y="730"/>
                  </a:lnTo>
                  <a:lnTo>
                    <a:pt x="319" y="831"/>
                  </a:lnTo>
                  <a:lnTo>
                    <a:pt x="252" y="940"/>
                  </a:lnTo>
                  <a:lnTo>
                    <a:pt x="191" y="1052"/>
                  </a:lnTo>
                  <a:lnTo>
                    <a:pt x="139" y="1165"/>
                  </a:lnTo>
                  <a:lnTo>
                    <a:pt x="96" y="1278"/>
                  </a:lnTo>
                  <a:lnTo>
                    <a:pt x="61" y="1393"/>
                  </a:lnTo>
                  <a:lnTo>
                    <a:pt x="34" y="1510"/>
                  </a:lnTo>
                  <a:lnTo>
                    <a:pt x="15" y="1630"/>
                  </a:lnTo>
                  <a:lnTo>
                    <a:pt x="4" y="1753"/>
                  </a:lnTo>
                  <a:lnTo>
                    <a:pt x="0" y="1881"/>
                  </a:lnTo>
                  <a:lnTo>
                    <a:pt x="0" y="1881"/>
                  </a:lnTo>
                  <a:lnTo>
                    <a:pt x="0" y="1881"/>
                  </a:lnTo>
                  <a:lnTo>
                    <a:pt x="4" y="2008"/>
                  </a:lnTo>
                  <a:lnTo>
                    <a:pt x="15" y="2131"/>
                  </a:lnTo>
                  <a:lnTo>
                    <a:pt x="34" y="2250"/>
                  </a:lnTo>
                  <a:lnTo>
                    <a:pt x="61" y="2367"/>
                  </a:lnTo>
                  <a:lnTo>
                    <a:pt x="96" y="2482"/>
                  </a:lnTo>
                  <a:lnTo>
                    <a:pt x="140" y="2595"/>
                  </a:lnTo>
                  <a:lnTo>
                    <a:pt x="192" y="2707"/>
                  </a:lnTo>
                  <a:lnTo>
                    <a:pt x="252" y="2819"/>
                  </a:lnTo>
                  <a:lnTo>
                    <a:pt x="319" y="2927"/>
                  </a:lnTo>
                  <a:lnTo>
                    <a:pt x="391" y="3028"/>
                  </a:lnTo>
                  <a:lnTo>
                    <a:pt x="467" y="3123"/>
                  </a:lnTo>
                  <a:lnTo>
                    <a:pt x="549" y="3210"/>
                  </a:lnTo>
                  <a:lnTo>
                    <a:pt x="637" y="3292"/>
                  </a:lnTo>
                  <a:lnTo>
                    <a:pt x="731" y="3368"/>
                  </a:lnTo>
                  <a:lnTo>
                    <a:pt x="832" y="3440"/>
                  </a:lnTo>
                  <a:lnTo>
                    <a:pt x="941" y="3507"/>
                  </a:lnTo>
                  <a:lnTo>
                    <a:pt x="1020" y="3550"/>
                  </a:lnTo>
                  <a:lnTo>
                    <a:pt x="1097" y="3588"/>
                  </a:lnTo>
                  <a:lnTo>
                    <a:pt x="1176" y="3622"/>
                  </a:lnTo>
                  <a:lnTo>
                    <a:pt x="1260" y="3654"/>
                  </a:lnTo>
                  <a:lnTo>
                    <a:pt x="1260" y="3656"/>
                  </a:lnTo>
                  <a:lnTo>
                    <a:pt x="1260" y="4308"/>
                  </a:lnTo>
                  <a:lnTo>
                    <a:pt x="1261" y="4330"/>
                  </a:lnTo>
                  <a:lnTo>
                    <a:pt x="1264" y="4353"/>
                  </a:lnTo>
                  <a:lnTo>
                    <a:pt x="1270" y="4374"/>
                  </a:lnTo>
                  <a:lnTo>
                    <a:pt x="1277" y="4394"/>
                  </a:lnTo>
                  <a:lnTo>
                    <a:pt x="1287" y="4413"/>
                  </a:lnTo>
                  <a:lnTo>
                    <a:pt x="1298" y="4432"/>
                  </a:lnTo>
                  <a:lnTo>
                    <a:pt x="1310" y="4449"/>
                  </a:lnTo>
                  <a:lnTo>
                    <a:pt x="1325" y="4464"/>
                  </a:lnTo>
                  <a:lnTo>
                    <a:pt x="1340" y="4479"/>
                  </a:lnTo>
                  <a:lnTo>
                    <a:pt x="1357" y="4491"/>
                  </a:lnTo>
                  <a:lnTo>
                    <a:pt x="1376" y="4502"/>
                  </a:lnTo>
                  <a:lnTo>
                    <a:pt x="1395" y="4511"/>
                  </a:lnTo>
                  <a:lnTo>
                    <a:pt x="1415" y="4519"/>
                  </a:lnTo>
                  <a:lnTo>
                    <a:pt x="1436" y="4524"/>
                  </a:lnTo>
                  <a:lnTo>
                    <a:pt x="1458" y="4528"/>
                  </a:lnTo>
                  <a:lnTo>
                    <a:pt x="1481" y="4529"/>
                  </a:lnTo>
                  <a:lnTo>
                    <a:pt x="2282" y="4529"/>
                  </a:lnTo>
                  <a:lnTo>
                    <a:pt x="2305" y="4528"/>
                  </a:lnTo>
                  <a:lnTo>
                    <a:pt x="2327" y="4524"/>
                  </a:lnTo>
                  <a:lnTo>
                    <a:pt x="2348" y="4519"/>
                  </a:lnTo>
                  <a:lnTo>
                    <a:pt x="2368" y="4511"/>
                  </a:lnTo>
                  <a:lnTo>
                    <a:pt x="2388" y="4502"/>
                  </a:lnTo>
                  <a:lnTo>
                    <a:pt x="2406" y="4491"/>
                  </a:lnTo>
                  <a:lnTo>
                    <a:pt x="2423" y="4479"/>
                  </a:lnTo>
                  <a:lnTo>
                    <a:pt x="2439" y="4464"/>
                  </a:lnTo>
                  <a:lnTo>
                    <a:pt x="2453" y="4449"/>
                  </a:lnTo>
                  <a:lnTo>
                    <a:pt x="2465" y="4432"/>
                  </a:lnTo>
                  <a:lnTo>
                    <a:pt x="2476" y="4413"/>
                  </a:lnTo>
                  <a:lnTo>
                    <a:pt x="2486" y="4394"/>
                  </a:lnTo>
                  <a:lnTo>
                    <a:pt x="2493" y="4374"/>
                  </a:lnTo>
                  <a:lnTo>
                    <a:pt x="2498" y="4353"/>
                  </a:lnTo>
                  <a:lnTo>
                    <a:pt x="2502" y="4330"/>
                  </a:lnTo>
                  <a:lnTo>
                    <a:pt x="2503" y="4308"/>
                  </a:lnTo>
                  <a:lnTo>
                    <a:pt x="2503" y="3656"/>
                  </a:lnTo>
                  <a:lnTo>
                    <a:pt x="2503" y="3654"/>
                  </a:lnTo>
                  <a:lnTo>
                    <a:pt x="2503" y="3654"/>
                  </a:lnTo>
                  <a:lnTo>
                    <a:pt x="2587" y="3622"/>
                  </a:lnTo>
                  <a:lnTo>
                    <a:pt x="2667" y="3588"/>
                  </a:lnTo>
                  <a:lnTo>
                    <a:pt x="2744" y="3550"/>
                  </a:lnTo>
                  <a:lnTo>
                    <a:pt x="2823" y="3507"/>
                  </a:lnTo>
                  <a:lnTo>
                    <a:pt x="2931" y="3440"/>
                  </a:lnTo>
                  <a:lnTo>
                    <a:pt x="3033" y="3368"/>
                  </a:lnTo>
                  <a:lnTo>
                    <a:pt x="3127" y="3292"/>
                  </a:lnTo>
                  <a:lnTo>
                    <a:pt x="3215" y="3210"/>
                  </a:lnTo>
                  <a:lnTo>
                    <a:pt x="3297" y="3123"/>
                  </a:lnTo>
                  <a:lnTo>
                    <a:pt x="3373" y="3029"/>
                  </a:lnTo>
                  <a:lnTo>
                    <a:pt x="3445" y="2927"/>
                  </a:lnTo>
                  <a:lnTo>
                    <a:pt x="3512" y="2819"/>
                  </a:lnTo>
                  <a:lnTo>
                    <a:pt x="3572" y="2707"/>
                  </a:lnTo>
                  <a:lnTo>
                    <a:pt x="3624" y="2595"/>
                  </a:lnTo>
                  <a:lnTo>
                    <a:pt x="3667" y="2482"/>
                  </a:lnTo>
                  <a:lnTo>
                    <a:pt x="3702" y="2367"/>
                  </a:lnTo>
                  <a:lnTo>
                    <a:pt x="3729" y="2250"/>
                  </a:lnTo>
                  <a:lnTo>
                    <a:pt x="3748" y="2131"/>
                  </a:lnTo>
                  <a:lnTo>
                    <a:pt x="3760" y="2008"/>
                  </a:lnTo>
                  <a:lnTo>
                    <a:pt x="3764" y="1881"/>
                  </a:lnTo>
                  <a:lnTo>
                    <a:pt x="3764" y="1881"/>
                  </a:lnTo>
                  <a:lnTo>
                    <a:pt x="3764" y="1881"/>
                  </a:lnTo>
                  <a:lnTo>
                    <a:pt x="3760" y="1753"/>
                  </a:lnTo>
                  <a:lnTo>
                    <a:pt x="3749" y="1630"/>
                  </a:lnTo>
                  <a:lnTo>
                    <a:pt x="3730" y="1510"/>
                  </a:lnTo>
                  <a:lnTo>
                    <a:pt x="3703" y="1393"/>
                  </a:lnTo>
                  <a:lnTo>
                    <a:pt x="3668" y="1278"/>
                  </a:lnTo>
                  <a:lnTo>
                    <a:pt x="3624" y="1165"/>
                  </a:lnTo>
                  <a:lnTo>
                    <a:pt x="3573" y="1052"/>
                  </a:lnTo>
                  <a:lnTo>
                    <a:pt x="3512" y="940"/>
                  </a:lnTo>
                  <a:lnTo>
                    <a:pt x="3445" y="831"/>
                  </a:lnTo>
                  <a:lnTo>
                    <a:pt x="3373" y="730"/>
                  </a:lnTo>
                  <a:lnTo>
                    <a:pt x="3297" y="636"/>
                  </a:lnTo>
                  <a:lnTo>
                    <a:pt x="3215" y="548"/>
                  </a:lnTo>
                  <a:lnTo>
                    <a:pt x="3127" y="467"/>
                  </a:lnTo>
                  <a:lnTo>
                    <a:pt x="3033" y="390"/>
                  </a:lnTo>
                  <a:lnTo>
                    <a:pt x="2932" y="319"/>
                  </a:lnTo>
                  <a:lnTo>
                    <a:pt x="2823" y="252"/>
                  </a:lnTo>
                  <a:lnTo>
                    <a:pt x="2711" y="191"/>
                  </a:lnTo>
                  <a:lnTo>
                    <a:pt x="2598" y="140"/>
                  </a:lnTo>
                  <a:lnTo>
                    <a:pt x="2485" y="96"/>
                  </a:lnTo>
                  <a:lnTo>
                    <a:pt x="2370" y="61"/>
                  </a:lnTo>
                  <a:lnTo>
                    <a:pt x="2253" y="34"/>
                  </a:lnTo>
                  <a:lnTo>
                    <a:pt x="2133" y="15"/>
                  </a:lnTo>
                  <a:lnTo>
                    <a:pt x="2009" y="4"/>
                  </a:lnTo>
                  <a:lnTo>
                    <a:pt x="1882" y="0"/>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08" name=""/>
            <p:cNvSpPr/>
            <p:nvPr/>
          </p:nvSpPr>
          <p:spPr>
            <a:xfrm>
              <a:off x="8377560" y="5267520"/>
              <a:ext cx="632520" cy="155520"/>
            </a:xfrm>
            <a:custGeom>
              <a:avLst/>
              <a:gdLst>
                <a:gd name="textAreaLeft" fmla="*/ 0 w 632520"/>
                <a:gd name="textAreaRight" fmla="*/ 636120 w 632520"/>
                <a:gd name="textAreaTop" fmla="*/ 0 h 155520"/>
                <a:gd name="textAreaBottom" fmla="*/ 159120 h 155520"/>
              </a:gdLst>
              <a:ahLst/>
              <a:cxnLst/>
              <a:rect l="textAreaLeft" t="textAreaTop" r="textAreaRight" b="textAreaBottom"/>
              <a:pathLst>
                <a:path w="1767" h="442">
                  <a:moveTo>
                    <a:pt x="884" y="442"/>
                  </a:moveTo>
                  <a:lnTo>
                    <a:pt x="1546" y="442"/>
                  </a:lnTo>
                  <a:lnTo>
                    <a:pt x="1569" y="441"/>
                  </a:lnTo>
                  <a:lnTo>
                    <a:pt x="1590" y="437"/>
                  </a:lnTo>
                  <a:lnTo>
                    <a:pt x="1612" y="432"/>
                  </a:lnTo>
                  <a:lnTo>
                    <a:pt x="1632" y="425"/>
                  </a:lnTo>
                  <a:lnTo>
                    <a:pt x="1651" y="415"/>
                  </a:lnTo>
                  <a:lnTo>
                    <a:pt x="1669" y="404"/>
                  </a:lnTo>
                  <a:lnTo>
                    <a:pt x="1686" y="391"/>
                  </a:lnTo>
                  <a:lnTo>
                    <a:pt x="1702" y="377"/>
                  </a:lnTo>
                  <a:lnTo>
                    <a:pt x="1716" y="362"/>
                  </a:lnTo>
                  <a:lnTo>
                    <a:pt x="1729" y="345"/>
                  </a:lnTo>
                  <a:lnTo>
                    <a:pt x="1740" y="326"/>
                  </a:lnTo>
                  <a:lnTo>
                    <a:pt x="1750" y="307"/>
                  </a:lnTo>
                  <a:lnTo>
                    <a:pt x="1757" y="287"/>
                  </a:lnTo>
                  <a:lnTo>
                    <a:pt x="1762" y="266"/>
                  </a:lnTo>
                  <a:lnTo>
                    <a:pt x="1766" y="244"/>
                  </a:lnTo>
                  <a:lnTo>
                    <a:pt x="1767" y="221"/>
                  </a:lnTo>
                  <a:lnTo>
                    <a:pt x="1766" y="198"/>
                  </a:lnTo>
                  <a:lnTo>
                    <a:pt x="1762" y="176"/>
                  </a:lnTo>
                  <a:lnTo>
                    <a:pt x="1757" y="155"/>
                  </a:lnTo>
                  <a:lnTo>
                    <a:pt x="1750" y="135"/>
                  </a:lnTo>
                  <a:lnTo>
                    <a:pt x="1740" y="116"/>
                  </a:lnTo>
                  <a:lnTo>
                    <a:pt x="1729" y="97"/>
                  </a:lnTo>
                  <a:lnTo>
                    <a:pt x="1716" y="80"/>
                  </a:lnTo>
                  <a:lnTo>
                    <a:pt x="1702" y="65"/>
                  </a:lnTo>
                  <a:lnTo>
                    <a:pt x="1686" y="50"/>
                  </a:lnTo>
                  <a:lnTo>
                    <a:pt x="1669" y="38"/>
                  </a:lnTo>
                  <a:lnTo>
                    <a:pt x="1651" y="27"/>
                  </a:lnTo>
                  <a:lnTo>
                    <a:pt x="1632" y="17"/>
                  </a:lnTo>
                  <a:lnTo>
                    <a:pt x="1612" y="10"/>
                  </a:lnTo>
                  <a:lnTo>
                    <a:pt x="1590" y="4"/>
                  </a:lnTo>
                  <a:lnTo>
                    <a:pt x="1569" y="1"/>
                  </a:lnTo>
                  <a:lnTo>
                    <a:pt x="1546" y="0"/>
                  </a:lnTo>
                  <a:lnTo>
                    <a:pt x="221" y="0"/>
                  </a:lnTo>
                  <a:lnTo>
                    <a:pt x="198" y="1"/>
                  </a:lnTo>
                  <a:lnTo>
                    <a:pt x="176" y="4"/>
                  </a:lnTo>
                  <a:lnTo>
                    <a:pt x="155" y="10"/>
                  </a:lnTo>
                  <a:lnTo>
                    <a:pt x="135" y="17"/>
                  </a:lnTo>
                  <a:lnTo>
                    <a:pt x="116" y="27"/>
                  </a:lnTo>
                  <a:lnTo>
                    <a:pt x="97" y="38"/>
                  </a:lnTo>
                  <a:lnTo>
                    <a:pt x="80" y="50"/>
                  </a:lnTo>
                  <a:lnTo>
                    <a:pt x="65" y="65"/>
                  </a:lnTo>
                  <a:lnTo>
                    <a:pt x="50" y="80"/>
                  </a:lnTo>
                  <a:lnTo>
                    <a:pt x="38" y="97"/>
                  </a:lnTo>
                  <a:lnTo>
                    <a:pt x="27" y="116"/>
                  </a:lnTo>
                  <a:lnTo>
                    <a:pt x="17" y="135"/>
                  </a:lnTo>
                  <a:lnTo>
                    <a:pt x="10" y="155"/>
                  </a:lnTo>
                  <a:lnTo>
                    <a:pt x="4" y="176"/>
                  </a:lnTo>
                  <a:lnTo>
                    <a:pt x="1" y="198"/>
                  </a:lnTo>
                  <a:lnTo>
                    <a:pt x="0" y="221"/>
                  </a:lnTo>
                  <a:lnTo>
                    <a:pt x="1" y="244"/>
                  </a:lnTo>
                  <a:lnTo>
                    <a:pt x="4" y="266"/>
                  </a:lnTo>
                  <a:lnTo>
                    <a:pt x="10" y="287"/>
                  </a:lnTo>
                  <a:lnTo>
                    <a:pt x="17" y="307"/>
                  </a:lnTo>
                  <a:lnTo>
                    <a:pt x="27" y="326"/>
                  </a:lnTo>
                  <a:lnTo>
                    <a:pt x="38" y="345"/>
                  </a:lnTo>
                  <a:lnTo>
                    <a:pt x="50" y="362"/>
                  </a:lnTo>
                  <a:lnTo>
                    <a:pt x="65" y="377"/>
                  </a:lnTo>
                  <a:lnTo>
                    <a:pt x="80" y="391"/>
                  </a:lnTo>
                  <a:lnTo>
                    <a:pt x="97" y="404"/>
                  </a:lnTo>
                  <a:lnTo>
                    <a:pt x="116" y="415"/>
                  </a:lnTo>
                  <a:lnTo>
                    <a:pt x="135" y="425"/>
                  </a:lnTo>
                  <a:lnTo>
                    <a:pt x="155" y="432"/>
                  </a:lnTo>
                  <a:lnTo>
                    <a:pt x="176" y="437"/>
                  </a:lnTo>
                  <a:lnTo>
                    <a:pt x="198" y="441"/>
                  </a:lnTo>
                  <a:lnTo>
                    <a:pt x="221" y="442"/>
                  </a:lnTo>
                  <a:lnTo>
                    <a:pt x="884" y="442"/>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09" name=""/>
            <p:cNvSpPr/>
            <p:nvPr/>
          </p:nvSpPr>
          <p:spPr>
            <a:xfrm>
              <a:off x="8439120" y="5424480"/>
              <a:ext cx="509760" cy="155160"/>
            </a:xfrm>
            <a:custGeom>
              <a:avLst/>
              <a:gdLst>
                <a:gd name="textAreaLeft" fmla="*/ 0 w 509760"/>
                <a:gd name="textAreaRight" fmla="*/ 513360 w 509760"/>
                <a:gd name="textAreaTop" fmla="*/ 0 h 155160"/>
                <a:gd name="textAreaBottom" fmla="*/ 158760 h 155160"/>
              </a:gdLst>
              <a:ahLst/>
              <a:cxnLst/>
              <a:rect l="textAreaLeft" t="textAreaTop" r="textAreaRight" b="textAreaBottom"/>
              <a:pathLst>
                <a:path w="1426" h="441">
                  <a:moveTo>
                    <a:pt x="713" y="441"/>
                  </a:moveTo>
                  <a:lnTo>
                    <a:pt x="1205" y="441"/>
                  </a:lnTo>
                  <a:lnTo>
                    <a:pt x="1228" y="440"/>
                  </a:lnTo>
                  <a:lnTo>
                    <a:pt x="1249" y="436"/>
                  </a:lnTo>
                  <a:lnTo>
                    <a:pt x="1271" y="431"/>
                  </a:lnTo>
                  <a:lnTo>
                    <a:pt x="1291" y="424"/>
                  </a:lnTo>
                  <a:lnTo>
                    <a:pt x="1310" y="414"/>
                  </a:lnTo>
                  <a:lnTo>
                    <a:pt x="1328" y="403"/>
                  </a:lnTo>
                  <a:lnTo>
                    <a:pt x="1346" y="391"/>
                  </a:lnTo>
                  <a:lnTo>
                    <a:pt x="1361" y="376"/>
                  </a:lnTo>
                  <a:lnTo>
                    <a:pt x="1375" y="361"/>
                  </a:lnTo>
                  <a:lnTo>
                    <a:pt x="1388" y="344"/>
                  </a:lnTo>
                  <a:lnTo>
                    <a:pt x="1399" y="326"/>
                  </a:lnTo>
                  <a:lnTo>
                    <a:pt x="1409" y="306"/>
                  </a:lnTo>
                  <a:lnTo>
                    <a:pt x="1416" y="286"/>
                  </a:lnTo>
                  <a:lnTo>
                    <a:pt x="1421" y="265"/>
                  </a:lnTo>
                  <a:lnTo>
                    <a:pt x="1425" y="243"/>
                  </a:lnTo>
                  <a:lnTo>
                    <a:pt x="1426" y="221"/>
                  </a:lnTo>
                  <a:lnTo>
                    <a:pt x="1426" y="221"/>
                  </a:lnTo>
                  <a:lnTo>
                    <a:pt x="1425" y="198"/>
                  </a:lnTo>
                  <a:lnTo>
                    <a:pt x="1421" y="176"/>
                  </a:lnTo>
                  <a:lnTo>
                    <a:pt x="1416" y="155"/>
                  </a:lnTo>
                  <a:lnTo>
                    <a:pt x="1409" y="135"/>
                  </a:lnTo>
                  <a:lnTo>
                    <a:pt x="1399" y="116"/>
                  </a:lnTo>
                  <a:lnTo>
                    <a:pt x="1388" y="97"/>
                  </a:lnTo>
                  <a:lnTo>
                    <a:pt x="1375" y="80"/>
                  </a:lnTo>
                  <a:lnTo>
                    <a:pt x="1361" y="65"/>
                  </a:lnTo>
                  <a:lnTo>
                    <a:pt x="1346" y="50"/>
                  </a:lnTo>
                  <a:lnTo>
                    <a:pt x="1328" y="38"/>
                  </a:lnTo>
                  <a:lnTo>
                    <a:pt x="1310" y="27"/>
                  </a:lnTo>
                  <a:lnTo>
                    <a:pt x="1291" y="17"/>
                  </a:lnTo>
                  <a:lnTo>
                    <a:pt x="1271" y="10"/>
                  </a:lnTo>
                  <a:lnTo>
                    <a:pt x="1249" y="4"/>
                  </a:lnTo>
                  <a:lnTo>
                    <a:pt x="1228" y="1"/>
                  </a:lnTo>
                  <a:lnTo>
                    <a:pt x="1205" y="0"/>
                  </a:lnTo>
                  <a:lnTo>
                    <a:pt x="221" y="0"/>
                  </a:lnTo>
                  <a:lnTo>
                    <a:pt x="198" y="1"/>
                  </a:lnTo>
                  <a:lnTo>
                    <a:pt x="176" y="4"/>
                  </a:lnTo>
                  <a:lnTo>
                    <a:pt x="155" y="10"/>
                  </a:lnTo>
                  <a:lnTo>
                    <a:pt x="135" y="17"/>
                  </a:lnTo>
                  <a:lnTo>
                    <a:pt x="116" y="27"/>
                  </a:lnTo>
                  <a:lnTo>
                    <a:pt x="97" y="38"/>
                  </a:lnTo>
                  <a:lnTo>
                    <a:pt x="80" y="50"/>
                  </a:lnTo>
                  <a:lnTo>
                    <a:pt x="65" y="65"/>
                  </a:lnTo>
                  <a:lnTo>
                    <a:pt x="50" y="80"/>
                  </a:lnTo>
                  <a:lnTo>
                    <a:pt x="38" y="97"/>
                  </a:lnTo>
                  <a:lnTo>
                    <a:pt x="27" y="116"/>
                  </a:lnTo>
                  <a:lnTo>
                    <a:pt x="17" y="135"/>
                  </a:lnTo>
                  <a:lnTo>
                    <a:pt x="10" y="155"/>
                  </a:lnTo>
                  <a:lnTo>
                    <a:pt x="4" y="176"/>
                  </a:lnTo>
                  <a:lnTo>
                    <a:pt x="1" y="198"/>
                  </a:lnTo>
                  <a:lnTo>
                    <a:pt x="0" y="221"/>
                  </a:lnTo>
                  <a:lnTo>
                    <a:pt x="0" y="221"/>
                  </a:lnTo>
                  <a:lnTo>
                    <a:pt x="1" y="243"/>
                  </a:lnTo>
                  <a:lnTo>
                    <a:pt x="4" y="265"/>
                  </a:lnTo>
                  <a:lnTo>
                    <a:pt x="10" y="286"/>
                  </a:lnTo>
                  <a:lnTo>
                    <a:pt x="17" y="306"/>
                  </a:lnTo>
                  <a:lnTo>
                    <a:pt x="27" y="326"/>
                  </a:lnTo>
                  <a:lnTo>
                    <a:pt x="38" y="344"/>
                  </a:lnTo>
                  <a:lnTo>
                    <a:pt x="50" y="361"/>
                  </a:lnTo>
                  <a:lnTo>
                    <a:pt x="65" y="376"/>
                  </a:lnTo>
                  <a:lnTo>
                    <a:pt x="80" y="391"/>
                  </a:lnTo>
                  <a:lnTo>
                    <a:pt x="97" y="403"/>
                  </a:lnTo>
                  <a:lnTo>
                    <a:pt x="116" y="414"/>
                  </a:lnTo>
                  <a:lnTo>
                    <a:pt x="135" y="424"/>
                  </a:lnTo>
                  <a:lnTo>
                    <a:pt x="155" y="431"/>
                  </a:lnTo>
                  <a:lnTo>
                    <a:pt x="176" y="436"/>
                  </a:lnTo>
                  <a:lnTo>
                    <a:pt x="198" y="440"/>
                  </a:lnTo>
                  <a:lnTo>
                    <a:pt x="221" y="441"/>
                  </a:lnTo>
                  <a:lnTo>
                    <a:pt x="713" y="441"/>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10" name=""/>
            <p:cNvSpPr/>
            <p:nvPr/>
          </p:nvSpPr>
          <p:spPr>
            <a:xfrm>
              <a:off x="8388720" y="4087440"/>
              <a:ext cx="617400" cy="1176840"/>
            </a:xfrm>
            <a:custGeom>
              <a:avLst/>
              <a:gdLst>
                <a:gd name="textAreaLeft" fmla="*/ 0 w 617400"/>
                <a:gd name="textAreaRight" fmla="*/ 621000 w 617400"/>
                <a:gd name="textAreaTop" fmla="*/ 0 h 1176840"/>
                <a:gd name="textAreaBottom" fmla="*/ 1180440 h 1176840"/>
              </a:gdLst>
              <a:ahLst/>
              <a:cxnLst/>
              <a:rect l="textAreaLeft" t="textAreaTop" r="textAreaRight" b="textAreaBottom"/>
              <a:pathLst>
                <a:path w="1725" h="3279">
                  <a:moveTo>
                    <a:pt x="626" y="3279"/>
                  </a:moveTo>
                  <a:lnTo>
                    <a:pt x="640" y="2451"/>
                  </a:lnTo>
                  <a:lnTo>
                    <a:pt x="648" y="2015"/>
                  </a:lnTo>
                  <a:lnTo>
                    <a:pt x="657" y="1734"/>
                  </a:lnTo>
                  <a:lnTo>
                    <a:pt x="663" y="1683"/>
                  </a:lnTo>
                  <a:lnTo>
                    <a:pt x="675" y="1636"/>
                  </a:lnTo>
                  <a:lnTo>
                    <a:pt x="693" y="1591"/>
                  </a:lnTo>
                  <a:lnTo>
                    <a:pt x="715" y="1548"/>
                  </a:lnTo>
                  <a:lnTo>
                    <a:pt x="742" y="1508"/>
                  </a:lnTo>
                  <a:lnTo>
                    <a:pt x="774" y="1469"/>
                  </a:lnTo>
                  <a:lnTo>
                    <a:pt x="848" y="1397"/>
                  </a:lnTo>
                  <a:lnTo>
                    <a:pt x="934" y="1331"/>
                  </a:lnTo>
                  <a:lnTo>
                    <a:pt x="1029" y="1268"/>
                  </a:lnTo>
                  <a:lnTo>
                    <a:pt x="1231" y="1147"/>
                  </a:lnTo>
                  <a:lnTo>
                    <a:pt x="1428" y="1023"/>
                  </a:lnTo>
                  <a:lnTo>
                    <a:pt x="1516" y="956"/>
                  </a:lnTo>
                  <a:lnTo>
                    <a:pt x="1593" y="882"/>
                  </a:lnTo>
                  <a:lnTo>
                    <a:pt x="1626" y="843"/>
                  </a:lnTo>
                  <a:lnTo>
                    <a:pt x="1655" y="802"/>
                  </a:lnTo>
                  <a:lnTo>
                    <a:pt x="1680" y="758"/>
                  </a:lnTo>
                  <a:lnTo>
                    <a:pt x="1699" y="712"/>
                  </a:lnTo>
                  <a:lnTo>
                    <a:pt x="1714" y="663"/>
                  </a:lnTo>
                  <a:lnTo>
                    <a:pt x="1722" y="612"/>
                  </a:lnTo>
                  <a:lnTo>
                    <a:pt x="1725" y="557"/>
                  </a:lnTo>
                  <a:lnTo>
                    <a:pt x="1721" y="500"/>
                  </a:lnTo>
                  <a:lnTo>
                    <a:pt x="1712" y="454"/>
                  </a:lnTo>
                  <a:lnTo>
                    <a:pt x="1698" y="413"/>
                  </a:lnTo>
                  <a:lnTo>
                    <a:pt x="1678" y="378"/>
                  </a:lnTo>
                  <a:lnTo>
                    <a:pt x="1655" y="348"/>
                  </a:lnTo>
                  <a:lnTo>
                    <a:pt x="1627" y="322"/>
                  </a:lnTo>
                  <a:lnTo>
                    <a:pt x="1595" y="302"/>
                  </a:lnTo>
                  <a:lnTo>
                    <a:pt x="1560" y="286"/>
                  </a:lnTo>
                  <a:lnTo>
                    <a:pt x="1522" y="274"/>
                  </a:lnTo>
                  <a:lnTo>
                    <a:pt x="1482" y="267"/>
                  </a:lnTo>
                  <a:lnTo>
                    <a:pt x="1440" y="263"/>
                  </a:lnTo>
                  <a:lnTo>
                    <a:pt x="1351" y="266"/>
                  </a:lnTo>
                  <a:lnTo>
                    <a:pt x="1258" y="282"/>
                  </a:lnTo>
                  <a:lnTo>
                    <a:pt x="1167" y="309"/>
                  </a:lnTo>
                  <a:lnTo>
                    <a:pt x="1078" y="346"/>
                  </a:lnTo>
                  <a:lnTo>
                    <a:pt x="997" y="390"/>
                  </a:lnTo>
                  <a:lnTo>
                    <a:pt x="926" y="440"/>
                  </a:lnTo>
                  <a:lnTo>
                    <a:pt x="896" y="467"/>
                  </a:lnTo>
                  <a:lnTo>
                    <a:pt x="869" y="495"/>
                  </a:lnTo>
                  <a:lnTo>
                    <a:pt x="847" y="523"/>
                  </a:lnTo>
                  <a:lnTo>
                    <a:pt x="829" y="552"/>
                  </a:lnTo>
                  <a:lnTo>
                    <a:pt x="816" y="581"/>
                  </a:lnTo>
                  <a:lnTo>
                    <a:pt x="809" y="610"/>
                  </a:lnTo>
                  <a:lnTo>
                    <a:pt x="808" y="638"/>
                  </a:lnTo>
                  <a:lnTo>
                    <a:pt x="813" y="666"/>
                  </a:lnTo>
                  <a:lnTo>
                    <a:pt x="825" y="694"/>
                  </a:lnTo>
                  <a:lnTo>
                    <a:pt x="844" y="721"/>
                  </a:lnTo>
                  <a:lnTo>
                    <a:pt x="861" y="738"/>
                  </a:lnTo>
                  <a:lnTo>
                    <a:pt x="879" y="752"/>
                  </a:lnTo>
                  <a:lnTo>
                    <a:pt x="896" y="762"/>
                  </a:lnTo>
                  <a:lnTo>
                    <a:pt x="913" y="768"/>
                  </a:lnTo>
                  <a:lnTo>
                    <a:pt x="929" y="770"/>
                  </a:lnTo>
                  <a:lnTo>
                    <a:pt x="945" y="769"/>
                  </a:lnTo>
                  <a:lnTo>
                    <a:pt x="961" y="765"/>
                  </a:lnTo>
                  <a:lnTo>
                    <a:pt x="976" y="758"/>
                  </a:lnTo>
                  <a:lnTo>
                    <a:pt x="990" y="748"/>
                  </a:lnTo>
                  <a:lnTo>
                    <a:pt x="1004" y="736"/>
                  </a:lnTo>
                  <a:lnTo>
                    <a:pt x="1016" y="721"/>
                  </a:lnTo>
                  <a:lnTo>
                    <a:pt x="1028" y="704"/>
                  </a:lnTo>
                  <a:lnTo>
                    <a:pt x="1049" y="663"/>
                  </a:lnTo>
                  <a:lnTo>
                    <a:pt x="1065" y="617"/>
                  </a:lnTo>
                  <a:lnTo>
                    <a:pt x="1075" y="565"/>
                  </a:lnTo>
                  <a:lnTo>
                    <a:pt x="1080" y="509"/>
                  </a:lnTo>
                  <a:lnTo>
                    <a:pt x="1078" y="452"/>
                  </a:lnTo>
                  <a:lnTo>
                    <a:pt x="1069" y="395"/>
                  </a:lnTo>
                  <a:lnTo>
                    <a:pt x="1053" y="338"/>
                  </a:lnTo>
                  <a:lnTo>
                    <a:pt x="1027" y="284"/>
                  </a:lnTo>
                  <a:lnTo>
                    <a:pt x="1011" y="259"/>
                  </a:lnTo>
                  <a:lnTo>
                    <a:pt x="993" y="235"/>
                  </a:lnTo>
                  <a:lnTo>
                    <a:pt x="972" y="212"/>
                  </a:lnTo>
                  <a:lnTo>
                    <a:pt x="949" y="191"/>
                  </a:lnTo>
                  <a:lnTo>
                    <a:pt x="918" y="167"/>
                  </a:lnTo>
                  <a:lnTo>
                    <a:pt x="877" y="142"/>
                  </a:lnTo>
                  <a:lnTo>
                    <a:pt x="828" y="114"/>
                  </a:lnTo>
                  <a:lnTo>
                    <a:pt x="772" y="87"/>
                  </a:lnTo>
                  <a:lnTo>
                    <a:pt x="710" y="61"/>
                  </a:lnTo>
                  <a:lnTo>
                    <a:pt x="644" y="38"/>
                  </a:lnTo>
                  <a:lnTo>
                    <a:pt x="574" y="19"/>
                  </a:lnTo>
                  <a:lnTo>
                    <a:pt x="503" y="6"/>
                  </a:lnTo>
                  <a:lnTo>
                    <a:pt x="431" y="0"/>
                  </a:lnTo>
                  <a:lnTo>
                    <a:pt x="359" y="2"/>
                  </a:lnTo>
                  <a:lnTo>
                    <a:pt x="290" y="14"/>
                  </a:lnTo>
                  <a:lnTo>
                    <a:pt x="256" y="24"/>
                  </a:lnTo>
                  <a:lnTo>
                    <a:pt x="224" y="37"/>
                  </a:lnTo>
                  <a:lnTo>
                    <a:pt x="192" y="53"/>
                  </a:lnTo>
                  <a:lnTo>
                    <a:pt x="162" y="73"/>
                  </a:lnTo>
                  <a:lnTo>
                    <a:pt x="133" y="96"/>
                  </a:lnTo>
                  <a:lnTo>
                    <a:pt x="106" y="122"/>
                  </a:lnTo>
                  <a:lnTo>
                    <a:pt x="81" y="153"/>
                  </a:lnTo>
                  <a:lnTo>
                    <a:pt x="58" y="187"/>
                  </a:lnTo>
                  <a:lnTo>
                    <a:pt x="37" y="226"/>
                  </a:lnTo>
                  <a:lnTo>
                    <a:pt x="18" y="269"/>
                  </a:lnTo>
                  <a:lnTo>
                    <a:pt x="5" y="312"/>
                  </a:lnTo>
                  <a:lnTo>
                    <a:pt x="0" y="356"/>
                  </a:lnTo>
                  <a:lnTo>
                    <a:pt x="2" y="400"/>
                  </a:lnTo>
                  <a:lnTo>
                    <a:pt x="10" y="445"/>
                  </a:lnTo>
                  <a:lnTo>
                    <a:pt x="25" y="489"/>
                  </a:lnTo>
                  <a:lnTo>
                    <a:pt x="46" y="534"/>
                  </a:lnTo>
                  <a:lnTo>
                    <a:pt x="102" y="625"/>
                  </a:lnTo>
                  <a:lnTo>
                    <a:pt x="176" y="716"/>
                  </a:lnTo>
                  <a:lnTo>
                    <a:pt x="263" y="807"/>
                  </a:lnTo>
                  <a:lnTo>
                    <a:pt x="463" y="990"/>
                  </a:lnTo>
                  <a:lnTo>
                    <a:pt x="674" y="1171"/>
                  </a:lnTo>
                  <a:lnTo>
                    <a:pt x="864" y="1347"/>
                  </a:lnTo>
                  <a:lnTo>
                    <a:pt x="942" y="1433"/>
                  </a:lnTo>
                  <a:lnTo>
                    <a:pt x="1004" y="1517"/>
                  </a:lnTo>
                  <a:lnTo>
                    <a:pt x="1027" y="1558"/>
                  </a:lnTo>
                  <a:lnTo>
                    <a:pt x="1046" y="1599"/>
                  </a:lnTo>
                  <a:lnTo>
                    <a:pt x="1058" y="1639"/>
                  </a:lnTo>
                  <a:lnTo>
                    <a:pt x="1064" y="1679"/>
                  </a:lnTo>
                  <a:lnTo>
                    <a:pt x="1068" y="1831"/>
                  </a:lnTo>
                  <a:lnTo>
                    <a:pt x="1068" y="2051"/>
                  </a:lnTo>
                  <a:lnTo>
                    <a:pt x="1058" y="2587"/>
                  </a:lnTo>
                  <a:lnTo>
                    <a:pt x="1038" y="3279"/>
                  </a:lnTo>
                  <a:lnTo>
                    <a:pt x="626" y="3279"/>
                  </a:lnTo>
                  <a:close/>
                </a:path>
              </a:pathLst>
            </a:custGeom>
            <a:noFill/>
            <a:ln cap="rnd" w="792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11" name=""/>
            <p:cNvSpPr/>
            <p:nvPr/>
          </p:nvSpPr>
          <p:spPr>
            <a:xfrm>
              <a:off x="8695800" y="3038040"/>
              <a:ext cx="360" cy="23220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12" name=""/>
            <p:cNvSpPr/>
            <p:nvPr/>
          </p:nvSpPr>
          <p:spPr>
            <a:xfrm flipH="1">
              <a:off x="9498240" y="3374280"/>
              <a:ext cx="164160" cy="1641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13" name=""/>
            <p:cNvSpPr/>
            <p:nvPr/>
          </p:nvSpPr>
          <p:spPr>
            <a:xfrm flipH="1">
              <a:off x="9684720" y="4273200"/>
              <a:ext cx="232560" cy="3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14" name=""/>
            <p:cNvSpPr/>
            <p:nvPr/>
          </p:nvSpPr>
          <p:spPr>
            <a:xfrm>
              <a:off x="7728840" y="3374280"/>
              <a:ext cx="164520" cy="1641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15" name=""/>
            <p:cNvSpPr/>
            <p:nvPr/>
          </p:nvSpPr>
          <p:spPr>
            <a:xfrm>
              <a:off x="7474320" y="4273200"/>
              <a:ext cx="232560" cy="3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grpSp>
      <p:grpSp>
        <p:nvGrpSpPr>
          <p:cNvPr id="316" name=""/>
          <p:cNvGrpSpPr/>
          <p:nvPr/>
        </p:nvGrpSpPr>
        <p:grpSpPr>
          <a:xfrm>
            <a:off x="562320" y="541080"/>
            <a:ext cx="8785080" cy="4524480"/>
            <a:chOff x="562320" y="541080"/>
            <a:chExt cx="8785080" cy="4524480"/>
          </a:xfrm>
        </p:grpSpPr>
        <p:sp>
          <p:nvSpPr>
            <p:cNvPr id="317" name=""/>
            <p:cNvSpPr/>
            <p:nvPr/>
          </p:nvSpPr>
          <p:spPr>
            <a:xfrm flipH="1">
              <a:off x="4486320" y="577800"/>
              <a:ext cx="196560" cy="12240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18" name=""/>
            <p:cNvSpPr/>
            <p:nvPr/>
          </p:nvSpPr>
          <p:spPr>
            <a:xfrm>
              <a:off x="4523400" y="541080"/>
              <a:ext cx="122400" cy="196200"/>
            </a:xfrm>
            <a:prstGeom prst="line">
              <a:avLst/>
            </a:prstGeom>
            <a:ln cap="rnd" w="792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19" name=""/>
            <p:cNvSpPr/>
            <p:nvPr/>
          </p:nvSpPr>
          <p:spPr>
            <a:xfrm>
              <a:off x="3875040" y="3873240"/>
              <a:ext cx="186480" cy="186480"/>
            </a:xfrm>
            <a:custGeom>
              <a:avLst/>
              <a:gdLst>
                <a:gd name="textAreaLeft" fmla="*/ 0 w 186480"/>
                <a:gd name="textAreaRight" fmla="*/ 190080 w 186480"/>
                <a:gd name="textAreaTop" fmla="*/ 0 h 186480"/>
                <a:gd name="textAreaBottom" fmla="*/ 190080 h 186480"/>
              </a:gdLst>
              <a:ahLst/>
              <a:cxnLst/>
              <a:rect l="textAreaLeft" t="textAreaTop" r="textAreaRight" b="textAreaBottom"/>
              <a:pathLst>
                <a:path w="528" h="528">
                  <a:moveTo>
                    <a:pt x="528" y="264"/>
                  </a:moveTo>
                  <a:lnTo>
                    <a:pt x="527" y="282"/>
                  </a:lnTo>
                  <a:lnTo>
                    <a:pt x="526" y="299"/>
                  </a:lnTo>
                  <a:lnTo>
                    <a:pt x="523" y="316"/>
                  </a:lnTo>
                  <a:lnTo>
                    <a:pt x="520" y="333"/>
                  </a:lnTo>
                  <a:lnTo>
                    <a:pt x="515" y="349"/>
                  </a:lnTo>
                  <a:lnTo>
                    <a:pt x="509" y="365"/>
                  </a:lnTo>
                  <a:lnTo>
                    <a:pt x="502" y="380"/>
                  </a:lnTo>
                  <a:lnTo>
                    <a:pt x="493" y="396"/>
                  </a:lnTo>
                  <a:lnTo>
                    <a:pt x="484" y="411"/>
                  </a:lnTo>
                  <a:lnTo>
                    <a:pt x="473" y="425"/>
                  </a:lnTo>
                  <a:lnTo>
                    <a:pt x="463" y="439"/>
                  </a:lnTo>
                  <a:lnTo>
                    <a:pt x="451" y="451"/>
                  </a:lnTo>
                  <a:lnTo>
                    <a:pt x="439" y="463"/>
                  </a:lnTo>
                  <a:lnTo>
                    <a:pt x="425" y="473"/>
                  </a:lnTo>
                  <a:lnTo>
                    <a:pt x="411" y="483"/>
                  </a:lnTo>
                  <a:lnTo>
                    <a:pt x="396" y="493"/>
                  </a:lnTo>
                  <a:lnTo>
                    <a:pt x="380" y="502"/>
                  </a:lnTo>
                  <a:lnTo>
                    <a:pt x="364" y="509"/>
                  </a:lnTo>
                  <a:lnTo>
                    <a:pt x="349" y="515"/>
                  </a:lnTo>
                  <a:lnTo>
                    <a:pt x="332" y="520"/>
                  </a:lnTo>
                  <a:lnTo>
                    <a:pt x="316" y="523"/>
                  </a:lnTo>
                  <a:lnTo>
                    <a:pt x="299" y="526"/>
                  </a:lnTo>
                  <a:lnTo>
                    <a:pt x="282" y="527"/>
                  </a:lnTo>
                  <a:lnTo>
                    <a:pt x="264" y="528"/>
                  </a:lnTo>
                  <a:lnTo>
                    <a:pt x="246" y="527"/>
                  </a:lnTo>
                  <a:lnTo>
                    <a:pt x="229" y="526"/>
                  </a:lnTo>
                  <a:lnTo>
                    <a:pt x="212" y="523"/>
                  </a:lnTo>
                  <a:lnTo>
                    <a:pt x="196" y="520"/>
                  </a:lnTo>
                  <a:lnTo>
                    <a:pt x="179" y="515"/>
                  </a:lnTo>
                  <a:lnTo>
                    <a:pt x="164" y="509"/>
                  </a:lnTo>
                  <a:lnTo>
                    <a:pt x="148" y="502"/>
                  </a:lnTo>
                  <a:lnTo>
                    <a:pt x="132" y="493"/>
                  </a:lnTo>
                  <a:lnTo>
                    <a:pt x="117" y="483"/>
                  </a:lnTo>
                  <a:lnTo>
                    <a:pt x="103" y="473"/>
                  </a:lnTo>
                  <a:lnTo>
                    <a:pt x="90" y="463"/>
                  </a:lnTo>
                  <a:lnTo>
                    <a:pt x="77" y="451"/>
                  </a:lnTo>
                  <a:lnTo>
                    <a:pt x="66" y="439"/>
                  </a:lnTo>
                  <a:lnTo>
                    <a:pt x="55" y="425"/>
                  </a:lnTo>
                  <a:lnTo>
                    <a:pt x="45" y="411"/>
                  </a:lnTo>
                  <a:lnTo>
                    <a:pt x="36" y="396"/>
                  </a:lnTo>
                  <a:lnTo>
                    <a:pt x="27" y="380"/>
                  </a:lnTo>
                  <a:lnTo>
                    <a:pt x="20" y="364"/>
                  </a:lnTo>
                  <a:lnTo>
                    <a:pt x="14" y="349"/>
                  </a:lnTo>
                  <a:lnTo>
                    <a:pt x="9" y="332"/>
                  </a:lnTo>
                  <a:lnTo>
                    <a:pt x="5" y="316"/>
                  </a:lnTo>
                  <a:lnTo>
                    <a:pt x="2" y="299"/>
                  </a:lnTo>
                  <a:lnTo>
                    <a:pt x="1" y="282"/>
                  </a:lnTo>
                  <a:lnTo>
                    <a:pt x="0" y="264"/>
                  </a:lnTo>
                  <a:lnTo>
                    <a:pt x="1" y="246"/>
                  </a:lnTo>
                  <a:lnTo>
                    <a:pt x="2" y="229"/>
                  </a:lnTo>
                  <a:lnTo>
                    <a:pt x="5" y="212"/>
                  </a:lnTo>
                  <a:lnTo>
                    <a:pt x="9" y="196"/>
                  </a:lnTo>
                  <a:lnTo>
                    <a:pt x="14" y="179"/>
                  </a:lnTo>
                  <a:lnTo>
                    <a:pt x="20" y="164"/>
                  </a:lnTo>
                  <a:lnTo>
                    <a:pt x="27" y="148"/>
                  </a:lnTo>
                  <a:lnTo>
                    <a:pt x="36" y="132"/>
                  </a:lnTo>
                  <a:lnTo>
                    <a:pt x="45" y="117"/>
                  </a:lnTo>
                  <a:lnTo>
                    <a:pt x="55" y="103"/>
                  </a:lnTo>
                  <a:lnTo>
                    <a:pt x="66" y="90"/>
                  </a:lnTo>
                  <a:lnTo>
                    <a:pt x="77" y="77"/>
                  </a:lnTo>
                  <a:lnTo>
                    <a:pt x="90" y="66"/>
                  </a:lnTo>
                  <a:lnTo>
                    <a:pt x="103" y="55"/>
                  </a:lnTo>
                  <a:lnTo>
                    <a:pt x="117" y="45"/>
                  </a:lnTo>
                  <a:lnTo>
                    <a:pt x="132" y="36"/>
                  </a:lnTo>
                  <a:lnTo>
                    <a:pt x="148" y="27"/>
                  </a:lnTo>
                  <a:lnTo>
                    <a:pt x="164" y="20"/>
                  </a:lnTo>
                  <a:lnTo>
                    <a:pt x="180" y="14"/>
                  </a:lnTo>
                  <a:lnTo>
                    <a:pt x="196" y="9"/>
                  </a:lnTo>
                  <a:lnTo>
                    <a:pt x="212" y="5"/>
                  </a:lnTo>
                  <a:lnTo>
                    <a:pt x="229" y="2"/>
                  </a:lnTo>
                  <a:lnTo>
                    <a:pt x="246" y="1"/>
                  </a:lnTo>
                  <a:lnTo>
                    <a:pt x="264" y="0"/>
                  </a:lnTo>
                  <a:lnTo>
                    <a:pt x="282" y="1"/>
                  </a:lnTo>
                  <a:lnTo>
                    <a:pt x="299" y="2"/>
                  </a:lnTo>
                  <a:lnTo>
                    <a:pt x="316" y="5"/>
                  </a:lnTo>
                  <a:lnTo>
                    <a:pt x="333" y="9"/>
                  </a:lnTo>
                  <a:lnTo>
                    <a:pt x="349" y="14"/>
                  </a:lnTo>
                  <a:lnTo>
                    <a:pt x="365" y="20"/>
                  </a:lnTo>
                  <a:lnTo>
                    <a:pt x="380" y="27"/>
                  </a:lnTo>
                  <a:lnTo>
                    <a:pt x="396" y="36"/>
                  </a:lnTo>
                  <a:lnTo>
                    <a:pt x="411" y="45"/>
                  </a:lnTo>
                  <a:lnTo>
                    <a:pt x="425" y="55"/>
                  </a:lnTo>
                  <a:lnTo>
                    <a:pt x="439" y="66"/>
                  </a:lnTo>
                  <a:lnTo>
                    <a:pt x="451" y="77"/>
                  </a:lnTo>
                  <a:lnTo>
                    <a:pt x="463" y="90"/>
                  </a:lnTo>
                  <a:lnTo>
                    <a:pt x="473" y="103"/>
                  </a:lnTo>
                  <a:lnTo>
                    <a:pt x="484" y="117"/>
                  </a:lnTo>
                  <a:lnTo>
                    <a:pt x="493" y="132"/>
                  </a:lnTo>
                  <a:lnTo>
                    <a:pt x="502" y="148"/>
                  </a:lnTo>
                  <a:lnTo>
                    <a:pt x="509" y="164"/>
                  </a:lnTo>
                  <a:lnTo>
                    <a:pt x="515" y="180"/>
                  </a:lnTo>
                  <a:lnTo>
                    <a:pt x="520" y="196"/>
                  </a:lnTo>
                  <a:lnTo>
                    <a:pt x="523" y="212"/>
                  </a:lnTo>
                  <a:lnTo>
                    <a:pt x="526" y="229"/>
                  </a:lnTo>
                  <a:lnTo>
                    <a:pt x="527" y="246"/>
                  </a:lnTo>
                  <a:lnTo>
                    <a:pt x="528" y="264"/>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20" name=""/>
            <p:cNvSpPr/>
            <p:nvPr/>
          </p:nvSpPr>
          <p:spPr>
            <a:xfrm>
              <a:off x="6381720" y="2107440"/>
              <a:ext cx="163800" cy="176760"/>
            </a:xfrm>
            <a:custGeom>
              <a:avLst/>
              <a:gdLst>
                <a:gd name="textAreaLeft" fmla="*/ 0 w 163800"/>
                <a:gd name="textAreaRight" fmla="*/ 167400 w 163800"/>
                <a:gd name="textAreaTop" fmla="*/ 0 h 176760"/>
                <a:gd name="textAreaBottom" fmla="*/ 180360 h 176760"/>
              </a:gdLst>
              <a:ahLst/>
              <a:cxnLst/>
              <a:rect l="textAreaLeft" t="textAreaTop" r="textAreaRight" b="textAreaBottom"/>
              <a:pathLst>
                <a:path w="465" h="501">
                  <a:moveTo>
                    <a:pt x="0" y="229"/>
                  </a:moveTo>
                  <a:lnTo>
                    <a:pt x="403" y="501"/>
                  </a:lnTo>
                  <a:lnTo>
                    <a:pt x="465" y="0"/>
                  </a:lnTo>
                  <a:lnTo>
                    <a:pt x="0" y="229"/>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21" name=""/>
            <p:cNvSpPr/>
            <p:nvPr/>
          </p:nvSpPr>
          <p:spPr>
            <a:xfrm>
              <a:off x="9227160" y="1134720"/>
              <a:ext cx="57960" cy="18288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22" name=""/>
            <p:cNvSpPr/>
            <p:nvPr/>
          </p:nvSpPr>
          <p:spPr>
            <a:xfrm flipV="1">
              <a:off x="9164520" y="1197000"/>
              <a:ext cx="182880" cy="5832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23" name=""/>
            <p:cNvSpPr/>
            <p:nvPr/>
          </p:nvSpPr>
          <p:spPr>
            <a:xfrm>
              <a:off x="562320" y="4888800"/>
              <a:ext cx="163800" cy="176760"/>
            </a:xfrm>
            <a:custGeom>
              <a:avLst/>
              <a:gdLst>
                <a:gd name="textAreaLeft" fmla="*/ 0 w 163800"/>
                <a:gd name="textAreaRight" fmla="*/ 167400 w 163800"/>
                <a:gd name="textAreaTop" fmla="*/ 0 h 176760"/>
                <a:gd name="textAreaBottom" fmla="*/ 180360 h 176760"/>
              </a:gdLst>
              <a:ahLst/>
              <a:cxnLst/>
              <a:rect l="textAreaLeft" t="textAreaTop" r="textAreaRight" b="textAreaBottom"/>
              <a:pathLst>
                <a:path w="465" h="501">
                  <a:moveTo>
                    <a:pt x="0" y="230"/>
                  </a:moveTo>
                  <a:lnTo>
                    <a:pt x="403" y="501"/>
                  </a:lnTo>
                  <a:lnTo>
                    <a:pt x="465" y="0"/>
                  </a:lnTo>
                  <a:lnTo>
                    <a:pt x="0" y="230"/>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grpSp>
        <p:nvGrpSpPr>
          <p:cNvPr id="324" name=""/>
          <p:cNvGrpSpPr/>
          <p:nvPr/>
        </p:nvGrpSpPr>
        <p:grpSpPr>
          <a:xfrm>
            <a:off x="69480" y="59040"/>
            <a:ext cx="656280" cy="687600"/>
            <a:chOff x="69480" y="59040"/>
            <a:chExt cx="656280" cy="687600"/>
          </a:xfrm>
        </p:grpSpPr>
        <p:grpSp>
          <p:nvGrpSpPr>
            <p:cNvPr id="325" name=""/>
            <p:cNvGrpSpPr/>
            <p:nvPr/>
          </p:nvGrpSpPr>
          <p:grpSpPr>
            <a:xfrm>
              <a:off x="82440" y="79560"/>
              <a:ext cx="643320" cy="667080"/>
              <a:chOff x="82440" y="79560"/>
              <a:chExt cx="643320" cy="667080"/>
            </a:xfrm>
          </p:grpSpPr>
          <p:sp>
            <p:nvSpPr>
              <p:cNvPr id="326" name=""/>
              <p:cNvSpPr/>
              <p:nvPr/>
            </p:nvSpPr>
            <p:spPr>
              <a:xfrm>
                <a:off x="225720" y="237600"/>
                <a:ext cx="353160" cy="425880"/>
              </a:xfrm>
              <a:custGeom>
                <a:avLst/>
                <a:gdLst>
                  <a:gd name="textAreaLeft" fmla="*/ 0 w 353160"/>
                  <a:gd name="textAreaRight" fmla="*/ 356760 w 353160"/>
                  <a:gd name="textAreaTop" fmla="*/ 0 h 425880"/>
                  <a:gd name="textAreaBottom" fmla="*/ 429480 h 425880"/>
                </a:gdLst>
                <a:ahLst/>
                <a:cxnLst/>
                <a:rect l="textAreaLeft" t="textAreaTop" r="textAreaRight" b="textAreaBottom"/>
                <a:pathLst>
                  <a:path w="991" h="1193">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4" y="144"/>
                    </a:lnTo>
                    <a:lnTo>
                      <a:pt x="123" y="168"/>
                    </a:lnTo>
                    <a:lnTo>
                      <a:pt x="103" y="193"/>
                    </a:lnTo>
                    <a:lnTo>
                      <a:pt x="84" y="219"/>
                    </a:lnTo>
                    <a:lnTo>
                      <a:pt x="66" y="248"/>
                    </a:lnTo>
                    <a:lnTo>
                      <a:pt x="50" y="278"/>
                    </a:lnTo>
                    <a:lnTo>
                      <a:pt x="36" y="307"/>
                    </a:lnTo>
                    <a:lnTo>
                      <a:pt x="25" y="337"/>
                    </a:lnTo>
                    <a:lnTo>
                      <a:pt x="16" y="367"/>
                    </a:lnTo>
                    <a:lnTo>
                      <a:pt x="9" y="398"/>
                    </a:lnTo>
                    <a:lnTo>
                      <a:pt x="4" y="429"/>
                    </a:lnTo>
                    <a:lnTo>
                      <a:pt x="1" y="461"/>
                    </a:lnTo>
                    <a:lnTo>
                      <a:pt x="0" y="495"/>
                    </a:lnTo>
                    <a:lnTo>
                      <a:pt x="0" y="495"/>
                    </a:lnTo>
                    <a:lnTo>
                      <a:pt x="0" y="495"/>
                    </a:lnTo>
                    <a:lnTo>
                      <a:pt x="1" y="529"/>
                    </a:lnTo>
                    <a:lnTo>
                      <a:pt x="4" y="561"/>
                    </a:lnTo>
                    <a:lnTo>
                      <a:pt x="9" y="593"/>
                    </a:lnTo>
                    <a:lnTo>
                      <a:pt x="16" y="624"/>
                    </a:lnTo>
                    <a:lnTo>
                      <a:pt x="25" y="654"/>
                    </a:lnTo>
                    <a:lnTo>
                      <a:pt x="37" y="684"/>
                    </a:lnTo>
                    <a:lnTo>
                      <a:pt x="50" y="713"/>
                    </a:lnTo>
                    <a:lnTo>
                      <a:pt x="66" y="743"/>
                    </a:lnTo>
                    <a:lnTo>
                      <a:pt x="84" y="772"/>
                    </a:lnTo>
                    <a:lnTo>
                      <a:pt x="103" y="798"/>
                    </a:lnTo>
                    <a:lnTo>
                      <a:pt x="123" y="823"/>
                    </a:lnTo>
                    <a:lnTo>
                      <a:pt x="144" y="846"/>
                    </a:lnTo>
                    <a:lnTo>
                      <a:pt x="168" y="867"/>
                    </a:lnTo>
                    <a:lnTo>
                      <a:pt x="193" y="887"/>
                    </a:lnTo>
                    <a:lnTo>
                      <a:pt x="219" y="906"/>
                    </a:lnTo>
                    <a:lnTo>
                      <a:pt x="248" y="924"/>
                    </a:lnTo>
                    <a:lnTo>
                      <a:pt x="269" y="935"/>
                    </a:lnTo>
                    <a:lnTo>
                      <a:pt x="289" y="945"/>
                    </a:lnTo>
                    <a:lnTo>
                      <a:pt x="310" y="954"/>
                    </a:lnTo>
                    <a:lnTo>
                      <a:pt x="332" y="963"/>
                    </a:lnTo>
                    <a:lnTo>
                      <a:pt x="332" y="963"/>
                    </a:lnTo>
                    <a:lnTo>
                      <a:pt x="332" y="1135"/>
                    </a:lnTo>
                    <a:lnTo>
                      <a:pt x="332" y="1141"/>
                    </a:lnTo>
                    <a:lnTo>
                      <a:pt x="333" y="1147"/>
                    </a:lnTo>
                    <a:lnTo>
                      <a:pt x="335" y="1152"/>
                    </a:lnTo>
                    <a:lnTo>
                      <a:pt x="337" y="1157"/>
                    </a:lnTo>
                    <a:lnTo>
                      <a:pt x="339" y="1163"/>
                    </a:lnTo>
                    <a:lnTo>
                      <a:pt x="342" y="1167"/>
                    </a:lnTo>
                    <a:lnTo>
                      <a:pt x="345" y="1172"/>
                    </a:lnTo>
                    <a:lnTo>
                      <a:pt x="349" y="1176"/>
                    </a:lnTo>
                    <a:lnTo>
                      <a:pt x="353" y="1180"/>
                    </a:lnTo>
                    <a:lnTo>
                      <a:pt x="358" y="1183"/>
                    </a:lnTo>
                    <a:lnTo>
                      <a:pt x="362" y="1186"/>
                    </a:lnTo>
                    <a:lnTo>
                      <a:pt x="367" y="1188"/>
                    </a:lnTo>
                    <a:lnTo>
                      <a:pt x="373" y="1190"/>
                    </a:lnTo>
                    <a:lnTo>
                      <a:pt x="378" y="1192"/>
                    </a:lnTo>
                    <a:lnTo>
                      <a:pt x="384" y="1193"/>
                    </a:lnTo>
                    <a:lnTo>
                      <a:pt x="390" y="1193"/>
                    </a:lnTo>
                    <a:lnTo>
                      <a:pt x="601" y="1193"/>
                    </a:lnTo>
                    <a:lnTo>
                      <a:pt x="607" y="1193"/>
                    </a:lnTo>
                    <a:lnTo>
                      <a:pt x="613" y="1192"/>
                    </a:lnTo>
                    <a:lnTo>
                      <a:pt x="618" y="1190"/>
                    </a:lnTo>
                    <a:lnTo>
                      <a:pt x="624" y="1188"/>
                    </a:lnTo>
                    <a:lnTo>
                      <a:pt x="629" y="1186"/>
                    </a:lnTo>
                    <a:lnTo>
                      <a:pt x="633" y="1183"/>
                    </a:lnTo>
                    <a:lnTo>
                      <a:pt x="638" y="1180"/>
                    </a:lnTo>
                    <a:lnTo>
                      <a:pt x="642" y="1176"/>
                    </a:lnTo>
                    <a:lnTo>
                      <a:pt x="646" y="1172"/>
                    </a:lnTo>
                    <a:lnTo>
                      <a:pt x="649" y="1167"/>
                    </a:lnTo>
                    <a:lnTo>
                      <a:pt x="652" y="1163"/>
                    </a:lnTo>
                    <a:lnTo>
                      <a:pt x="654" y="1157"/>
                    </a:lnTo>
                    <a:lnTo>
                      <a:pt x="656" y="1152"/>
                    </a:lnTo>
                    <a:lnTo>
                      <a:pt x="658" y="1147"/>
                    </a:lnTo>
                    <a:lnTo>
                      <a:pt x="659" y="1141"/>
                    </a:lnTo>
                    <a:lnTo>
                      <a:pt x="659" y="1135"/>
                    </a:lnTo>
                    <a:lnTo>
                      <a:pt x="659" y="963"/>
                    </a:lnTo>
                    <a:lnTo>
                      <a:pt x="659" y="963"/>
                    </a:lnTo>
                    <a:lnTo>
                      <a:pt x="659" y="963"/>
                    </a:lnTo>
                    <a:lnTo>
                      <a:pt x="681" y="954"/>
                    </a:lnTo>
                    <a:lnTo>
                      <a:pt x="702" y="945"/>
                    </a:lnTo>
                    <a:lnTo>
                      <a:pt x="722" y="935"/>
                    </a:lnTo>
                    <a:lnTo>
                      <a:pt x="743" y="924"/>
                    </a:lnTo>
                    <a:lnTo>
                      <a:pt x="772" y="906"/>
                    </a:lnTo>
                    <a:lnTo>
                      <a:pt x="798" y="887"/>
                    </a:lnTo>
                    <a:lnTo>
                      <a:pt x="823" y="867"/>
                    </a:lnTo>
                    <a:lnTo>
                      <a:pt x="847" y="846"/>
                    </a:lnTo>
                    <a:lnTo>
                      <a:pt x="868" y="823"/>
                    </a:lnTo>
                    <a:lnTo>
                      <a:pt x="888" y="798"/>
                    </a:lnTo>
                    <a:lnTo>
                      <a:pt x="907" y="772"/>
                    </a:lnTo>
                    <a:lnTo>
                      <a:pt x="925" y="743"/>
                    </a:lnTo>
                    <a:lnTo>
                      <a:pt x="941" y="713"/>
                    </a:lnTo>
                    <a:lnTo>
                      <a:pt x="954" y="684"/>
                    </a:lnTo>
                    <a:lnTo>
                      <a:pt x="966" y="654"/>
                    </a:lnTo>
                    <a:lnTo>
                      <a:pt x="975" y="624"/>
                    </a:lnTo>
                    <a:lnTo>
                      <a:pt x="982" y="593"/>
                    </a:lnTo>
                    <a:lnTo>
                      <a:pt x="987" y="561"/>
                    </a:lnTo>
                    <a:lnTo>
                      <a:pt x="990" y="529"/>
                    </a:lnTo>
                    <a:lnTo>
                      <a:pt x="991" y="495"/>
                    </a:lnTo>
                    <a:lnTo>
                      <a:pt x="991" y="495"/>
                    </a:lnTo>
                    <a:lnTo>
                      <a:pt x="991" y="495"/>
                    </a:lnTo>
                    <a:lnTo>
                      <a:pt x="990" y="461"/>
                    </a:lnTo>
                    <a:lnTo>
                      <a:pt x="987" y="429"/>
                    </a:lnTo>
                    <a:lnTo>
                      <a:pt x="982" y="398"/>
                    </a:lnTo>
                    <a:lnTo>
                      <a:pt x="975" y="367"/>
                    </a:lnTo>
                    <a:lnTo>
                      <a:pt x="966" y="337"/>
                    </a:lnTo>
                    <a:lnTo>
                      <a:pt x="954" y="307"/>
                    </a:lnTo>
                    <a:lnTo>
                      <a:pt x="941" y="278"/>
                    </a:lnTo>
                    <a:lnTo>
                      <a:pt x="925" y="248"/>
                    </a:lnTo>
                    <a:lnTo>
                      <a:pt x="907" y="219"/>
                    </a:lnTo>
                    <a:lnTo>
                      <a:pt x="888" y="193"/>
                    </a:lnTo>
                    <a:lnTo>
                      <a:pt x="868" y="168"/>
                    </a:lnTo>
                    <a:lnTo>
                      <a:pt x="847" y="144"/>
                    </a:lnTo>
                    <a:lnTo>
                      <a:pt x="823" y="123"/>
                    </a:lnTo>
                    <a:lnTo>
                      <a:pt x="798" y="103"/>
                    </a:lnTo>
                    <a:lnTo>
                      <a:pt x="772" y="84"/>
                    </a:lnTo>
                    <a:lnTo>
                      <a:pt x="743" y="66"/>
                    </a:lnTo>
                    <a:lnTo>
                      <a:pt x="713" y="50"/>
                    </a:lnTo>
                    <a:lnTo>
                      <a:pt x="684" y="36"/>
                    </a:lnTo>
                    <a:lnTo>
                      <a:pt x="654" y="25"/>
                    </a:lnTo>
                    <a:lnTo>
                      <a:pt x="624" y="16"/>
                    </a:lnTo>
                    <a:lnTo>
                      <a:pt x="593" y="9"/>
                    </a:lnTo>
                    <a:lnTo>
                      <a:pt x="562" y="4"/>
                    </a:lnTo>
                    <a:lnTo>
                      <a:pt x="529" y="1"/>
                    </a:lnTo>
                    <a:lnTo>
                      <a:pt x="496" y="0"/>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27" name=""/>
              <p:cNvSpPr/>
              <p:nvPr/>
            </p:nvSpPr>
            <p:spPr>
              <a:xfrm>
                <a:off x="320400" y="667080"/>
                <a:ext cx="163800" cy="38520"/>
              </a:xfrm>
              <a:custGeom>
                <a:avLst/>
                <a:gdLst>
                  <a:gd name="textAreaLeft" fmla="*/ 0 w 163800"/>
                  <a:gd name="textAreaRight" fmla="*/ 167400 w 163800"/>
                  <a:gd name="textAreaTop" fmla="*/ 0 h 38520"/>
                  <a:gd name="textAreaBottom" fmla="*/ 42120 h 38520"/>
                </a:gdLst>
                <a:ahLst/>
                <a:cxnLst/>
                <a:rect l="textAreaLeft" t="textAreaTop" r="textAreaRight" b="textAreaBottom"/>
                <a:pathLst>
                  <a:path w="465" h="117">
                    <a:moveTo>
                      <a:pt x="233" y="117"/>
                    </a:moveTo>
                    <a:lnTo>
                      <a:pt x="407" y="117"/>
                    </a:lnTo>
                    <a:lnTo>
                      <a:pt x="413" y="117"/>
                    </a:lnTo>
                    <a:lnTo>
                      <a:pt x="419" y="116"/>
                    </a:lnTo>
                    <a:lnTo>
                      <a:pt x="424" y="114"/>
                    </a:lnTo>
                    <a:lnTo>
                      <a:pt x="430" y="112"/>
                    </a:lnTo>
                    <a:lnTo>
                      <a:pt x="435" y="110"/>
                    </a:lnTo>
                    <a:lnTo>
                      <a:pt x="439" y="107"/>
                    </a:lnTo>
                    <a:lnTo>
                      <a:pt x="444" y="103"/>
                    </a:lnTo>
                    <a:lnTo>
                      <a:pt x="448" y="100"/>
                    </a:lnTo>
                    <a:lnTo>
                      <a:pt x="452" y="95"/>
                    </a:lnTo>
                    <a:lnTo>
                      <a:pt x="455" y="91"/>
                    </a:lnTo>
                    <a:lnTo>
                      <a:pt x="458" y="86"/>
                    </a:lnTo>
                    <a:lnTo>
                      <a:pt x="460" y="81"/>
                    </a:lnTo>
                    <a:lnTo>
                      <a:pt x="462" y="76"/>
                    </a:lnTo>
                    <a:lnTo>
                      <a:pt x="464" y="70"/>
                    </a:lnTo>
                    <a:lnTo>
                      <a:pt x="465" y="64"/>
                    </a:lnTo>
                    <a:lnTo>
                      <a:pt x="465" y="58"/>
                    </a:lnTo>
                    <a:lnTo>
                      <a:pt x="465" y="52"/>
                    </a:lnTo>
                    <a:lnTo>
                      <a:pt x="464" y="46"/>
                    </a:lnTo>
                    <a:lnTo>
                      <a:pt x="462" y="41"/>
                    </a:lnTo>
                    <a:lnTo>
                      <a:pt x="460" y="35"/>
                    </a:lnTo>
                    <a:lnTo>
                      <a:pt x="458" y="30"/>
                    </a:lnTo>
                    <a:lnTo>
                      <a:pt x="455" y="25"/>
                    </a:lnTo>
                    <a:lnTo>
                      <a:pt x="452" y="21"/>
                    </a:lnTo>
                    <a:lnTo>
                      <a:pt x="448" y="17"/>
                    </a:lnTo>
                    <a:lnTo>
                      <a:pt x="444" y="13"/>
                    </a:lnTo>
                    <a:lnTo>
                      <a:pt x="439" y="10"/>
                    </a:lnTo>
                    <a:lnTo>
                      <a:pt x="435" y="7"/>
                    </a:lnTo>
                    <a:lnTo>
                      <a:pt x="430" y="4"/>
                    </a:lnTo>
                    <a:lnTo>
                      <a:pt x="424" y="3"/>
                    </a:lnTo>
                    <a:lnTo>
                      <a:pt x="419" y="1"/>
                    </a:lnTo>
                    <a:lnTo>
                      <a:pt x="413" y="0"/>
                    </a:lnTo>
                    <a:lnTo>
                      <a:pt x="407" y="0"/>
                    </a:lnTo>
                    <a:lnTo>
                      <a:pt x="58" y="0"/>
                    </a:lnTo>
                    <a:lnTo>
                      <a:pt x="52" y="0"/>
                    </a:lnTo>
                    <a:lnTo>
                      <a:pt x="46" y="1"/>
                    </a:lnTo>
                    <a:lnTo>
                      <a:pt x="41" y="3"/>
                    </a:lnTo>
                    <a:lnTo>
                      <a:pt x="35" y="4"/>
                    </a:lnTo>
                    <a:lnTo>
                      <a:pt x="30" y="7"/>
                    </a:lnTo>
                    <a:lnTo>
                      <a:pt x="26" y="10"/>
                    </a:lnTo>
                    <a:lnTo>
                      <a:pt x="21" y="13"/>
                    </a:lnTo>
                    <a:lnTo>
                      <a:pt x="17" y="17"/>
                    </a:lnTo>
                    <a:lnTo>
                      <a:pt x="13" y="21"/>
                    </a:lnTo>
                    <a:lnTo>
                      <a:pt x="10" y="25"/>
                    </a:lnTo>
                    <a:lnTo>
                      <a:pt x="7" y="30"/>
                    </a:lnTo>
                    <a:lnTo>
                      <a:pt x="5" y="35"/>
                    </a:lnTo>
                    <a:lnTo>
                      <a:pt x="3" y="41"/>
                    </a:lnTo>
                    <a:lnTo>
                      <a:pt x="1" y="46"/>
                    </a:lnTo>
                    <a:lnTo>
                      <a:pt x="0" y="52"/>
                    </a:lnTo>
                    <a:lnTo>
                      <a:pt x="0" y="58"/>
                    </a:lnTo>
                    <a:lnTo>
                      <a:pt x="0" y="64"/>
                    </a:lnTo>
                    <a:lnTo>
                      <a:pt x="1" y="70"/>
                    </a:lnTo>
                    <a:lnTo>
                      <a:pt x="3" y="76"/>
                    </a:lnTo>
                    <a:lnTo>
                      <a:pt x="5" y="81"/>
                    </a:lnTo>
                    <a:lnTo>
                      <a:pt x="7" y="86"/>
                    </a:lnTo>
                    <a:lnTo>
                      <a:pt x="10" y="91"/>
                    </a:lnTo>
                    <a:lnTo>
                      <a:pt x="13" y="95"/>
                    </a:lnTo>
                    <a:lnTo>
                      <a:pt x="17" y="100"/>
                    </a:lnTo>
                    <a:lnTo>
                      <a:pt x="21" y="103"/>
                    </a:lnTo>
                    <a:lnTo>
                      <a:pt x="26" y="107"/>
                    </a:lnTo>
                    <a:lnTo>
                      <a:pt x="30" y="110"/>
                    </a:lnTo>
                    <a:lnTo>
                      <a:pt x="35" y="112"/>
                    </a:lnTo>
                    <a:lnTo>
                      <a:pt x="41" y="114"/>
                    </a:lnTo>
                    <a:lnTo>
                      <a:pt x="46" y="116"/>
                    </a:lnTo>
                    <a:lnTo>
                      <a:pt x="52" y="117"/>
                    </a:lnTo>
                    <a:lnTo>
                      <a:pt x="58" y="117"/>
                    </a:lnTo>
                    <a:lnTo>
                      <a:pt x="233" y="117"/>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28" name=""/>
              <p:cNvSpPr/>
              <p:nvPr/>
            </p:nvSpPr>
            <p:spPr>
              <a:xfrm>
                <a:off x="336600" y="708480"/>
                <a:ext cx="131400" cy="38160"/>
              </a:xfrm>
              <a:custGeom>
                <a:avLst/>
                <a:gdLst>
                  <a:gd name="textAreaLeft" fmla="*/ 0 w 131400"/>
                  <a:gd name="textAreaRight" fmla="*/ 135000 w 131400"/>
                  <a:gd name="textAreaTop" fmla="*/ 0 h 38160"/>
                  <a:gd name="textAreaBottom" fmla="*/ 41760 h 38160"/>
                </a:gdLst>
                <a:ahLst/>
                <a:cxnLst/>
                <a:rect l="textAreaLeft" t="textAreaTop" r="textAreaRight" b="textAreaBottom"/>
                <a:pathLst>
                  <a:path w="375" h="116">
                    <a:moveTo>
                      <a:pt x="188" y="116"/>
                    </a:moveTo>
                    <a:lnTo>
                      <a:pt x="317" y="116"/>
                    </a:lnTo>
                    <a:lnTo>
                      <a:pt x="323" y="116"/>
                    </a:lnTo>
                    <a:lnTo>
                      <a:pt x="329" y="115"/>
                    </a:lnTo>
                    <a:lnTo>
                      <a:pt x="334" y="113"/>
                    </a:lnTo>
                    <a:lnTo>
                      <a:pt x="340" y="111"/>
                    </a:lnTo>
                    <a:lnTo>
                      <a:pt x="345" y="109"/>
                    </a:lnTo>
                    <a:lnTo>
                      <a:pt x="349" y="106"/>
                    </a:lnTo>
                    <a:lnTo>
                      <a:pt x="354" y="103"/>
                    </a:lnTo>
                    <a:lnTo>
                      <a:pt x="358" y="99"/>
                    </a:lnTo>
                    <a:lnTo>
                      <a:pt x="362" y="95"/>
                    </a:lnTo>
                    <a:lnTo>
                      <a:pt x="365" y="90"/>
                    </a:lnTo>
                    <a:lnTo>
                      <a:pt x="368" y="86"/>
                    </a:lnTo>
                    <a:lnTo>
                      <a:pt x="370" y="81"/>
                    </a:lnTo>
                    <a:lnTo>
                      <a:pt x="372" y="75"/>
                    </a:lnTo>
                    <a:lnTo>
                      <a:pt x="374" y="70"/>
                    </a:lnTo>
                    <a:lnTo>
                      <a:pt x="375" y="64"/>
                    </a:lnTo>
                    <a:lnTo>
                      <a:pt x="375" y="58"/>
                    </a:lnTo>
                    <a:lnTo>
                      <a:pt x="375" y="58"/>
                    </a:lnTo>
                    <a:lnTo>
                      <a:pt x="375" y="52"/>
                    </a:lnTo>
                    <a:lnTo>
                      <a:pt x="374" y="46"/>
                    </a:lnTo>
                    <a:lnTo>
                      <a:pt x="372" y="41"/>
                    </a:lnTo>
                    <a:lnTo>
                      <a:pt x="370" y="35"/>
                    </a:lnTo>
                    <a:lnTo>
                      <a:pt x="368" y="30"/>
                    </a:lnTo>
                    <a:lnTo>
                      <a:pt x="365" y="26"/>
                    </a:lnTo>
                    <a:lnTo>
                      <a:pt x="362" y="21"/>
                    </a:lnTo>
                    <a:lnTo>
                      <a:pt x="358" y="17"/>
                    </a:lnTo>
                    <a:lnTo>
                      <a:pt x="354" y="13"/>
                    </a:lnTo>
                    <a:lnTo>
                      <a:pt x="349" y="10"/>
                    </a:lnTo>
                    <a:lnTo>
                      <a:pt x="345" y="7"/>
                    </a:lnTo>
                    <a:lnTo>
                      <a:pt x="340" y="5"/>
                    </a:lnTo>
                    <a:lnTo>
                      <a:pt x="334" y="3"/>
                    </a:lnTo>
                    <a:lnTo>
                      <a:pt x="329" y="1"/>
                    </a:lnTo>
                    <a:lnTo>
                      <a:pt x="323" y="0"/>
                    </a:lnTo>
                    <a:lnTo>
                      <a:pt x="317" y="0"/>
                    </a:lnTo>
                    <a:lnTo>
                      <a:pt x="58" y="0"/>
                    </a:lnTo>
                    <a:lnTo>
                      <a:pt x="52" y="0"/>
                    </a:lnTo>
                    <a:lnTo>
                      <a:pt x="46" y="1"/>
                    </a:lnTo>
                    <a:lnTo>
                      <a:pt x="41" y="3"/>
                    </a:lnTo>
                    <a:lnTo>
                      <a:pt x="35" y="5"/>
                    </a:lnTo>
                    <a:lnTo>
                      <a:pt x="30"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58"/>
                    </a:lnTo>
                    <a:lnTo>
                      <a:pt x="0" y="64"/>
                    </a:lnTo>
                    <a:lnTo>
                      <a:pt x="1" y="70"/>
                    </a:lnTo>
                    <a:lnTo>
                      <a:pt x="3" y="75"/>
                    </a:lnTo>
                    <a:lnTo>
                      <a:pt x="5" y="81"/>
                    </a:lnTo>
                    <a:lnTo>
                      <a:pt x="7" y="86"/>
                    </a:lnTo>
                    <a:lnTo>
                      <a:pt x="10" y="90"/>
                    </a:lnTo>
                    <a:lnTo>
                      <a:pt x="13" y="95"/>
                    </a:lnTo>
                    <a:lnTo>
                      <a:pt x="17" y="99"/>
                    </a:lnTo>
                    <a:lnTo>
                      <a:pt x="21" y="103"/>
                    </a:lnTo>
                    <a:lnTo>
                      <a:pt x="26" y="106"/>
                    </a:lnTo>
                    <a:lnTo>
                      <a:pt x="30" y="109"/>
                    </a:lnTo>
                    <a:lnTo>
                      <a:pt x="35" y="111"/>
                    </a:lnTo>
                    <a:lnTo>
                      <a:pt x="41" y="113"/>
                    </a:lnTo>
                    <a:lnTo>
                      <a:pt x="46" y="115"/>
                    </a:lnTo>
                    <a:lnTo>
                      <a:pt x="52" y="116"/>
                    </a:lnTo>
                    <a:lnTo>
                      <a:pt x="58" y="116"/>
                    </a:lnTo>
                    <a:lnTo>
                      <a:pt x="188" y="116"/>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29" name=""/>
              <p:cNvSpPr/>
              <p:nvPr/>
            </p:nvSpPr>
            <p:spPr>
              <a:xfrm>
                <a:off x="323280" y="356040"/>
                <a:ext cx="159840" cy="307440"/>
              </a:xfrm>
              <a:custGeom>
                <a:avLst/>
                <a:gdLst>
                  <a:gd name="textAreaLeft" fmla="*/ 0 w 159840"/>
                  <a:gd name="textAreaRight" fmla="*/ 163440 w 159840"/>
                  <a:gd name="textAreaTop" fmla="*/ 0 h 307440"/>
                  <a:gd name="textAreaBottom" fmla="*/ 311040 h 307440"/>
                </a:gdLst>
                <a:ahLst/>
                <a:cxnLst/>
                <a:rect l="textAreaLeft" t="textAreaTop" r="textAreaRight" b="textAreaBottom"/>
                <a:pathLst>
                  <a:path w="454" h="864">
                    <a:moveTo>
                      <a:pt x="165" y="864"/>
                    </a:moveTo>
                    <a:lnTo>
                      <a:pt x="173" y="457"/>
                    </a:lnTo>
                    <a:lnTo>
                      <a:pt x="174" y="443"/>
                    </a:lnTo>
                    <a:lnTo>
                      <a:pt x="177" y="431"/>
                    </a:lnTo>
                    <a:lnTo>
                      <a:pt x="182" y="419"/>
                    </a:lnTo>
                    <a:lnTo>
                      <a:pt x="188" y="408"/>
                    </a:lnTo>
                    <a:lnTo>
                      <a:pt x="195" y="397"/>
                    </a:lnTo>
                    <a:lnTo>
                      <a:pt x="203" y="387"/>
                    </a:lnTo>
                    <a:lnTo>
                      <a:pt x="223" y="368"/>
                    </a:lnTo>
                    <a:lnTo>
                      <a:pt x="245" y="351"/>
                    </a:lnTo>
                    <a:lnTo>
                      <a:pt x="270" y="334"/>
                    </a:lnTo>
                    <a:lnTo>
                      <a:pt x="324" y="302"/>
                    </a:lnTo>
                    <a:lnTo>
                      <a:pt x="375" y="270"/>
                    </a:lnTo>
                    <a:lnTo>
                      <a:pt x="399" y="252"/>
                    </a:lnTo>
                    <a:lnTo>
                      <a:pt x="419" y="232"/>
                    </a:lnTo>
                    <a:lnTo>
                      <a:pt x="428" y="222"/>
                    </a:lnTo>
                    <a:lnTo>
                      <a:pt x="435" y="211"/>
                    </a:lnTo>
                    <a:lnTo>
                      <a:pt x="442" y="200"/>
                    </a:lnTo>
                    <a:lnTo>
                      <a:pt x="447" y="188"/>
                    </a:lnTo>
                    <a:lnTo>
                      <a:pt x="451" y="175"/>
                    </a:lnTo>
                    <a:lnTo>
                      <a:pt x="453" y="161"/>
                    </a:lnTo>
                    <a:lnTo>
                      <a:pt x="454" y="147"/>
                    </a:lnTo>
                    <a:lnTo>
                      <a:pt x="453" y="132"/>
                    </a:lnTo>
                    <a:lnTo>
                      <a:pt x="450" y="119"/>
                    </a:lnTo>
                    <a:lnTo>
                      <a:pt x="447" y="109"/>
                    </a:lnTo>
                    <a:lnTo>
                      <a:pt x="442" y="99"/>
                    </a:lnTo>
                    <a:lnTo>
                      <a:pt x="435" y="92"/>
                    </a:lnTo>
                    <a:lnTo>
                      <a:pt x="428" y="85"/>
                    </a:lnTo>
                    <a:lnTo>
                      <a:pt x="420" y="79"/>
                    </a:lnTo>
                    <a:lnTo>
                      <a:pt x="410" y="75"/>
                    </a:lnTo>
                    <a:lnTo>
                      <a:pt x="400" y="72"/>
                    </a:lnTo>
                    <a:lnTo>
                      <a:pt x="390" y="70"/>
                    </a:lnTo>
                    <a:lnTo>
                      <a:pt x="379" y="69"/>
                    </a:lnTo>
                    <a:lnTo>
                      <a:pt x="355" y="70"/>
                    </a:lnTo>
                    <a:lnTo>
                      <a:pt x="331" y="74"/>
                    </a:lnTo>
                    <a:lnTo>
                      <a:pt x="307" y="82"/>
                    </a:lnTo>
                    <a:lnTo>
                      <a:pt x="284" y="91"/>
                    </a:lnTo>
                    <a:lnTo>
                      <a:pt x="262" y="103"/>
                    </a:lnTo>
                    <a:lnTo>
                      <a:pt x="244" y="116"/>
                    </a:lnTo>
                    <a:lnTo>
                      <a:pt x="235" y="123"/>
                    </a:lnTo>
                    <a:lnTo>
                      <a:pt x="228" y="130"/>
                    </a:lnTo>
                    <a:lnTo>
                      <a:pt x="223" y="138"/>
                    </a:lnTo>
                    <a:lnTo>
                      <a:pt x="218" y="145"/>
                    </a:lnTo>
                    <a:lnTo>
                      <a:pt x="214" y="153"/>
                    </a:lnTo>
                    <a:lnTo>
                      <a:pt x="213" y="161"/>
                    </a:lnTo>
                    <a:lnTo>
                      <a:pt x="212" y="168"/>
                    </a:lnTo>
                    <a:lnTo>
                      <a:pt x="214" y="175"/>
                    </a:lnTo>
                    <a:lnTo>
                      <a:pt x="217" y="183"/>
                    </a:lnTo>
                    <a:lnTo>
                      <a:pt x="222" y="190"/>
                    </a:lnTo>
                    <a:lnTo>
                      <a:pt x="226" y="194"/>
                    </a:lnTo>
                    <a:lnTo>
                      <a:pt x="231" y="198"/>
                    </a:lnTo>
                    <a:lnTo>
                      <a:pt x="235" y="200"/>
                    </a:lnTo>
                    <a:lnTo>
                      <a:pt x="240" y="202"/>
                    </a:lnTo>
                    <a:lnTo>
                      <a:pt x="244" y="203"/>
                    </a:lnTo>
                    <a:lnTo>
                      <a:pt x="248" y="202"/>
                    </a:lnTo>
                    <a:lnTo>
                      <a:pt x="253" y="201"/>
                    </a:lnTo>
                    <a:lnTo>
                      <a:pt x="256" y="199"/>
                    </a:lnTo>
                    <a:lnTo>
                      <a:pt x="260" y="197"/>
                    </a:lnTo>
                    <a:lnTo>
                      <a:pt x="264" y="193"/>
                    </a:lnTo>
                    <a:lnTo>
                      <a:pt x="267" y="190"/>
                    </a:lnTo>
                    <a:lnTo>
                      <a:pt x="270" y="185"/>
                    </a:lnTo>
                    <a:lnTo>
                      <a:pt x="276" y="174"/>
                    </a:lnTo>
                    <a:lnTo>
                      <a:pt x="280" y="162"/>
                    </a:lnTo>
                    <a:lnTo>
                      <a:pt x="283" y="148"/>
                    </a:lnTo>
                    <a:lnTo>
                      <a:pt x="284" y="134"/>
                    </a:lnTo>
                    <a:lnTo>
                      <a:pt x="284" y="119"/>
                    </a:lnTo>
                    <a:lnTo>
                      <a:pt x="281" y="103"/>
                    </a:lnTo>
                    <a:lnTo>
                      <a:pt x="277" y="89"/>
                    </a:lnTo>
                    <a:lnTo>
                      <a:pt x="270" y="74"/>
                    </a:lnTo>
                    <a:lnTo>
                      <a:pt x="266" y="68"/>
                    </a:lnTo>
                    <a:lnTo>
                      <a:pt x="261" y="61"/>
                    </a:lnTo>
                    <a:lnTo>
                      <a:pt x="256" y="55"/>
                    </a:lnTo>
                    <a:lnTo>
                      <a:pt x="250" y="50"/>
                    </a:lnTo>
                    <a:lnTo>
                      <a:pt x="242" y="44"/>
                    </a:lnTo>
                    <a:lnTo>
                      <a:pt x="231" y="37"/>
                    </a:lnTo>
                    <a:lnTo>
                      <a:pt x="218" y="30"/>
                    </a:lnTo>
                    <a:lnTo>
                      <a:pt x="203" y="23"/>
                    </a:lnTo>
                    <a:lnTo>
                      <a:pt x="187" y="16"/>
                    </a:lnTo>
                    <a:lnTo>
                      <a:pt x="169" y="10"/>
                    </a:lnTo>
                    <a:lnTo>
                      <a:pt x="151" y="5"/>
                    </a:lnTo>
                    <a:lnTo>
                      <a:pt x="132" y="2"/>
                    </a:lnTo>
                    <a:lnTo>
                      <a:pt x="113" y="0"/>
                    </a:lnTo>
                    <a:lnTo>
                      <a:pt x="94" y="1"/>
                    </a:lnTo>
                    <a:lnTo>
                      <a:pt x="76" y="4"/>
                    </a:lnTo>
                    <a:lnTo>
                      <a:pt x="67" y="6"/>
                    </a:lnTo>
                    <a:lnTo>
                      <a:pt x="59" y="10"/>
                    </a:lnTo>
                    <a:lnTo>
                      <a:pt x="50" y="14"/>
                    </a:lnTo>
                    <a:lnTo>
                      <a:pt x="42"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7" y="355"/>
                    </a:lnTo>
                    <a:lnTo>
                      <a:pt x="248" y="378"/>
                    </a:lnTo>
                    <a:lnTo>
                      <a:pt x="264" y="400"/>
                    </a:lnTo>
                    <a:lnTo>
                      <a:pt x="270" y="411"/>
                    </a:lnTo>
                    <a:lnTo>
                      <a:pt x="275" y="422"/>
                    </a:lnTo>
                    <a:lnTo>
                      <a:pt x="278" y="432"/>
                    </a:lnTo>
                    <a:lnTo>
                      <a:pt x="280" y="443"/>
                    </a:lnTo>
                    <a:lnTo>
                      <a:pt x="281" y="483"/>
                    </a:lnTo>
                    <a:lnTo>
                      <a:pt x="281" y="540"/>
                    </a:lnTo>
                    <a:lnTo>
                      <a:pt x="278" y="682"/>
                    </a:lnTo>
                    <a:lnTo>
                      <a:pt x="273" y="864"/>
                    </a:lnTo>
                    <a:lnTo>
                      <a:pt x="165" y="864"/>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30" name=""/>
              <p:cNvSpPr/>
              <p:nvPr/>
            </p:nvSpPr>
            <p:spPr>
              <a:xfrm>
                <a:off x="404280" y="79560"/>
                <a:ext cx="360" cy="61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31" name=""/>
              <p:cNvSpPr/>
              <p:nvPr/>
            </p:nvSpPr>
            <p:spPr>
              <a:xfrm flipH="1">
                <a:off x="615600" y="168120"/>
                <a:ext cx="4320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32" name=""/>
              <p:cNvSpPr/>
              <p:nvPr/>
            </p:nvSpPr>
            <p:spPr>
              <a:xfrm flipH="1">
                <a:off x="66456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33" name=""/>
              <p:cNvSpPr/>
              <p:nvPr/>
            </p:nvSpPr>
            <p:spPr>
              <a:xfrm>
                <a:off x="149400" y="168120"/>
                <a:ext cx="4356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34" name=""/>
              <p:cNvSpPr/>
              <p:nvPr/>
            </p:nvSpPr>
            <p:spPr>
              <a:xfrm>
                <a:off x="8244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335" name=""/>
            <p:cNvGrpSpPr/>
            <p:nvPr/>
          </p:nvGrpSpPr>
          <p:grpSpPr>
            <a:xfrm>
              <a:off x="69480" y="59040"/>
              <a:ext cx="643320" cy="667440"/>
              <a:chOff x="69480" y="59040"/>
              <a:chExt cx="643320" cy="667440"/>
            </a:xfrm>
          </p:grpSpPr>
          <p:sp>
            <p:nvSpPr>
              <p:cNvPr id="336" name=""/>
              <p:cNvSpPr/>
              <p:nvPr/>
            </p:nvSpPr>
            <p:spPr>
              <a:xfrm>
                <a:off x="212400" y="217080"/>
                <a:ext cx="353520" cy="426240"/>
              </a:xfrm>
              <a:custGeom>
                <a:avLst/>
                <a:gdLst>
                  <a:gd name="textAreaLeft" fmla="*/ 0 w 353520"/>
                  <a:gd name="textAreaRight" fmla="*/ 357120 w 353520"/>
                  <a:gd name="textAreaTop" fmla="*/ 0 h 426240"/>
                  <a:gd name="textAreaBottom" fmla="*/ 429840 h 426240"/>
                </a:gdLst>
                <a:ahLst/>
                <a:cxnLst/>
                <a:rect l="textAreaLeft" t="textAreaTop" r="textAreaRight" b="textAreaBottom"/>
                <a:pathLst>
                  <a:path w="992" h="1194">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5" y="144"/>
                    </a:lnTo>
                    <a:lnTo>
                      <a:pt x="123" y="168"/>
                    </a:lnTo>
                    <a:lnTo>
                      <a:pt x="103" y="193"/>
                    </a:lnTo>
                    <a:lnTo>
                      <a:pt x="85" y="219"/>
                    </a:lnTo>
                    <a:lnTo>
                      <a:pt x="67" y="248"/>
                    </a:lnTo>
                    <a:lnTo>
                      <a:pt x="51" y="278"/>
                    </a:lnTo>
                    <a:lnTo>
                      <a:pt x="37" y="307"/>
                    </a:lnTo>
                    <a:lnTo>
                      <a:pt x="26" y="337"/>
                    </a:lnTo>
                    <a:lnTo>
                      <a:pt x="16" y="367"/>
                    </a:lnTo>
                    <a:lnTo>
                      <a:pt x="9" y="398"/>
                    </a:lnTo>
                    <a:lnTo>
                      <a:pt x="4" y="430"/>
                    </a:lnTo>
                    <a:lnTo>
                      <a:pt x="1" y="462"/>
                    </a:lnTo>
                    <a:lnTo>
                      <a:pt x="0" y="496"/>
                    </a:lnTo>
                    <a:lnTo>
                      <a:pt x="0" y="496"/>
                    </a:lnTo>
                    <a:lnTo>
                      <a:pt x="0" y="496"/>
                    </a:lnTo>
                    <a:lnTo>
                      <a:pt x="1" y="529"/>
                    </a:lnTo>
                    <a:lnTo>
                      <a:pt x="4" y="562"/>
                    </a:lnTo>
                    <a:lnTo>
                      <a:pt x="10" y="593"/>
                    </a:lnTo>
                    <a:lnTo>
                      <a:pt x="17" y="624"/>
                    </a:lnTo>
                    <a:lnTo>
                      <a:pt x="26" y="654"/>
                    </a:lnTo>
                    <a:lnTo>
                      <a:pt x="37" y="684"/>
                    </a:lnTo>
                    <a:lnTo>
                      <a:pt x="51" y="713"/>
                    </a:lnTo>
                    <a:lnTo>
                      <a:pt x="67" y="743"/>
                    </a:lnTo>
                    <a:lnTo>
                      <a:pt x="85" y="771"/>
                    </a:lnTo>
                    <a:lnTo>
                      <a:pt x="103" y="798"/>
                    </a:lnTo>
                    <a:lnTo>
                      <a:pt x="123" y="823"/>
                    </a:lnTo>
                    <a:lnTo>
                      <a:pt x="145" y="846"/>
                    </a:lnTo>
                    <a:lnTo>
                      <a:pt x="168" y="868"/>
                    </a:lnTo>
                    <a:lnTo>
                      <a:pt x="193" y="888"/>
                    </a:lnTo>
                    <a:lnTo>
                      <a:pt x="219" y="906"/>
                    </a:lnTo>
                    <a:lnTo>
                      <a:pt x="248" y="924"/>
                    </a:lnTo>
                    <a:lnTo>
                      <a:pt x="269" y="936"/>
                    </a:lnTo>
                    <a:lnTo>
                      <a:pt x="290" y="946"/>
                    </a:lnTo>
                    <a:lnTo>
                      <a:pt x="310" y="955"/>
                    </a:lnTo>
                    <a:lnTo>
                      <a:pt x="332" y="963"/>
                    </a:lnTo>
                    <a:lnTo>
                      <a:pt x="332" y="963"/>
                    </a:lnTo>
                    <a:lnTo>
                      <a:pt x="332" y="1135"/>
                    </a:lnTo>
                    <a:lnTo>
                      <a:pt x="332" y="1141"/>
                    </a:lnTo>
                    <a:lnTo>
                      <a:pt x="333" y="1147"/>
                    </a:lnTo>
                    <a:lnTo>
                      <a:pt x="335" y="1153"/>
                    </a:lnTo>
                    <a:lnTo>
                      <a:pt x="337" y="1158"/>
                    </a:lnTo>
                    <a:lnTo>
                      <a:pt x="339" y="1163"/>
                    </a:lnTo>
                    <a:lnTo>
                      <a:pt x="342" y="1168"/>
                    </a:lnTo>
                    <a:lnTo>
                      <a:pt x="345" y="1173"/>
                    </a:lnTo>
                    <a:lnTo>
                      <a:pt x="349" y="1177"/>
                    </a:lnTo>
                    <a:lnTo>
                      <a:pt x="353" y="1181"/>
                    </a:lnTo>
                    <a:lnTo>
                      <a:pt x="358" y="1184"/>
                    </a:lnTo>
                    <a:lnTo>
                      <a:pt x="363" y="1187"/>
                    </a:lnTo>
                    <a:lnTo>
                      <a:pt x="368" y="1189"/>
                    </a:lnTo>
                    <a:lnTo>
                      <a:pt x="373" y="1191"/>
                    </a:lnTo>
                    <a:lnTo>
                      <a:pt x="379" y="1193"/>
                    </a:lnTo>
                    <a:lnTo>
                      <a:pt x="385" y="1194"/>
                    </a:lnTo>
                    <a:lnTo>
                      <a:pt x="391" y="1194"/>
                    </a:lnTo>
                    <a:lnTo>
                      <a:pt x="602" y="1194"/>
                    </a:lnTo>
                    <a:lnTo>
                      <a:pt x="608" y="1194"/>
                    </a:lnTo>
                    <a:lnTo>
                      <a:pt x="614" y="1193"/>
                    </a:lnTo>
                    <a:lnTo>
                      <a:pt x="619" y="1191"/>
                    </a:lnTo>
                    <a:lnTo>
                      <a:pt x="625" y="1189"/>
                    </a:lnTo>
                    <a:lnTo>
                      <a:pt x="630" y="1187"/>
                    </a:lnTo>
                    <a:lnTo>
                      <a:pt x="634" y="1184"/>
                    </a:lnTo>
                    <a:lnTo>
                      <a:pt x="639" y="1181"/>
                    </a:lnTo>
                    <a:lnTo>
                      <a:pt x="643" y="1177"/>
                    </a:lnTo>
                    <a:lnTo>
                      <a:pt x="647" y="1173"/>
                    </a:lnTo>
                    <a:lnTo>
                      <a:pt x="650" y="1168"/>
                    </a:lnTo>
                    <a:lnTo>
                      <a:pt x="653" y="1163"/>
                    </a:lnTo>
                    <a:lnTo>
                      <a:pt x="655" y="1158"/>
                    </a:lnTo>
                    <a:lnTo>
                      <a:pt x="657" y="1153"/>
                    </a:lnTo>
                    <a:lnTo>
                      <a:pt x="659" y="1147"/>
                    </a:lnTo>
                    <a:lnTo>
                      <a:pt x="660" y="1141"/>
                    </a:lnTo>
                    <a:lnTo>
                      <a:pt x="660" y="1135"/>
                    </a:lnTo>
                    <a:lnTo>
                      <a:pt x="660" y="963"/>
                    </a:lnTo>
                    <a:lnTo>
                      <a:pt x="660" y="963"/>
                    </a:lnTo>
                    <a:lnTo>
                      <a:pt x="660" y="963"/>
                    </a:lnTo>
                    <a:lnTo>
                      <a:pt x="682" y="955"/>
                    </a:lnTo>
                    <a:lnTo>
                      <a:pt x="703" y="945"/>
                    </a:lnTo>
                    <a:lnTo>
                      <a:pt x="723" y="935"/>
                    </a:lnTo>
                    <a:lnTo>
                      <a:pt x="744" y="924"/>
                    </a:lnTo>
                    <a:lnTo>
                      <a:pt x="772" y="906"/>
                    </a:lnTo>
                    <a:lnTo>
                      <a:pt x="799" y="888"/>
                    </a:lnTo>
                    <a:lnTo>
                      <a:pt x="824" y="867"/>
                    </a:lnTo>
                    <a:lnTo>
                      <a:pt x="847" y="846"/>
                    </a:lnTo>
                    <a:lnTo>
                      <a:pt x="869" y="823"/>
                    </a:lnTo>
                    <a:lnTo>
                      <a:pt x="889" y="798"/>
                    </a:lnTo>
                    <a:lnTo>
                      <a:pt x="907" y="771"/>
                    </a:lnTo>
                    <a:lnTo>
                      <a:pt x="925" y="743"/>
                    </a:lnTo>
                    <a:lnTo>
                      <a:pt x="941" y="713"/>
                    </a:lnTo>
                    <a:lnTo>
                      <a:pt x="955" y="684"/>
                    </a:lnTo>
                    <a:lnTo>
                      <a:pt x="966" y="654"/>
                    </a:lnTo>
                    <a:lnTo>
                      <a:pt x="976" y="624"/>
                    </a:lnTo>
                    <a:lnTo>
                      <a:pt x="983" y="593"/>
                    </a:lnTo>
                    <a:lnTo>
                      <a:pt x="988" y="562"/>
                    </a:lnTo>
                    <a:lnTo>
                      <a:pt x="991" y="529"/>
                    </a:lnTo>
                    <a:lnTo>
                      <a:pt x="992" y="496"/>
                    </a:lnTo>
                    <a:lnTo>
                      <a:pt x="992" y="496"/>
                    </a:lnTo>
                    <a:lnTo>
                      <a:pt x="992" y="496"/>
                    </a:lnTo>
                    <a:lnTo>
                      <a:pt x="991" y="462"/>
                    </a:lnTo>
                    <a:lnTo>
                      <a:pt x="988" y="430"/>
                    </a:lnTo>
                    <a:lnTo>
                      <a:pt x="983" y="398"/>
                    </a:lnTo>
                    <a:lnTo>
                      <a:pt x="976" y="367"/>
                    </a:lnTo>
                    <a:lnTo>
                      <a:pt x="966" y="337"/>
                    </a:lnTo>
                    <a:lnTo>
                      <a:pt x="955" y="307"/>
                    </a:lnTo>
                    <a:lnTo>
                      <a:pt x="941" y="278"/>
                    </a:lnTo>
                    <a:lnTo>
                      <a:pt x="925" y="248"/>
                    </a:lnTo>
                    <a:lnTo>
                      <a:pt x="907" y="219"/>
                    </a:lnTo>
                    <a:lnTo>
                      <a:pt x="889" y="193"/>
                    </a:lnTo>
                    <a:lnTo>
                      <a:pt x="869" y="168"/>
                    </a:lnTo>
                    <a:lnTo>
                      <a:pt x="847" y="144"/>
                    </a:lnTo>
                    <a:lnTo>
                      <a:pt x="824" y="123"/>
                    </a:lnTo>
                    <a:lnTo>
                      <a:pt x="799" y="103"/>
                    </a:lnTo>
                    <a:lnTo>
                      <a:pt x="773" y="84"/>
                    </a:lnTo>
                    <a:lnTo>
                      <a:pt x="744" y="66"/>
                    </a:lnTo>
                    <a:lnTo>
                      <a:pt x="714" y="50"/>
                    </a:lnTo>
                    <a:lnTo>
                      <a:pt x="685" y="36"/>
                    </a:lnTo>
                    <a:lnTo>
                      <a:pt x="655" y="25"/>
                    </a:lnTo>
                    <a:lnTo>
                      <a:pt x="624" y="16"/>
                    </a:lnTo>
                    <a:lnTo>
                      <a:pt x="594" y="9"/>
                    </a:lnTo>
                    <a:lnTo>
                      <a:pt x="562" y="4"/>
                    </a:lnTo>
                    <a:lnTo>
                      <a:pt x="530" y="1"/>
                    </a:lnTo>
                    <a:lnTo>
                      <a:pt x="496" y="0"/>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37" name=""/>
              <p:cNvSpPr/>
              <p:nvPr/>
            </p:nvSpPr>
            <p:spPr>
              <a:xfrm>
                <a:off x="307080" y="646920"/>
                <a:ext cx="164160" cy="38160"/>
              </a:xfrm>
              <a:custGeom>
                <a:avLst/>
                <a:gdLst>
                  <a:gd name="textAreaLeft" fmla="*/ 0 w 164160"/>
                  <a:gd name="textAreaRight" fmla="*/ 167760 w 164160"/>
                  <a:gd name="textAreaTop" fmla="*/ 0 h 38160"/>
                  <a:gd name="textAreaBottom" fmla="*/ 41760 h 38160"/>
                </a:gdLst>
                <a:ahLst/>
                <a:cxnLst/>
                <a:rect l="textAreaLeft" t="textAreaTop" r="textAreaRight" b="textAreaBottom"/>
                <a:pathLst>
                  <a:path w="466" h="116">
                    <a:moveTo>
                      <a:pt x="233" y="116"/>
                    </a:moveTo>
                    <a:lnTo>
                      <a:pt x="408" y="116"/>
                    </a:lnTo>
                    <a:lnTo>
                      <a:pt x="414" y="116"/>
                    </a:lnTo>
                    <a:lnTo>
                      <a:pt x="420" y="115"/>
                    </a:lnTo>
                    <a:lnTo>
                      <a:pt x="425" y="113"/>
                    </a:lnTo>
                    <a:lnTo>
                      <a:pt x="431" y="111"/>
                    </a:lnTo>
                    <a:lnTo>
                      <a:pt x="436" y="109"/>
                    </a:lnTo>
                    <a:lnTo>
                      <a:pt x="440" y="106"/>
                    </a:lnTo>
                    <a:lnTo>
                      <a:pt x="445" y="103"/>
                    </a:lnTo>
                    <a:lnTo>
                      <a:pt x="449" y="99"/>
                    </a:lnTo>
                    <a:lnTo>
                      <a:pt x="453" y="95"/>
                    </a:lnTo>
                    <a:lnTo>
                      <a:pt x="456" y="90"/>
                    </a:lnTo>
                    <a:lnTo>
                      <a:pt x="459" y="86"/>
                    </a:lnTo>
                    <a:lnTo>
                      <a:pt x="461" y="81"/>
                    </a:lnTo>
                    <a:lnTo>
                      <a:pt x="463" y="75"/>
                    </a:lnTo>
                    <a:lnTo>
                      <a:pt x="465" y="70"/>
                    </a:lnTo>
                    <a:lnTo>
                      <a:pt x="466" y="64"/>
                    </a:lnTo>
                    <a:lnTo>
                      <a:pt x="466" y="58"/>
                    </a:lnTo>
                    <a:lnTo>
                      <a:pt x="466" y="52"/>
                    </a:lnTo>
                    <a:lnTo>
                      <a:pt x="465" y="46"/>
                    </a:lnTo>
                    <a:lnTo>
                      <a:pt x="463" y="41"/>
                    </a:lnTo>
                    <a:lnTo>
                      <a:pt x="461" y="35"/>
                    </a:lnTo>
                    <a:lnTo>
                      <a:pt x="459" y="30"/>
                    </a:lnTo>
                    <a:lnTo>
                      <a:pt x="456" y="26"/>
                    </a:lnTo>
                    <a:lnTo>
                      <a:pt x="453" y="21"/>
                    </a:lnTo>
                    <a:lnTo>
                      <a:pt x="449" y="17"/>
                    </a:lnTo>
                    <a:lnTo>
                      <a:pt x="445" y="13"/>
                    </a:lnTo>
                    <a:lnTo>
                      <a:pt x="440" y="10"/>
                    </a:lnTo>
                    <a:lnTo>
                      <a:pt x="436" y="7"/>
                    </a:lnTo>
                    <a:lnTo>
                      <a:pt x="431" y="5"/>
                    </a:lnTo>
                    <a:lnTo>
                      <a:pt x="425" y="3"/>
                    </a:lnTo>
                    <a:lnTo>
                      <a:pt x="420" y="1"/>
                    </a:lnTo>
                    <a:lnTo>
                      <a:pt x="414" y="0"/>
                    </a:lnTo>
                    <a:lnTo>
                      <a:pt x="40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64"/>
                    </a:lnTo>
                    <a:lnTo>
                      <a:pt x="1" y="70"/>
                    </a:lnTo>
                    <a:lnTo>
                      <a:pt x="3" y="75"/>
                    </a:lnTo>
                    <a:lnTo>
                      <a:pt x="5" y="81"/>
                    </a:lnTo>
                    <a:lnTo>
                      <a:pt x="7" y="86"/>
                    </a:lnTo>
                    <a:lnTo>
                      <a:pt x="10" y="90"/>
                    </a:lnTo>
                    <a:lnTo>
                      <a:pt x="13" y="95"/>
                    </a:lnTo>
                    <a:lnTo>
                      <a:pt x="17" y="99"/>
                    </a:lnTo>
                    <a:lnTo>
                      <a:pt x="21" y="103"/>
                    </a:lnTo>
                    <a:lnTo>
                      <a:pt x="26" y="106"/>
                    </a:lnTo>
                    <a:lnTo>
                      <a:pt x="31" y="109"/>
                    </a:lnTo>
                    <a:lnTo>
                      <a:pt x="36" y="111"/>
                    </a:lnTo>
                    <a:lnTo>
                      <a:pt x="41" y="113"/>
                    </a:lnTo>
                    <a:lnTo>
                      <a:pt x="47" y="115"/>
                    </a:lnTo>
                    <a:lnTo>
                      <a:pt x="53" y="116"/>
                    </a:lnTo>
                    <a:lnTo>
                      <a:pt x="59" y="116"/>
                    </a:lnTo>
                    <a:lnTo>
                      <a:pt x="233" y="116"/>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38" name=""/>
              <p:cNvSpPr/>
              <p:nvPr/>
            </p:nvSpPr>
            <p:spPr>
              <a:xfrm>
                <a:off x="323280" y="687960"/>
                <a:ext cx="131760" cy="38520"/>
              </a:xfrm>
              <a:custGeom>
                <a:avLst/>
                <a:gdLst>
                  <a:gd name="textAreaLeft" fmla="*/ 0 w 131760"/>
                  <a:gd name="textAreaRight" fmla="*/ 135360 w 131760"/>
                  <a:gd name="textAreaTop" fmla="*/ 0 h 38520"/>
                  <a:gd name="textAreaBottom" fmla="*/ 42120 h 38520"/>
                </a:gdLst>
                <a:ahLst/>
                <a:cxnLst/>
                <a:rect l="textAreaLeft" t="textAreaTop" r="textAreaRight" b="textAreaBottom"/>
                <a:pathLst>
                  <a:path w="376" h="117">
                    <a:moveTo>
                      <a:pt x="188" y="117"/>
                    </a:moveTo>
                    <a:lnTo>
                      <a:pt x="318" y="117"/>
                    </a:lnTo>
                    <a:lnTo>
                      <a:pt x="324" y="117"/>
                    </a:lnTo>
                    <a:lnTo>
                      <a:pt x="330" y="116"/>
                    </a:lnTo>
                    <a:lnTo>
                      <a:pt x="335" y="114"/>
                    </a:lnTo>
                    <a:lnTo>
                      <a:pt x="341" y="112"/>
                    </a:lnTo>
                    <a:lnTo>
                      <a:pt x="346" y="110"/>
                    </a:lnTo>
                    <a:lnTo>
                      <a:pt x="350" y="107"/>
                    </a:lnTo>
                    <a:lnTo>
                      <a:pt x="355" y="104"/>
                    </a:lnTo>
                    <a:lnTo>
                      <a:pt x="359" y="100"/>
                    </a:lnTo>
                    <a:lnTo>
                      <a:pt x="363" y="96"/>
                    </a:lnTo>
                    <a:lnTo>
                      <a:pt x="366" y="91"/>
                    </a:lnTo>
                    <a:lnTo>
                      <a:pt x="369" y="87"/>
                    </a:lnTo>
                    <a:lnTo>
                      <a:pt x="371" y="82"/>
                    </a:lnTo>
                    <a:lnTo>
                      <a:pt x="373" y="76"/>
                    </a:lnTo>
                    <a:lnTo>
                      <a:pt x="375" y="71"/>
                    </a:lnTo>
                    <a:lnTo>
                      <a:pt x="376" y="65"/>
                    </a:lnTo>
                    <a:lnTo>
                      <a:pt x="376" y="59"/>
                    </a:lnTo>
                    <a:lnTo>
                      <a:pt x="376" y="59"/>
                    </a:lnTo>
                    <a:lnTo>
                      <a:pt x="376" y="53"/>
                    </a:lnTo>
                    <a:lnTo>
                      <a:pt x="375" y="47"/>
                    </a:lnTo>
                    <a:lnTo>
                      <a:pt x="373" y="41"/>
                    </a:lnTo>
                    <a:lnTo>
                      <a:pt x="371" y="36"/>
                    </a:lnTo>
                    <a:lnTo>
                      <a:pt x="369" y="31"/>
                    </a:lnTo>
                    <a:lnTo>
                      <a:pt x="366" y="26"/>
                    </a:lnTo>
                    <a:lnTo>
                      <a:pt x="363" y="21"/>
                    </a:lnTo>
                    <a:lnTo>
                      <a:pt x="359" y="17"/>
                    </a:lnTo>
                    <a:lnTo>
                      <a:pt x="355" y="13"/>
                    </a:lnTo>
                    <a:lnTo>
                      <a:pt x="350" y="10"/>
                    </a:lnTo>
                    <a:lnTo>
                      <a:pt x="346" y="7"/>
                    </a:lnTo>
                    <a:lnTo>
                      <a:pt x="341" y="5"/>
                    </a:lnTo>
                    <a:lnTo>
                      <a:pt x="335" y="3"/>
                    </a:lnTo>
                    <a:lnTo>
                      <a:pt x="330" y="1"/>
                    </a:lnTo>
                    <a:lnTo>
                      <a:pt x="324" y="0"/>
                    </a:lnTo>
                    <a:lnTo>
                      <a:pt x="31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1"/>
                    </a:lnTo>
                    <a:lnTo>
                      <a:pt x="5" y="36"/>
                    </a:lnTo>
                    <a:lnTo>
                      <a:pt x="3" y="41"/>
                    </a:lnTo>
                    <a:lnTo>
                      <a:pt x="1" y="47"/>
                    </a:lnTo>
                    <a:lnTo>
                      <a:pt x="0" y="53"/>
                    </a:lnTo>
                    <a:lnTo>
                      <a:pt x="0" y="59"/>
                    </a:lnTo>
                    <a:lnTo>
                      <a:pt x="0" y="59"/>
                    </a:lnTo>
                    <a:lnTo>
                      <a:pt x="0" y="65"/>
                    </a:lnTo>
                    <a:lnTo>
                      <a:pt x="1" y="71"/>
                    </a:lnTo>
                    <a:lnTo>
                      <a:pt x="3" y="76"/>
                    </a:lnTo>
                    <a:lnTo>
                      <a:pt x="5" y="82"/>
                    </a:lnTo>
                    <a:lnTo>
                      <a:pt x="7" y="87"/>
                    </a:lnTo>
                    <a:lnTo>
                      <a:pt x="10" y="91"/>
                    </a:lnTo>
                    <a:lnTo>
                      <a:pt x="13" y="96"/>
                    </a:lnTo>
                    <a:lnTo>
                      <a:pt x="17" y="100"/>
                    </a:lnTo>
                    <a:lnTo>
                      <a:pt x="21" y="104"/>
                    </a:lnTo>
                    <a:lnTo>
                      <a:pt x="26" y="107"/>
                    </a:lnTo>
                    <a:lnTo>
                      <a:pt x="31" y="110"/>
                    </a:lnTo>
                    <a:lnTo>
                      <a:pt x="36" y="112"/>
                    </a:lnTo>
                    <a:lnTo>
                      <a:pt x="41" y="114"/>
                    </a:lnTo>
                    <a:lnTo>
                      <a:pt x="47" y="116"/>
                    </a:lnTo>
                    <a:lnTo>
                      <a:pt x="53" y="117"/>
                    </a:lnTo>
                    <a:lnTo>
                      <a:pt x="59" y="117"/>
                    </a:lnTo>
                    <a:lnTo>
                      <a:pt x="188" y="117"/>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39" name=""/>
              <p:cNvSpPr/>
              <p:nvPr/>
            </p:nvSpPr>
            <p:spPr>
              <a:xfrm>
                <a:off x="309960" y="335520"/>
                <a:ext cx="160200" cy="307800"/>
              </a:xfrm>
              <a:custGeom>
                <a:avLst/>
                <a:gdLst>
                  <a:gd name="textAreaLeft" fmla="*/ 0 w 160200"/>
                  <a:gd name="textAreaRight" fmla="*/ 163800 w 160200"/>
                  <a:gd name="textAreaTop" fmla="*/ 0 h 307800"/>
                  <a:gd name="textAreaBottom" fmla="*/ 311400 h 307800"/>
                </a:gdLst>
                <a:ahLst/>
                <a:cxnLst/>
                <a:rect l="textAreaLeft" t="textAreaTop" r="textAreaRight" b="textAreaBottom"/>
                <a:pathLst>
                  <a:path w="455" h="865">
                    <a:moveTo>
                      <a:pt x="165" y="865"/>
                    </a:moveTo>
                    <a:lnTo>
                      <a:pt x="173" y="457"/>
                    </a:lnTo>
                    <a:lnTo>
                      <a:pt x="174" y="443"/>
                    </a:lnTo>
                    <a:lnTo>
                      <a:pt x="178" y="431"/>
                    </a:lnTo>
                    <a:lnTo>
                      <a:pt x="182" y="419"/>
                    </a:lnTo>
                    <a:lnTo>
                      <a:pt x="188" y="408"/>
                    </a:lnTo>
                    <a:lnTo>
                      <a:pt x="195" y="397"/>
                    </a:lnTo>
                    <a:lnTo>
                      <a:pt x="204" y="387"/>
                    </a:lnTo>
                    <a:lnTo>
                      <a:pt x="223" y="368"/>
                    </a:lnTo>
                    <a:lnTo>
                      <a:pt x="246" y="351"/>
                    </a:lnTo>
                    <a:lnTo>
                      <a:pt x="271" y="334"/>
                    </a:lnTo>
                    <a:lnTo>
                      <a:pt x="324" y="302"/>
                    </a:lnTo>
                    <a:lnTo>
                      <a:pt x="376" y="270"/>
                    </a:lnTo>
                    <a:lnTo>
                      <a:pt x="400" y="252"/>
                    </a:lnTo>
                    <a:lnTo>
                      <a:pt x="420" y="232"/>
                    </a:lnTo>
                    <a:lnTo>
                      <a:pt x="429" y="222"/>
                    </a:lnTo>
                    <a:lnTo>
                      <a:pt x="436" y="211"/>
                    </a:lnTo>
                    <a:lnTo>
                      <a:pt x="443" y="200"/>
                    </a:lnTo>
                    <a:lnTo>
                      <a:pt x="448" y="188"/>
                    </a:lnTo>
                    <a:lnTo>
                      <a:pt x="452" y="175"/>
                    </a:lnTo>
                    <a:lnTo>
                      <a:pt x="454" y="161"/>
                    </a:lnTo>
                    <a:lnTo>
                      <a:pt x="455" y="147"/>
                    </a:lnTo>
                    <a:lnTo>
                      <a:pt x="454" y="132"/>
                    </a:lnTo>
                    <a:lnTo>
                      <a:pt x="451" y="119"/>
                    </a:lnTo>
                    <a:lnTo>
                      <a:pt x="448" y="109"/>
                    </a:lnTo>
                    <a:lnTo>
                      <a:pt x="443" y="99"/>
                    </a:lnTo>
                    <a:lnTo>
                      <a:pt x="436" y="91"/>
                    </a:lnTo>
                    <a:lnTo>
                      <a:pt x="429" y="85"/>
                    </a:lnTo>
                    <a:lnTo>
                      <a:pt x="421" y="79"/>
                    </a:lnTo>
                    <a:lnTo>
                      <a:pt x="411" y="75"/>
                    </a:lnTo>
                    <a:lnTo>
                      <a:pt x="401" y="72"/>
                    </a:lnTo>
                    <a:lnTo>
                      <a:pt x="391" y="70"/>
                    </a:lnTo>
                    <a:lnTo>
                      <a:pt x="380" y="69"/>
                    </a:lnTo>
                    <a:lnTo>
                      <a:pt x="356" y="70"/>
                    </a:lnTo>
                    <a:lnTo>
                      <a:pt x="332" y="74"/>
                    </a:lnTo>
                    <a:lnTo>
                      <a:pt x="308" y="81"/>
                    </a:lnTo>
                    <a:lnTo>
                      <a:pt x="285" y="91"/>
                    </a:lnTo>
                    <a:lnTo>
                      <a:pt x="263" y="103"/>
                    </a:lnTo>
                    <a:lnTo>
                      <a:pt x="245" y="116"/>
                    </a:lnTo>
                    <a:lnTo>
                      <a:pt x="236" y="123"/>
                    </a:lnTo>
                    <a:lnTo>
                      <a:pt x="229" y="130"/>
                    </a:lnTo>
                    <a:lnTo>
                      <a:pt x="224" y="138"/>
                    </a:lnTo>
                    <a:lnTo>
                      <a:pt x="219" y="145"/>
                    </a:lnTo>
                    <a:lnTo>
                      <a:pt x="215" y="153"/>
                    </a:lnTo>
                    <a:lnTo>
                      <a:pt x="214" y="160"/>
                    </a:lnTo>
                    <a:lnTo>
                      <a:pt x="213" y="168"/>
                    </a:lnTo>
                    <a:lnTo>
                      <a:pt x="215" y="175"/>
                    </a:lnTo>
                    <a:lnTo>
                      <a:pt x="218" y="183"/>
                    </a:lnTo>
                    <a:lnTo>
                      <a:pt x="223" y="190"/>
                    </a:lnTo>
                    <a:lnTo>
                      <a:pt x="227" y="194"/>
                    </a:lnTo>
                    <a:lnTo>
                      <a:pt x="232" y="198"/>
                    </a:lnTo>
                    <a:lnTo>
                      <a:pt x="236" y="200"/>
                    </a:lnTo>
                    <a:lnTo>
                      <a:pt x="241" y="202"/>
                    </a:lnTo>
                    <a:lnTo>
                      <a:pt x="245" y="203"/>
                    </a:lnTo>
                    <a:lnTo>
                      <a:pt x="249" y="202"/>
                    </a:lnTo>
                    <a:lnTo>
                      <a:pt x="254" y="201"/>
                    </a:lnTo>
                    <a:lnTo>
                      <a:pt x="257" y="199"/>
                    </a:lnTo>
                    <a:lnTo>
                      <a:pt x="261" y="197"/>
                    </a:lnTo>
                    <a:lnTo>
                      <a:pt x="265" y="194"/>
                    </a:lnTo>
                    <a:lnTo>
                      <a:pt x="268" y="190"/>
                    </a:lnTo>
                    <a:lnTo>
                      <a:pt x="271" y="185"/>
                    </a:lnTo>
                    <a:lnTo>
                      <a:pt x="277" y="175"/>
                    </a:lnTo>
                    <a:lnTo>
                      <a:pt x="281" y="162"/>
                    </a:lnTo>
                    <a:lnTo>
                      <a:pt x="284" y="149"/>
                    </a:lnTo>
                    <a:lnTo>
                      <a:pt x="285" y="134"/>
                    </a:lnTo>
                    <a:lnTo>
                      <a:pt x="285" y="119"/>
                    </a:lnTo>
                    <a:lnTo>
                      <a:pt x="282" y="104"/>
                    </a:lnTo>
                    <a:lnTo>
                      <a:pt x="278" y="89"/>
                    </a:lnTo>
                    <a:lnTo>
                      <a:pt x="271" y="75"/>
                    </a:lnTo>
                    <a:lnTo>
                      <a:pt x="267" y="69"/>
                    </a:lnTo>
                    <a:lnTo>
                      <a:pt x="262" y="62"/>
                    </a:lnTo>
                    <a:lnTo>
                      <a:pt x="257" y="56"/>
                    </a:lnTo>
                    <a:lnTo>
                      <a:pt x="251" y="51"/>
                    </a:lnTo>
                    <a:lnTo>
                      <a:pt x="242" y="44"/>
                    </a:lnTo>
                    <a:lnTo>
                      <a:pt x="232" y="38"/>
                    </a:lnTo>
                    <a:lnTo>
                      <a:pt x="219" y="30"/>
                    </a:lnTo>
                    <a:lnTo>
                      <a:pt x="204" y="23"/>
                    </a:lnTo>
                    <a:lnTo>
                      <a:pt x="187" y="16"/>
                    </a:lnTo>
                    <a:lnTo>
                      <a:pt x="170" y="10"/>
                    </a:lnTo>
                    <a:lnTo>
                      <a:pt x="151" y="5"/>
                    </a:lnTo>
                    <a:lnTo>
                      <a:pt x="133" y="2"/>
                    </a:lnTo>
                    <a:lnTo>
                      <a:pt x="114" y="0"/>
                    </a:lnTo>
                    <a:lnTo>
                      <a:pt x="95" y="1"/>
                    </a:lnTo>
                    <a:lnTo>
                      <a:pt x="76" y="4"/>
                    </a:lnTo>
                    <a:lnTo>
                      <a:pt x="68" y="6"/>
                    </a:lnTo>
                    <a:lnTo>
                      <a:pt x="59" y="10"/>
                    </a:lnTo>
                    <a:lnTo>
                      <a:pt x="51" y="14"/>
                    </a:lnTo>
                    <a:lnTo>
                      <a:pt x="43"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8" y="355"/>
                    </a:lnTo>
                    <a:lnTo>
                      <a:pt x="248" y="378"/>
                    </a:lnTo>
                    <a:lnTo>
                      <a:pt x="265" y="400"/>
                    </a:lnTo>
                    <a:lnTo>
                      <a:pt x="271" y="411"/>
                    </a:lnTo>
                    <a:lnTo>
                      <a:pt x="276" y="422"/>
                    </a:lnTo>
                    <a:lnTo>
                      <a:pt x="279" y="432"/>
                    </a:lnTo>
                    <a:lnTo>
                      <a:pt x="281" y="443"/>
                    </a:lnTo>
                    <a:lnTo>
                      <a:pt x="282" y="482"/>
                    </a:lnTo>
                    <a:lnTo>
                      <a:pt x="282" y="541"/>
                    </a:lnTo>
                    <a:lnTo>
                      <a:pt x="279" y="682"/>
                    </a:lnTo>
                    <a:lnTo>
                      <a:pt x="274" y="865"/>
                    </a:lnTo>
                    <a:lnTo>
                      <a:pt x="165" y="865"/>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40" name=""/>
              <p:cNvSpPr/>
              <p:nvPr/>
            </p:nvSpPr>
            <p:spPr>
              <a:xfrm>
                <a:off x="390960" y="59040"/>
                <a:ext cx="360" cy="615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41" name=""/>
              <p:cNvSpPr/>
              <p:nvPr/>
            </p:nvSpPr>
            <p:spPr>
              <a:xfrm flipH="1">
                <a:off x="60228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42" name=""/>
              <p:cNvSpPr/>
              <p:nvPr/>
            </p:nvSpPr>
            <p:spPr>
              <a:xfrm flipH="1">
                <a:off x="651240" y="384840"/>
                <a:ext cx="6156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43" name=""/>
              <p:cNvSpPr/>
              <p:nvPr/>
            </p:nvSpPr>
            <p:spPr>
              <a:xfrm>
                <a:off x="13644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44" name=""/>
              <p:cNvSpPr/>
              <p:nvPr/>
            </p:nvSpPr>
            <p:spPr>
              <a:xfrm>
                <a:off x="69480" y="384840"/>
                <a:ext cx="6120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grpSp>
      </p:grpSp>
      <p:sp>
        <p:nvSpPr>
          <p:cNvPr id="345" name="PlaceHolder 1"/>
          <p:cNvSpPr>
            <a:spLocks noGrp="1"/>
          </p:cNvSpPr>
          <p:nvPr>
            <p:ph type="title"/>
          </p:nvPr>
        </p:nvSpPr>
        <p:spPr>
          <a:xfrm>
            <a:off x="4320000" y="2019240"/>
            <a:ext cx="5036400" cy="274680"/>
          </a:xfrm>
          <a:prstGeom prst="rect">
            <a:avLst/>
          </a:prstGeom>
          <a:noFill/>
          <a:ln w="0">
            <a:noFill/>
          </a:ln>
        </p:spPr>
        <p:txBody>
          <a:bodyPr lIns="0" rIns="0" tIns="0" bIns="0" anchor="ctr">
            <a:sp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46"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47" name="PlaceHolder 3"/>
          <p:cNvSpPr>
            <a:spLocks noGrp="1"/>
          </p:cNvSpPr>
          <p:nvPr>
            <p:ph type="ftr" idx="25"/>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348" name="PlaceHolder 4"/>
          <p:cNvSpPr>
            <a:spLocks noGrp="1"/>
          </p:cNvSpPr>
          <p:nvPr>
            <p:ph type="sldNum" idx="26"/>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63E8ED56-7C80-451D-B02D-449A7742B171}"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349" name="PlaceHolder 5"/>
          <p:cNvSpPr>
            <a:spLocks noGrp="1"/>
          </p:cNvSpPr>
          <p:nvPr>
            <p:ph type="dt" idx="27"/>
          </p:nvPr>
        </p:nvSpPr>
        <p:spPr>
          <a:xfrm>
            <a:off x="504000" y="5328000"/>
            <a:ext cx="2343600" cy="239040"/>
          </a:xfrm>
          <a:prstGeom prst="rect">
            <a:avLst/>
          </a:prstGeom>
          <a:noFill/>
          <a:ln w="0">
            <a:noFill/>
          </a:ln>
        </p:spPr>
        <p:txBody>
          <a:bodyPr lIns="0" rIns="0" tIns="0" bIns="0" anchor="t">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2"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
          <p:cNvSpPr/>
          <p:nvPr/>
        </p:nvSpPr>
        <p:spPr>
          <a:xfrm>
            <a:off x="0" y="180000"/>
            <a:ext cx="4146480" cy="413640"/>
          </a:xfrm>
          <a:custGeom>
            <a:avLst/>
            <a:gdLst>
              <a:gd name="textAreaLeft" fmla="*/ 0 w 4146480"/>
              <a:gd name="textAreaRight" fmla="*/ 4150080 w 4146480"/>
              <a:gd name="textAreaTop" fmla="*/ 0 h 413640"/>
              <a:gd name="textAreaBottom" fmla="*/ 417240 h 413640"/>
            </a:gdLst>
            <a:ahLst/>
            <a:cxnLst/>
            <a:rect l="textAreaLeft" t="textAreaTop" r="textAreaRight" b="textAreaBottom"/>
            <a:pathLst>
              <a:path w="11528" h="1159">
                <a:moveTo>
                  <a:pt x="0" y="0"/>
                </a:moveTo>
                <a:lnTo>
                  <a:pt x="11528" y="0"/>
                </a:lnTo>
                <a:lnTo>
                  <a:pt x="11528" y="1159"/>
                </a:lnTo>
                <a:lnTo>
                  <a:pt x="0" y="1159"/>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353" name=""/>
          <p:cNvGrpSpPr/>
          <p:nvPr/>
        </p:nvGrpSpPr>
        <p:grpSpPr>
          <a:xfrm>
            <a:off x="152640" y="291960"/>
            <a:ext cx="9273600" cy="4825080"/>
            <a:chOff x="152640" y="291960"/>
            <a:chExt cx="9273600" cy="4825080"/>
          </a:xfrm>
        </p:grpSpPr>
        <p:sp>
          <p:nvSpPr>
            <p:cNvPr id="354" name=""/>
            <p:cNvSpPr/>
            <p:nvPr/>
          </p:nvSpPr>
          <p:spPr>
            <a:xfrm flipH="1">
              <a:off x="1209960" y="4952880"/>
              <a:ext cx="164160" cy="1641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55" name=""/>
            <p:cNvSpPr/>
            <p:nvPr/>
          </p:nvSpPr>
          <p:spPr>
            <a:xfrm>
              <a:off x="1209960" y="4952880"/>
              <a:ext cx="164160" cy="1641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56" name=""/>
            <p:cNvSpPr/>
            <p:nvPr/>
          </p:nvSpPr>
          <p:spPr>
            <a:xfrm>
              <a:off x="5675400" y="1268280"/>
              <a:ext cx="164160" cy="177480"/>
            </a:xfrm>
            <a:custGeom>
              <a:avLst/>
              <a:gdLst>
                <a:gd name="textAreaLeft" fmla="*/ 0 w 164160"/>
                <a:gd name="textAreaRight" fmla="*/ 167760 w 164160"/>
                <a:gd name="textAreaTop" fmla="*/ 0 h 177480"/>
                <a:gd name="textAreaBottom" fmla="*/ 181080 h 177480"/>
              </a:gdLst>
              <a:ahLst/>
              <a:cxnLst/>
              <a:rect l="textAreaLeft" t="textAreaTop" r="textAreaRight" b="textAreaBottom"/>
              <a:pathLst>
                <a:path w="466" h="503">
                  <a:moveTo>
                    <a:pt x="0" y="230"/>
                  </a:moveTo>
                  <a:lnTo>
                    <a:pt x="404" y="503"/>
                  </a:lnTo>
                  <a:lnTo>
                    <a:pt x="466" y="0"/>
                  </a:lnTo>
                  <a:lnTo>
                    <a:pt x="0" y="230"/>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57" name=""/>
            <p:cNvSpPr/>
            <p:nvPr/>
          </p:nvSpPr>
          <p:spPr>
            <a:xfrm>
              <a:off x="7669440" y="445248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0"/>
                  </a:lnTo>
                  <a:lnTo>
                    <a:pt x="525" y="317"/>
                  </a:lnTo>
                  <a:lnTo>
                    <a:pt x="521" y="334"/>
                  </a:lnTo>
                  <a:lnTo>
                    <a:pt x="516" y="350"/>
                  </a:lnTo>
                  <a:lnTo>
                    <a:pt x="510" y="366"/>
                  </a:lnTo>
                  <a:lnTo>
                    <a:pt x="503" y="381"/>
                  </a:lnTo>
                  <a:lnTo>
                    <a:pt x="494" y="397"/>
                  </a:lnTo>
                  <a:lnTo>
                    <a:pt x="485" y="412"/>
                  </a:lnTo>
                  <a:lnTo>
                    <a:pt x="475" y="426"/>
                  </a:lnTo>
                  <a:lnTo>
                    <a:pt x="464" y="440"/>
                  </a:lnTo>
                  <a:lnTo>
                    <a:pt x="453" y="452"/>
                  </a:lnTo>
                  <a:lnTo>
                    <a:pt x="441" y="464"/>
                  </a:lnTo>
                  <a:lnTo>
                    <a:pt x="427" y="474"/>
                  </a:lnTo>
                  <a:lnTo>
                    <a:pt x="413" y="484"/>
                  </a:lnTo>
                  <a:lnTo>
                    <a:pt x="398" y="494"/>
                  </a:lnTo>
                  <a:lnTo>
                    <a:pt x="382" y="503"/>
                  </a:lnTo>
                  <a:lnTo>
                    <a:pt x="366" y="510"/>
                  </a:lnTo>
                  <a:lnTo>
                    <a:pt x="350" y="516"/>
                  </a:lnTo>
                  <a:lnTo>
                    <a:pt x="334" y="521"/>
                  </a:lnTo>
                  <a:lnTo>
                    <a:pt x="317" y="525"/>
                  </a:lnTo>
                  <a:lnTo>
                    <a:pt x="300" y="528"/>
                  </a:lnTo>
                  <a:lnTo>
                    <a:pt x="283" y="529"/>
                  </a:lnTo>
                  <a:lnTo>
                    <a:pt x="265" y="530"/>
                  </a:lnTo>
                  <a:lnTo>
                    <a:pt x="247" y="529"/>
                  </a:lnTo>
                  <a:lnTo>
                    <a:pt x="230" y="528"/>
                  </a:lnTo>
                  <a:lnTo>
                    <a:pt x="213" y="525"/>
                  </a:lnTo>
                  <a:lnTo>
                    <a:pt x="197" y="521"/>
                  </a:lnTo>
                  <a:lnTo>
                    <a:pt x="181" y="516"/>
                  </a:lnTo>
                  <a:lnTo>
                    <a:pt x="165" y="510"/>
                  </a:lnTo>
                  <a:lnTo>
                    <a:pt x="149" y="503"/>
                  </a:lnTo>
                  <a:lnTo>
                    <a:pt x="133" y="494"/>
                  </a:lnTo>
                  <a:lnTo>
                    <a:pt x="118" y="484"/>
                  </a:lnTo>
                  <a:lnTo>
                    <a:pt x="103" y="474"/>
                  </a:lnTo>
                  <a:lnTo>
                    <a:pt x="90" y="464"/>
                  </a:lnTo>
                  <a:lnTo>
                    <a:pt x="78" y="452"/>
                  </a:lnTo>
                  <a:lnTo>
                    <a:pt x="66" y="440"/>
                  </a:lnTo>
                  <a:lnTo>
                    <a:pt x="56" y="426"/>
                  </a:lnTo>
                  <a:lnTo>
                    <a:pt x="45" y="412"/>
                  </a:lnTo>
                  <a:lnTo>
                    <a:pt x="36" y="397"/>
                  </a:lnTo>
                  <a:lnTo>
                    <a:pt x="27" y="381"/>
                  </a:lnTo>
                  <a:lnTo>
                    <a:pt x="20" y="366"/>
                  </a:lnTo>
                  <a:lnTo>
                    <a:pt x="14" y="350"/>
                  </a:lnTo>
                  <a:lnTo>
                    <a:pt x="9" y="334"/>
                  </a:lnTo>
                  <a:lnTo>
                    <a:pt x="5" y="317"/>
                  </a:lnTo>
                  <a:lnTo>
                    <a:pt x="2" y="300"/>
                  </a:lnTo>
                  <a:lnTo>
                    <a:pt x="1" y="283"/>
                  </a:lnTo>
                  <a:lnTo>
                    <a:pt x="0" y="265"/>
                  </a:lnTo>
                  <a:lnTo>
                    <a:pt x="1" y="247"/>
                  </a:lnTo>
                  <a:lnTo>
                    <a:pt x="2" y="230"/>
                  </a:lnTo>
                  <a:lnTo>
                    <a:pt x="5" y="213"/>
                  </a:lnTo>
                  <a:lnTo>
                    <a:pt x="9" y="196"/>
                  </a:lnTo>
                  <a:lnTo>
                    <a:pt x="14" y="180"/>
                  </a:lnTo>
                  <a:lnTo>
                    <a:pt x="20" y="164"/>
                  </a:lnTo>
                  <a:lnTo>
                    <a:pt x="27" y="148"/>
                  </a:lnTo>
                  <a:lnTo>
                    <a:pt x="36" y="132"/>
                  </a:lnTo>
                  <a:lnTo>
                    <a:pt x="45" y="117"/>
                  </a:lnTo>
                  <a:lnTo>
                    <a:pt x="56" y="102"/>
                  </a:lnTo>
                  <a:lnTo>
                    <a:pt x="66" y="89"/>
                  </a:lnTo>
                  <a:lnTo>
                    <a:pt x="78" y="77"/>
                  </a:lnTo>
                  <a:lnTo>
                    <a:pt x="90" y="65"/>
                  </a:lnTo>
                  <a:lnTo>
                    <a:pt x="103" y="55"/>
                  </a:lnTo>
                  <a:lnTo>
                    <a:pt x="118" y="44"/>
                  </a:lnTo>
                  <a:lnTo>
                    <a:pt x="133" y="35"/>
                  </a:lnTo>
                  <a:lnTo>
                    <a:pt x="149" y="26"/>
                  </a:lnTo>
                  <a:lnTo>
                    <a:pt x="165" y="19"/>
                  </a:lnTo>
                  <a:lnTo>
                    <a:pt x="181" y="13"/>
                  </a:lnTo>
                  <a:lnTo>
                    <a:pt x="197" y="8"/>
                  </a:lnTo>
                  <a:lnTo>
                    <a:pt x="213" y="5"/>
                  </a:lnTo>
                  <a:lnTo>
                    <a:pt x="230" y="2"/>
                  </a:lnTo>
                  <a:lnTo>
                    <a:pt x="247" y="0"/>
                  </a:lnTo>
                  <a:lnTo>
                    <a:pt x="265" y="0"/>
                  </a:lnTo>
                  <a:lnTo>
                    <a:pt x="283" y="0"/>
                  </a:lnTo>
                  <a:lnTo>
                    <a:pt x="300" y="2"/>
                  </a:lnTo>
                  <a:lnTo>
                    <a:pt x="317" y="5"/>
                  </a:lnTo>
                  <a:lnTo>
                    <a:pt x="334" y="8"/>
                  </a:lnTo>
                  <a:lnTo>
                    <a:pt x="350" y="13"/>
                  </a:lnTo>
                  <a:lnTo>
                    <a:pt x="366" y="19"/>
                  </a:lnTo>
                  <a:lnTo>
                    <a:pt x="382" y="26"/>
                  </a:lnTo>
                  <a:lnTo>
                    <a:pt x="398" y="35"/>
                  </a:lnTo>
                  <a:lnTo>
                    <a:pt x="413" y="44"/>
                  </a:lnTo>
                  <a:lnTo>
                    <a:pt x="427" y="55"/>
                  </a:lnTo>
                  <a:lnTo>
                    <a:pt x="441" y="65"/>
                  </a:lnTo>
                  <a:lnTo>
                    <a:pt x="453" y="77"/>
                  </a:lnTo>
                  <a:lnTo>
                    <a:pt x="464" y="89"/>
                  </a:lnTo>
                  <a:lnTo>
                    <a:pt x="475" y="102"/>
                  </a:lnTo>
                  <a:lnTo>
                    <a:pt x="485" y="117"/>
                  </a:lnTo>
                  <a:lnTo>
                    <a:pt x="494" y="132"/>
                  </a:lnTo>
                  <a:lnTo>
                    <a:pt x="503" y="148"/>
                  </a:lnTo>
                  <a:lnTo>
                    <a:pt x="510" y="164"/>
                  </a:lnTo>
                  <a:lnTo>
                    <a:pt x="516" y="180"/>
                  </a:lnTo>
                  <a:lnTo>
                    <a:pt x="521" y="196"/>
                  </a:lnTo>
                  <a:lnTo>
                    <a:pt x="525" y="213"/>
                  </a:lnTo>
                  <a:lnTo>
                    <a:pt x="528" y="230"/>
                  </a:lnTo>
                  <a:lnTo>
                    <a:pt x="529" y="247"/>
                  </a:lnTo>
                  <a:lnTo>
                    <a:pt x="530"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sp>
          <p:nvSpPr>
            <p:cNvPr id="358" name=""/>
            <p:cNvSpPr/>
            <p:nvPr/>
          </p:nvSpPr>
          <p:spPr>
            <a:xfrm flipH="1">
              <a:off x="9262080" y="291960"/>
              <a:ext cx="164160" cy="1641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59" name=""/>
            <p:cNvSpPr/>
            <p:nvPr/>
          </p:nvSpPr>
          <p:spPr>
            <a:xfrm>
              <a:off x="9262080" y="291960"/>
              <a:ext cx="164160" cy="164160"/>
            </a:xfrm>
            <a:prstGeom prst="line">
              <a:avLst/>
            </a:prstGeom>
            <a:ln cap="rnd" w="54000">
              <a:solidFill>
                <a:srgbClr val="f2c02c"/>
              </a:solidFill>
              <a:round/>
            </a:ln>
          </p:spPr>
          <p:style>
            <a:lnRef idx="0"/>
            <a:fillRef idx="0"/>
            <a:effectRef idx="0"/>
            <a:fontRef idx="minor"/>
          </p:style>
          <p:txBody>
            <a:bodyPr lIns="0" rIns="0" tIns="0" bIns="0" anchor="ctr">
              <a:noAutofit/>
            </a:bodyPr>
            <a:p>
              <a:endParaRPr b="1" lang="en-GB" sz="1400" strike="noStrike" u="none">
                <a:solidFill>
                  <a:srgbClr val="f2c02c"/>
                </a:solidFill>
                <a:effectLst/>
                <a:uFillTx/>
                <a:latin typeface="Noto Sans"/>
                <a:ea typeface="DejaVu Sans"/>
              </a:endParaRPr>
            </a:p>
          </p:txBody>
        </p:sp>
        <p:sp>
          <p:nvSpPr>
            <p:cNvPr id="360" name=""/>
            <p:cNvSpPr/>
            <p:nvPr/>
          </p:nvSpPr>
          <p:spPr>
            <a:xfrm>
              <a:off x="152640" y="111204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0"/>
                  </a:lnTo>
                  <a:lnTo>
                    <a:pt x="525" y="317"/>
                  </a:lnTo>
                  <a:lnTo>
                    <a:pt x="521" y="333"/>
                  </a:lnTo>
                  <a:lnTo>
                    <a:pt x="516" y="349"/>
                  </a:lnTo>
                  <a:lnTo>
                    <a:pt x="510" y="365"/>
                  </a:lnTo>
                  <a:lnTo>
                    <a:pt x="503" y="381"/>
                  </a:lnTo>
                  <a:lnTo>
                    <a:pt x="494" y="397"/>
                  </a:lnTo>
                  <a:lnTo>
                    <a:pt x="485" y="412"/>
                  </a:lnTo>
                  <a:lnTo>
                    <a:pt x="475" y="426"/>
                  </a:lnTo>
                  <a:lnTo>
                    <a:pt x="464" y="440"/>
                  </a:lnTo>
                  <a:lnTo>
                    <a:pt x="453" y="452"/>
                  </a:lnTo>
                  <a:lnTo>
                    <a:pt x="441" y="464"/>
                  </a:lnTo>
                  <a:lnTo>
                    <a:pt x="427" y="475"/>
                  </a:lnTo>
                  <a:lnTo>
                    <a:pt x="413" y="485"/>
                  </a:lnTo>
                  <a:lnTo>
                    <a:pt x="398" y="494"/>
                  </a:lnTo>
                  <a:lnTo>
                    <a:pt x="382" y="502"/>
                  </a:lnTo>
                  <a:lnTo>
                    <a:pt x="366" y="510"/>
                  </a:lnTo>
                  <a:lnTo>
                    <a:pt x="350" y="516"/>
                  </a:lnTo>
                  <a:lnTo>
                    <a:pt x="334" y="521"/>
                  </a:lnTo>
                  <a:lnTo>
                    <a:pt x="317" y="525"/>
                  </a:lnTo>
                  <a:lnTo>
                    <a:pt x="300" y="528"/>
                  </a:lnTo>
                  <a:lnTo>
                    <a:pt x="283" y="529"/>
                  </a:lnTo>
                  <a:lnTo>
                    <a:pt x="265" y="530"/>
                  </a:lnTo>
                  <a:lnTo>
                    <a:pt x="247" y="529"/>
                  </a:lnTo>
                  <a:lnTo>
                    <a:pt x="230" y="528"/>
                  </a:lnTo>
                  <a:lnTo>
                    <a:pt x="213" y="525"/>
                  </a:lnTo>
                  <a:lnTo>
                    <a:pt x="197" y="521"/>
                  </a:lnTo>
                  <a:lnTo>
                    <a:pt x="181" y="516"/>
                  </a:lnTo>
                  <a:lnTo>
                    <a:pt x="165" y="510"/>
                  </a:lnTo>
                  <a:lnTo>
                    <a:pt x="149" y="502"/>
                  </a:lnTo>
                  <a:lnTo>
                    <a:pt x="133" y="494"/>
                  </a:lnTo>
                  <a:lnTo>
                    <a:pt x="118" y="485"/>
                  </a:lnTo>
                  <a:lnTo>
                    <a:pt x="103" y="475"/>
                  </a:lnTo>
                  <a:lnTo>
                    <a:pt x="90" y="464"/>
                  </a:lnTo>
                  <a:lnTo>
                    <a:pt x="78" y="452"/>
                  </a:lnTo>
                  <a:lnTo>
                    <a:pt x="66" y="440"/>
                  </a:lnTo>
                  <a:lnTo>
                    <a:pt x="56" y="426"/>
                  </a:lnTo>
                  <a:lnTo>
                    <a:pt x="45" y="412"/>
                  </a:lnTo>
                  <a:lnTo>
                    <a:pt x="36" y="397"/>
                  </a:lnTo>
                  <a:lnTo>
                    <a:pt x="27" y="381"/>
                  </a:lnTo>
                  <a:lnTo>
                    <a:pt x="20" y="365"/>
                  </a:lnTo>
                  <a:lnTo>
                    <a:pt x="14" y="350"/>
                  </a:lnTo>
                  <a:lnTo>
                    <a:pt x="9" y="333"/>
                  </a:lnTo>
                  <a:lnTo>
                    <a:pt x="5" y="317"/>
                  </a:lnTo>
                  <a:lnTo>
                    <a:pt x="2" y="300"/>
                  </a:lnTo>
                  <a:lnTo>
                    <a:pt x="1" y="283"/>
                  </a:lnTo>
                  <a:lnTo>
                    <a:pt x="0" y="265"/>
                  </a:lnTo>
                  <a:lnTo>
                    <a:pt x="1" y="247"/>
                  </a:lnTo>
                  <a:lnTo>
                    <a:pt x="2" y="230"/>
                  </a:lnTo>
                  <a:lnTo>
                    <a:pt x="5" y="213"/>
                  </a:lnTo>
                  <a:lnTo>
                    <a:pt x="9" y="196"/>
                  </a:lnTo>
                  <a:lnTo>
                    <a:pt x="14" y="180"/>
                  </a:lnTo>
                  <a:lnTo>
                    <a:pt x="20" y="164"/>
                  </a:lnTo>
                  <a:lnTo>
                    <a:pt x="27" y="148"/>
                  </a:lnTo>
                  <a:lnTo>
                    <a:pt x="36" y="132"/>
                  </a:lnTo>
                  <a:lnTo>
                    <a:pt x="45" y="117"/>
                  </a:lnTo>
                  <a:lnTo>
                    <a:pt x="56" y="103"/>
                  </a:lnTo>
                  <a:lnTo>
                    <a:pt x="66" y="89"/>
                  </a:lnTo>
                  <a:lnTo>
                    <a:pt x="78" y="77"/>
                  </a:lnTo>
                  <a:lnTo>
                    <a:pt x="90" y="65"/>
                  </a:lnTo>
                  <a:lnTo>
                    <a:pt x="103" y="55"/>
                  </a:lnTo>
                  <a:lnTo>
                    <a:pt x="118" y="44"/>
                  </a:lnTo>
                  <a:lnTo>
                    <a:pt x="133" y="35"/>
                  </a:lnTo>
                  <a:lnTo>
                    <a:pt x="149" y="26"/>
                  </a:lnTo>
                  <a:lnTo>
                    <a:pt x="165" y="19"/>
                  </a:lnTo>
                  <a:lnTo>
                    <a:pt x="181" y="13"/>
                  </a:lnTo>
                  <a:lnTo>
                    <a:pt x="197" y="8"/>
                  </a:lnTo>
                  <a:lnTo>
                    <a:pt x="213" y="5"/>
                  </a:lnTo>
                  <a:lnTo>
                    <a:pt x="230" y="2"/>
                  </a:lnTo>
                  <a:lnTo>
                    <a:pt x="247" y="0"/>
                  </a:lnTo>
                  <a:lnTo>
                    <a:pt x="265" y="0"/>
                  </a:lnTo>
                  <a:lnTo>
                    <a:pt x="283" y="0"/>
                  </a:lnTo>
                  <a:lnTo>
                    <a:pt x="300" y="2"/>
                  </a:lnTo>
                  <a:lnTo>
                    <a:pt x="317" y="5"/>
                  </a:lnTo>
                  <a:lnTo>
                    <a:pt x="334" y="8"/>
                  </a:lnTo>
                  <a:lnTo>
                    <a:pt x="350" y="13"/>
                  </a:lnTo>
                  <a:lnTo>
                    <a:pt x="366" y="19"/>
                  </a:lnTo>
                  <a:lnTo>
                    <a:pt x="382" y="26"/>
                  </a:lnTo>
                  <a:lnTo>
                    <a:pt x="398" y="35"/>
                  </a:lnTo>
                  <a:lnTo>
                    <a:pt x="413" y="44"/>
                  </a:lnTo>
                  <a:lnTo>
                    <a:pt x="427" y="55"/>
                  </a:lnTo>
                  <a:lnTo>
                    <a:pt x="441" y="65"/>
                  </a:lnTo>
                  <a:lnTo>
                    <a:pt x="453" y="77"/>
                  </a:lnTo>
                  <a:lnTo>
                    <a:pt x="464" y="89"/>
                  </a:lnTo>
                  <a:lnTo>
                    <a:pt x="475" y="103"/>
                  </a:lnTo>
                  <a:lnTo>
                    <a:pt x="485" y="117"/>
                  </a:lnTo>
                  <a:lnTo>
                    <a:pt x="494" y="132"/>
                  </a:lnTo>
                  <a:lnTo>
                    <a:pt x="503" y="148"/>
                  </a:lnTo>
                  <a:lnTo>
                    <a:pt x="510" y="164"/>
                  </a:lnTo>
                  <a:lnTo>
                    <a:pt x="516" y="180"/>
                  </a:lnTo>
                  <a:lnTo>
                    <a:pt x="521" y="196"/>
                  </a:lnTo>
                  <a:lnTo>
                    <a:pt x="525" y="212"/>
                  </a:lnTo>
                  <a:lnTo>
                    <a:pt x="528" y="229"/>
                  </a:lnTo>
                  <a:lnTo>
                    <a:pt x="529" y="247"/>
                  </a:lnTo>
                  <a:lnTo>
                    <a:pt x="530" y="265"/>
                  </a:lnTo>
                  <a:close/>
                </a:path>
              </a:pathLst>
            </a:custGeom>
            <a:noFill/>
            <a:ln cap="rnd" w="54000">
              <a:solidFill>
                <a:srgbClr val="f2c02c"/>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2c02c"/>
                </a:solidFill>
                <a:effectLst/>
                <a:uFillTx/>
                <a:latin typeface="Noto Sans"/>
                <a:ea typeface="DejaVu Sans"/>
              </a:endParaRPr>
            </a:p>
          </p:txBody>
        </p:sp>
      </p:grpSp>
      <p:grpSp>
        <p:nvGrpSpPr>
          <p:cNvPr id="361" name=""/>
          <p:cNvGrpSpPr/>
          <p:nvPr/>
        </p:nvGrpSpPr>
        <p:grpSpPr>
          <a:xfrm>
            <a:off x="69480" y="59040"/>
            <a:ext cx="656280" cy="687600"/>
            <a:chOff x="69480" y="59040"/>
            <a:chExt cx="656280" cy="687600"/>
          </a:xfrm>
        </p:grpSpPr>
        <p:grpSp>
          <p:nvGrpSpPr>
            <p:cNvPr id="362" name=""/>
            <p:cNvGrpSpPr/>
            <p:nvPr/>
          </p:nvGrpSpPr>
          <p:grpSpPr>
            <a:xfrm>
              <a:off x="82440" y="79560"/>
              <a:ext cx="643320" cy="667080"/>
              <a:chOff x="82440" y="79560"/>
              <a:chExt cx="643320" cy="667080"/>
            </a:xfrm>
          </p:grpSpPr>
          <p:sp>
            <p:nvSpPr>
              <p:cNvPr id="363" name=""/>
              <p:cNvSpPr/>
              <p:nvPr/>
            </p:nvSpPr>
            <p:spPr>
              <a:xfrm>
                <a:off x="225720" y="237600"/>
                <a:ext cx="353160" cy="425880"/>
              </a:xfrm>
              <a:custGeom>
                <a:avLst/>
                <a:gdLst>
                  <a:gd name="textAreaLeft" fmla="*/ 0 w 353160"/>
                  <a:gd name="textAreaRight" fmla="*/ 356760 w 353160"/>
                  <a:gd name="textAreaTop" fmla="*/ 0 h 425880"/>
                  <a:gd name="textAreaBottom" fmla="*/ 429480 h 425880"/>
                </a:gdLst>
                <a:ahLst/>
                <a:cxnLst/>
                <a:rect l="textAreaLeft" t="textAreaTop" r="textAreaRight" b="textAreaBottom"/>
                <a:pathLst>
                  <a:path w="991" h="1193">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4" y="144"/>
                    </a:lnTo>
                    <a:lnTo>
                      <a:pt x="123" y="168"/>
                    </a:lnTo>
                    <a:lnTo>
                      <a:pt x="103" y="193"/>
                    </a:lnTo>
                    <a:lnTo>
                      <a:pt x="84" y="219"/>
                    </a:lnTo>
                    <a:lnTo>
                      <a:pt x="66" y="248"/>
                    </a:lnTo>
                    <a:lnTo>
                      <a:pt x="50" y="278"/>
                    </a:lnTo>
                    <a:lnTo>
                      <a:pt x="36" y="307"/>
                    </a:lnTo>
                    <a:lnTo>
                      <a:pt x="25" y="337"/>
                    </a:lnTo>
                    <a:lnTo>
                      <a:pt x="16" y="367"/>
                    </a:lnTo>
                    <a:lnTo>
                      <a:pt x="9" y="398"/>
                    </a:lnTo>
                    <a:lnTo>
                      <a:pt x="4" y="429"/>
                    </a:lnTo>
                    <a:lnTo>
                      <a:pt x="1" y="461"/>
                    </a:lnTo>
                    <a:lnTo>
                      <a:pt x="0" y="495"/>
                    </a:lnTo>
                    <a:lnTo>
                      <a:pt x="0" y="495"/>
                    </a:lnTo>
                    <a:lnTo>
                      <a:pt x="0" y="495"/>
                    </a:lnTo>
                    <a:lnTo>
                      <a:pt x="1" y="529"/>
                    </a:lnTo>
                    <a:lnTo>
                      <a:pt x="4" y="561"/>
                    </a:lnTo>
                    <a:lnTo>
                      <a:pt x="9" y="593"/>
                    </a:lnTo>
                    <a:lnTo>
                      <a:pt x="16" y="624"/>
                    </a:lnTo>
                    <a:lnTo>
                      <a:pt x="25" y="654"/>
                    </a:lnTo>
                    <a:lnTo>
                      <a:pt x="37" y="684"/>
                    </a:lnTo>
                    <a:lnTo>
                      <a:pt x="50" y="713"/>
                    </a:lnTo>
                    <a:lnTo>
                      <a:pt x="66" y="743"/>
                    </a:lnTo>
                    <a:lnTo>
                      <a:pt x="84" y="772"/>
                    </a:lnTo>
                    <a:lnTo>
                      <a:pt x="103" y="798"/>
                    </a:lnTo>
                    <a:lnTo>
                      <a:pt x="123" y="823"/>
                    </a:lnTo>
                    <a:lnTo>
                      <a:pt x="144" y="846"/>
                    </a:lnTo>
                    <a:lnTo>
                      <a:pt x="168" y="867"/>
                    </a:lnTo>
                    <a:lnTo>
                      <a:pt x="193" y="887"/>
                    </a:lnTo>
                    <a:lnTo>
                      <a:pt x="219" y="906"/>
                    </a:lnTo>
                    <a:lnTo>
                      <a:pt x="248" y="924"/>
                    </a:lnTo>
                    <a:lnTo>
                      <a:pt x="269" y="935"/>
                    </a:lnTo>
                    <a:lnTo>
                      <a:pt x="289" y="945"/>
                    </a:lnTo>
                    <a:lnTo>
                      <a:pt x="310" y="954"/>
                    </a:lnTo>
                    <a:lnTo>
                      <a:pt x="332" y="963"/>
                    </a:lnTo>
                    <a:lnTo>
                      <a:pt x="332" y="963"/>
                    </a:lnTo>
                    <a:lnTo>
                      <a:pt x="332" y="1135"/>
                    </a:lnTo>
                    <a:lnTo>
                      <a:pt x="332" y="1141"/>
                    </a:lnTo>
                    <a:lnTo>
                      <a:pt x="333" y="1147"/>
                    </a:lnTo>
                    <a:lnTo>
                      <a:pt x="335" y="1152"/>
                    </a:lnTo>
                    <a:lnTo>
                      <a:pt x="337" y="1157"/>
                    </a:lnTo>
                    <a:lnTo>
                      <a:pt x="339" y="1163"/>
                    </a:lnTo>
                    <a:lnTo>
                      <a:pt x="342" y="1167"/>
                    </a:lnTo>
                    <a:lnTo>
                      <a:pt x="345" y="1172"/>
                    </a:lnTo>
                    <a:lnTo>
                      <a:pt x="349" y="1176"/>
                    </a:lnTo>
                    <a:lnTo>
                      <a:pt x="353" y="1180"/>
                    </a:lnTo>
                    <a:lnTo>
                      <a:pt x="358" y="1183"/>
                    </a:lnTo>
                    <a:lnTo>
                      <a:pt x="362" y="1186"/>
                    </a:lnTo>
                    <a:lnTo>
                      <a:pt x="367" y="1188"/>
                    </a:lnTo>
                    <a:lnTo>
                      <a:pt x="373" y="1190"/>
                    </a:lnTo>
                    <a:lnTo>
                      <a:pt x="378" y="1192"/>
                    </a:lnTo>
                    <a:lnTo>
                      <a:pt x="384" y="1193"/>
                    </a:lnTo>
                    <a:lnTo>
                      <a:pt x="390" y="1193"/>
                    </a:lnTo>
                    <a:lnTo>
                      <a:pt x="601" y="1193"/>
                    </a:lnTo>
                    <a:lnTo>
                      <a:pt x="607" y="1193"/>
                    </a:lnTo>
                    <a:lnTo>
                      <a:pt x="613" y="1192"/>
                    </a:lnTo>
                    <a:lnTo>
                      <a:pt x="618" y="1190"/>
                    </a:lnTo>
                    <a:lnTo>
                      <a:pt x="624" y="1188"/>
                    </a:lnTo>
                    <a:lnTo>
                      <a:pt x="629" y="1186"/>
                    </a:lnTo>
                    <a:lnTo>
                      <a:pt x="633" y="1183"/>
                    </a:lnTo>
                    <a:lnTo>
                      <a:pt x="638" y="1180"/>
                    </a:lnTo>
                    <a:lnTo>
                      <a:pt x="642" y="1176"/>
                    </a:lnTo>
                    <a:lnTo>
                      <a:pt x="646" y="1172"/>
                    </a:lnTo>
                    <a:lnTo>
                      <a:pt x="649" y="1167"/>
                    </a:lnTo>
                    <a:lnTo>
                      <a:pt x="652" y="1163"/>
                    </a:lnTo>
                    <a:lnTo>
                      <a:pt x="654" y="1157"/>
                    </a:lnTo>
                    <a:lnTo>
                      <a:pt x="656" y="1152"/>
                    </a:lnTo>
                    <a:lnTo>
                      <a:pt x="658" y="1147"/>
                    </a:lnTo>
                    <a:lnTo>
                      <a:pt x="659" y="1141"/>
                    </a:lnTo>
                    <a:lnTo>
                      <a:pt x="659" y="1135"/>
                    </a:lnTo>
                    <a:lnTo>
                      <a:pt x="659" y="963"/>
                    </a:lnTo>
                    <a:lnTo>
                      <a:pt x="659" y="963"/>
                    </a:lnTo>
                    <a:lnTo>
                      <a:pt x="659" y="963"/>
                    </a:lnTo>
                    <a:lnTo>
                      <a:pt x="681" y="954"/>
                    </a:lnTo>
                    <a:lnTo>
                      <a:pt x="702" y="945"/>
                    </a:lnTo>
                    <a:lnTo>
                      <a:pt x="722" y="935"/>
                    </a:lnTo>
                    <a:lnTo>
                      <a:pt x="743" y="924"/>
                    </a:lnTo>
                    <a:lnTo>
                      <a:pt x="772" y="906"/>
                    </a:lnTo>
                    <a:lnTo>
                      <a:pt x="798" y="887"/>
                    </a:lnTo>
                    <a:lnTo>
                      <a:pt x="823" y="867"/>
                    </a:lnTo>
                    <a:lnTo>
                      <a:pt x="847" y="846"/>
                    </a:lnTo>
                    <a:lnTo>
                      <a:pt x="868" y="823"/>
                    </a:lnTo>
                    <a:lnTo>
                      <a:pt x="888" y="798"/>
                    </a:lnTo>
                    <a:lnTo>
                      <a:pt x="907" y="772"/>
                    </a:lnTo>
                    <a:lnTo>
                      <a:pt x="925" y="743"/>
                    </a:lnTo>
                    <a:lnTo>
                      <a:pt x="941" y="713"/>
                    </a:lnTo>
                    <a:lnTo>
                      <a:pt x="954" y="684"/>
                    </a:lnTo>
                    <a:lnTo>
                      <a:pt x="966" y="654"/>
                    </a:lnTo>
                    <a:lnTo>
                      <a:pt x="975" y="624"/>
                    </a:lnTo>
                    <a:lnTo>
                      <a:pt x="982" y="593"/>
                    </a:lnTo>
                    <a:lnTo>
                      <a:pt x="987" y="561"/>
                    </a:lnTo>
                    <a:lnTo>
                      <a:pt x="990" y="529"/>
                    </a:lnTo>
                    <a:lnTo>
                      <a:pt x="991" y="495"/>
                    </a:lnTo>
                    <a:lnTo>
                      <a:pt x="991" y="495"/>
                    </a:lnTo>
                    <a:lnTo>
                      <a:pt x="991" y="495"/>
                    </a:lnTo>
                    <a:lnTo>
                      <a:pt x="990" y="461"/>
                    </a:lnTo>
                    <a:lnTo>
                      <a:pt x="987" y="429"/>
                    </a:lnTo>
                    <a:lnTo>
                      <a:pt x="982" y="398"/>
                    </a:lnTo>
                    <a:lnTo>
                      <a:pt x="975" y="367"/>
                    </a:lnTo>
                    <a:lnTo>
                      <a:pt x="966" y="337"/>
                    </a:lnTo>
                    <a:lnTo>
                      <a:pt x="954" y="307"/>
                    </a:lnTo>
                    <a:lnTo>
                      <a:pt x="941" y="278"/>
                    </a:lnTo>
                    <a:lnTo>
                      <a:pt x="925" y="248"/>
                    </a:lnTo>
                    <a:lnTo>
                      <a:pt x="907" y="219"/>
                    </a:lnTo>
                    <a:lnTo>
                      <a:pt x="888" y="193"/>
                    </a:lnTo>
                    <a:lnTo>
                      <a:pt x="868" y="168"/>
                    </a:lnTo>
                    <a:lnTo>
                      <a:pt x="847" y="144"/>
                    </a:lnTo>
                    <a:lnTo>
                      <a:pt x="823" y="123"/>
                    </a:lnTo>
                    <a:lnTo>
                      <a:pt x="798" y="103"/>
                    </a:lnTo>
                    <a:lnTo>
                      <a:pt x="772" y="84"/>
                    </a:lnTo>
                    <a:lnTo>
                      <a:pt x="743" y="66"/>
                    </a:lnTo>
                    <a:lnTo>
                      <a:pt x="713" y="50"/>
                    </a:lnTo>
                    <a:lnTo>
                      <a:pt x="684" y="36"/>
                    </a:lnTo>
                    <a:lnTo>
                      <a:pt x="654" y="25"/>
                    </a:lnTo>
                    <a:lnTo>
                      <a:pt x="624" y="16"/>
                    </a:lnTo>
                    <a:lnTo>
                      <a:pt x="593" y="9"/>
                    </a:lnTo>
                    <a:lnTo>
                      <a:pt x="562" y="4"/>
                    </a:lnTo>
                    <a:lnTo>
                      <a:pt x="529" y="1"/>
                    </a:lnTo>
                    <a:lnTo>
                      <a:pt x="496" y="0"/>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64" name=""/>
              <p:cNvSpPr/>
              <p:nvPr/>
            </p:nvSpPr>
            <p:spPr>
              <a:xfrm>
                <a:off x="320400" y="667080"/>
                <a:ext cx="163800" cy="38520"/>
              </a:xfrm>
              <a:custGeom>
                <a:avLst/>
                <a:gdLst>
                  <a:gd name="textAreaLeft" fmla="*/ 0 w 163800"/>
                  <a:gd name="textAreaRight" fmla="*/ 167400 w 163800"/>
                  <a:gd name="textAreaTop" fmla="*/ 0 h 38520"/>
                  <a:gd name="textAreaBottom" fmla="*/ 42120 h 38520"/>
                </a:gdLst>
                <a:ahLst/>
                <a:cxnLst/>
                <a:rect l="textAreaLeft" t="textAreaTop" r="textAreaRight" b="textAreaBottom"/>
                <a:pathLst>
                  <a:path w="465" h="117">
                    <a:moveTo>
                      <a:pt x="233" y="117"/>
                    </a:moveTo>
                    <a:lnTo>
                      <a:pt x="407" y="117"/>
                    </a:lnTo>
                    <a:lnTo>
                      <a:pt x="413" y="117"/>
                    </a:lnTo>
                    <a:lnTo>
                      <a:pt x="419" y="116"/>
                    </a:lnTo>
                    <a:lnTo>
                      <a:pt x="424" y="114"/>
                    </a:lnTo>
                    <a:lnTo>
                      <a:pt x="430" y="112"/>
                    </a:lnTo>
                    <a:lnTo>
                      <a:pt x="435" y="110"/>
                    </a:lnTo>
                    <a:lnTo>
                      <a:pt x="439" y="107"/>
                    </a:lnTo>
                    <a:lnTo>
                      <a:pt x="444" y="103"/>
                    </a:lnTo>
                    <a:lnTo>
                      <a:pt x="448" y="100"/>
                    </a:lnTo>
                    <a:lnTo>
                      <a:pt x="452" y="95"/>
                    </a:lnTo>
                    <a:lnTo>
                      <a:pt x="455" y="91"/>
                    </a:lnTo>
                    <a:lnTo>
                      <a:pt x="458" y="86"/>
                    </a:lnTo>
                    <a:lnTo>
                      <a:pt x="460" y="81"/>
                    </a:lnTo>
                    <a:lnTo>
                      <a:pt x="462" y="76"/>
                    </a:lnTo>
                    <a:lnTo>
                      <a:pt x="464" y="70"/>
                    </a:lnTo>
                    <a:lnTo>
                      <a:pt x="465" y="64"/>
                    </a:lnTo>
                    <a:lnTo>
                      <a:pt x="465" y="58"/>
                    </a:lnTo>
                    <a:lnTo>
                      <a:pt x="465" y="52"/>
                    </a:lnTo>
                    <a:lnTo>
                      <a:pt x="464" y="46"/>
                    </a:lnTo>
                    <a:lnTo>
                      <a:pt x="462" y="41"/>
                    </a:lnTo>
                    <a:lnTo>
                      <a:pt x="460" y="35"/>
                    </a:lnTo>
                    <a:lnTo>
                      <a:pt x="458" y="30"/>
                    </a:lnTo>
                    <a:lnTo>
                      <a:pt x="455" y="25"/>
                    </a:lnTo>
                    <a:lnTo>
                      <a:pt x="452" y="21"/>
                    </a:lnTo>
                    <a:lnTo>
                      <a:pt x="448" y="17"/>
                    </a:lnTo>
                    <a:lnTo>
                      <a:pt x="444" y="13"/>
                    </a:lnTo>
                    <a:lnTo>
                      <a:pt x="439" y="10"/>
                    </a:lnTo>
                    <a:lnTo>
                      <a:pt x="435" y="7"/>
                    </a:lnTo>
                    <a:lnTo>
                      <a:pt x="430" y="4"/>
                    </a:lnTo>
                    <a:lnTo>
                      <a:pt x="424" y="3"/>
                    </a:lnTo>
                    <a:lnTo>
                      <a:pt x="419" y="1"/>
                    </a:lnTo>
                    <a:lnTo>
                      <a:pt x="413" y="0"/>
                    </a:lnTo>
                    <a:lnTo>
                      <a:pt x="407" y="0"/>
                    </a:lnTo>
                    <a:lnTo>
                      <a:pt x="58" y="0"/>
                    </a:lnTo>
                    <a:lnTo>
                      <a:pt x="52" y="0"/>
                    </a:lnTo>
                    <a:lnTo>
                      <a:pt x="46" y="1"/>
                    </a:lnTo>
                    <a:lnTo>
                      <a:pt x="41" y="3"/>
                    </a:lnTo>
                    <a:lnTo>
                      <a:pt x="35" y="4"/>
                    </a:lnTo>
                    <a:lnTo>
                      <a:pt x="30" y="7"/>
                    </a:lnTo>
                    <a:lnTo>
                      <a:pt x="26" y="10"/>
                    </a:lnTo>
                    <a:lnTo>
                      <a:pt x="21" y="13"/>
                    </a:lnTo>
                    <a:lnTo>
                      <a:pt x="17" y="17"/>
                    </a:lnTo>
                    <a:lnTo>
                      <a:pt x="13" y="21"/>
                    </a:lnTo>
                    <a:lnTo>
                      <a:pt x="10" y="25"/>
                    </a:lnTo>
                    <a:lnTo>
                      <a:pt x="7" y="30"/>
                    </a:lnTo>
                    <a:lnTo>
                      <a:pt x="5" y="35"/>
                    </a:lnTo>
                    <a:lnTo>
                      <a:pt x="3" y="41"/>
                    </a:lnTo>
                    <a:lnTo>
                      <a:pt x="1" y="46"/>
                    </a:lnTo>
                    <a:lnTo>
                      <a:pt x="0" y="52"/>
                    </a:lnTo>
                    <a:lnTo>
                      <a:pt x="0" y="58"/>
                    </a:lnTo>
                    <a:lnTo>
                      <a:pt x="0" y="64"/>
                    </a:lnTo>
                    <a:lnTo>
                      <a:pt x="1" y="70"/>
                    </a:lnTo>
                    <a:lnTo>
                      <a:pt x="3" y="76"/>
                    </a:lnTo>
                    <a:lnTo>
                      <a:pt x="5" y="81"/>
                    </a:lnTo>
                    <a:lnTo>
                      <a:pt x="7" y="86"/>
                    </a:lnTo>
                    <a:lnTo>
                      <a:pt x="10" y="91"/>
                    </a:lnTo>
                    <a:lnTo>
                      <a:pt x="13" y="95"/>
                    </a:lnTo>
                    <a:lnTo>
                      <a:pt x="17" y="100"/>
                    </a:lnTo>
                    <a:lnTo>
                      <a:pt x="21" y="103"/>
                    </a:lnTo>
                    <a:lnTo>
                      <a:pt x="26" y="107"/>
                    </a:lnTo>
                    <a:lnTo>
                      <a:pt x="30" y="110"/>
                    </a:lnTo>
                    <a:lnTo>
                      <a:pt x="35" y="112"/>
                    </a:lnTo>
                    <a:lnTo>
                      <a:pt x="41" y="114"/>
                    </a:lnTo>
                    <a:lnTo>
                      <a:pt x="46" y="116"/>
                    </a:lnTo>
                    <a:lnTo>
                      <a:pt x="52" y="117"/>
                    </a:lnTo>
                    <a:lnTo>
                      <a:pt x="58" y="117"/>
                    </a:lnTo>
                    <a:lnTo>
                      <a:pt x="233" y="117"/>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65" name=""/>
              <p:cNvSpPr/>
              <p:nvPr/>
            </p:nvSpPr>
            <p:spPr>
              <a:xfrm>
                <a:off x="336600" y="708480"/>
                <a:ext cx="131400" cy="38160"/>
              </a:xfrm>
              <a:custGeom>
                <a:avLst/>
                <a:gdLst>
                  <a:gd name="textAreaLeft" fmla="*/ 0 w 131400"/>
                  <a:gd name="textAreaRight" fmla="*/ 135000 w 131400"/>
                  <a:gd name="textAreaTop" fmla="*/ 0 h 38160"/>
                  <a:gd name="textAreaBottom" fmla="*/ 41760 h 38160"/>
                </a:gdLst>
                <a:ahLst/>
                <a:cxnLst/>
                <a:rect l="textAreaLeft" t="textAreaTop" r="textAreaRight" b="textAreaBottom"/>
                <a:pathLst>
                  <a:path w="375" h="116">
                    <a:moveTo>
                      <a:pt x="188" y="116"/>
                    </a:moveTo>
                    <a:lnTo>
                      <a:pt x="317" y="116"/>
                    </a:lnTo>
                    <a:lnTo>
                      <a:pt x="323" y="116"/>
                    </a:lnTo>
                    <a:lnTo>
                      <a:pt x="329" y="115"/>
                    </a:lnTo>
                    <a:lnTo>
                      <a:pt x="334" y="113"/>
                    </a:lnTo>
                    <a:lnTo>
                      <a:pt x="340" y="111"/>
                    </a:lnTo>
                    <a:lnTo>
                      <a:pt x="345" y="109"/>
                    </a:lnTo>
                    <a:lnTo>
                      <a:pt x="349" y="106"/>
                    </a:lnTo>
                    <a:lnTo>
                      <a:pt x="354" y="103"/>
                    </a:lnTo>
                    <a:lnTo>
                      <a:pt x="358" y="99"/>
                    </a:lnTo>
                    <a:lnTo>
                      <a:pt x="362" y="95"/>
                    </a:lnTo>
                    <a:lnTo>
                      <a:pt x="365" y="90"/>
                    </a:lnTo>
                    <a:lnTo>
                      <a:pt x="368" y="86"/>
                    </a:lnTo>
                    <a:lnTo>
                      <a:pt x="370" y="81"/>
                    </a:lnTo>
                    <a:lnTo>
                      <a:pt x="372" y="75"/>
                    </a:lnTo>
                    <a:lnTo>
                      <a:pt x="374" y="70"/>
                    </a:lnTo>
                    <a:lnTo>
                      <a:pt x="375" y="64"/>
                    </a:lnTo>
                    <a:lnTo>
                      <a:pt x="375" y="58"/>
                    </a:lnTo>
                    <a:lnTo>
                      <a:pt x="375" y="58"/>
                    </a:lnTo>
                    <a:lnTo>
                      <a:pt x="375" y="52"/>
                    </a:lnTo>
                    <a:lnTo>
                      <a:pt x="374" y="46"/>
                    </a:lnTo>
                    <a:lnTo>
                      <a:pt x="372" y="41"/>
                    </a:lnTo>
                    <a:lnTo>
                      <a:pt x="370" y="35"/>
                    </a:lnTo>
                    <a:lnTo>
                      <a:pt x="368" y="30"/>
                    </a:lnTo>
                    <a:lnTo>
                      <a:pt x="365" y="26"/>
                    </a:lnTo>
                    <a:lnTo>
                      <a:pt x="362" y="21"/>
                    </a:lnTo>
                    <a:lnTo>
                      <a:pt x="358" y="17"/>
                    </a:lnTo>
                    <a:lnTo>
                      <a:pt x="354" y="13"/>
                    </a:lnTo>
                    <a:lnTo>
                      <a:pt x="349" y="10"/>
                    </a:lnTo>
                    <a:lnTo>
                      <a:pt x="345" y="7"/>
                    </a:lnTo>
                    <a:lnTo>
                      <a:pt x="340" y="5"/>
                    </a:lnTo>
                    <a:lnTo>
                      <a:pt x="334" y="3"/>
                    </a:lnTo>
                    <a:lnTo>
                      <a:pt x="329" y="1"/>
                    </a:lnTo>
                    <a:lnTo>
                      <a:pt x="323" y="0"/>
                    </a:lnTo>
                    <a:lnTo>
                      <a:pt x="317" y="0"/>
                    </a:lnTo>
                    <a:lnTo>
                      <a:pt x="58" y="0"/>
                    </a:lnTo>
                    <a:lnTo>
                      <a:pt x="52" y="0"/>
                    </a:lnTo>
                    <a:lnTo>
                      <a:pt x="46" y="1"/>
                    </a:lnTo>
                    <a:lnTo>
                      <a:pt x="41" y="3"/>
                    </a:lnTo>
                    <a:lnTo>
                      <a:pt x="35" y="5"/>
                    </a:lnTo>
                    <a:lnTo>
                      <a:pt x="30"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58"/>
                    </a:lnTo>
                    <a:lnTo>
                      <a:pt x="0" y="64"/>
                    </a:lnTo>
                    <a:lnTo>
                      <a:pt x="1" y="70"/>
                    </a:lnTo>
                    <a:lnTo>
                      <a:pt x="3" y="75"/>
                    </a:lnTo>
                    <a:lnTo>
                      <a:pt x="5" y="81"/>
                    </a:lnTo>
                    <a:lnTo>
                      <a:pt x="7" y="86"/>
                    </a:lnTo>
                    <a:lnTo>
                      <a:pt x="10" y="90"/>
                    </a:lnTo>
                    <a:lnTo>
                      <a:pt x="13" y="95"/>
                    </a:lnTo>
                    <a:lnTo>
                      <a:pt x="17" y="99"/>
                    </a:lnTo>
                    <a:lnTo>
                      <a:pt x="21" y="103"/>
                    </a:lnTo>
                    <a:lnTo>
                      <a:pt x="26" y="106"/>
                    </a:lnTo>
                    <a:lnTo>
                      <a:pt x="30" y="109"/>
                    </a:lnTo>
                    <a:lnTo>
                      <a:pt x="35" y="111"/>
                    </a:lnTo>
                    <a:lnTo>
                      <a:pt x="41" y="113"/>
                    </a:lnTo>
                    <a:lnTo>
                      <a:pt x="46" y="115"/>
                    </a:lnTo>
                    <a:lnTo>
                      <a:pt x="52" y="116"/>
                    </a:lnTo>
                    <a:lnTo>
                      <a:pt x="58" y="116"/>
                    </a:lnTo>
                    <a:lnTo>
                      <a:pt x="188" y="116"/>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66" name=""/>
              <p:cNvSpPr/>
              <p:nvPr/>
            </p:nvSpPr>
            <p:spPr>
              <a:xfrm>
                <a:off x="323280" y="356040"/>
                <a:ext cx="159840" cy="307440"/>
              </a:xfrm>
              <a:custGeom>
                <a:avLst/>
                <a:gdLst>
                  <a:gd name="textAreaLeft" fmla="*/ 0 w 159840"/>
                  <a:gd name="textAreaRight" fmla="*/ 163440 w 159840"/>
                  <a:gd name="textAreaTop" fmla="*/ 0 h 307440"/>
                  <a:gd name="textAreaBottom" fmla="*/ 311040 h 307440"/>
                </a:gdLst>
                <a:ahLst/>
                <a:cxnLst/>
                <a:rect l="textAreaLeft" t="textAreaTop" r="textAreaRight" b="textAreaBottom"/>
                <a:pathLst>
                  <a:path w="454" h="864">
                    <a:moveTo>
                      <a:pt x="165" y="864"/>
                    </a:moveTo>
                    <a:lnTo>
                      <a:pt x="173" y="457"/>
                    </a:lnTo>
                    <a:lnTo>
                      <a:pt x="174" y="443"/>
                    </a:lnTo>
                    <a:lnTo>
                      <a:pt x="177" y="431"/>
                    </a:lnTo>
                    <a:lnTo>
                      <a:pt x="182" y="419"/>
                    </a:lnTo>
                    <a:lnTo>
                      <a:pt x="188" y="408"/>
                    </a:lnTo>
                    <a:lnTo>
                      <a:pt x="195" y="397"/>
                    </a:lnTo>
                    <a:lnTo>
                      <a:pt x="203" y="387"/>
                    </a:lnTo>
                    <a:lnTo>
                      <a:pt x="223" y="368"/>
                    </a:lnTo>
                    <a:lnTo>
                      <a:pt x="245" y="351"/>
                    </a:lnTo>
                    <a:lnTo>
                      <a:pt x="270" y="334"/>
                    </a:lnTo>
                    <a:lnTo>
                      <a:pt x="324" y="302"/>
                    </a:lnTo>
                    <a:lnTo>
                      <a:pt x="375" y="270"/>
                    </a:lnTo>
                    <a:lnTo>
                      <a:pt x="399" y="252"/>
                    </a:lnTo>
                    <a:lnTo>
                      <a:pt x="419" y="232"/>
                    </a:lnTo>
                    <a:lnTo>
                      <a:pt x="428" y="222"/>
                    </a:lnTo>
                    <a:lnTo>
                      <a:pt x="435" y="211"/>
                    </a:lnTo>
                    <a:lnTo>
                      <a:pt x="442" y="200"/>
                    </a:lnTo>
                    <a:lnTo>
                      <a:pt x="447" y="188"/>
                    </a:lnTo>
                    <a:lnTo>
                      <a:pt x="451" y="175"/>
                    </a:lnTo>
                    <a:lnTo>
                      <a:pt x="453" y="161"/>
                    </a:lnTo>
                    <a:lnTo>
                      <a:pt x="454" y="147"/>
                    </a:lnTo>
                    <a:lnTo>
                      <a:pt x="453" y="132"/>
                    </a:lnTo>
                    <a:lnTo>
                      <a:pt x="450" y="119"/>
                    </a:lnTo>
                    <a:lnTo>
                      <a:pt x="447" y="109"/>
                    </a:lnTo>
                    <a:lnTo>
                      <a:pt x="442" y="99"/>
                    </a:lnTo>
                    <a:lnTo>
                      <a:pt x="435" y="92"/>
                    </a:lnTo>
                    <a:lnTo>
                      <a:pt x="428" y="85"/>
                    </a:lnTo>
                    <a:lnTo>
                      <a:pt x="420" y="79"/>
                    </a:lnTo>
                    <a:lnTo>
                      <a:pt x="410" y="75"/>
                    </a:lnTo>
                    <a:lnTo>
                      <a:pt x="400" y="72"/>
                    </a:lnTo>
                    <a:lnTo>
                      <a:pt x="390" y="70"/>
                    </a:lnTo>
                    <a:lnTo>
                      <a:pt x="379" y="69"/>
                    </a:lnTo>
                    <a:lnTo>
                      <a:pt x="355" y="70"/>
                    </a:lnTo>
                    <a:lnTo>
                      <a:pt x="331" y="74"/>
                    </a:lnTo>
                    <a:lnTo>
                      <a:pt x="307" y="82"/>
                    </a:lnTo>
                    <a:lnTo>
                      <a:pt x="284" y="91"/>
                    </a:lnTo>
                    <a:lnTo>
                      <a:pt x="262" y="103"/>
                    </a:lnTo>
                    <a:lnTo>
                      <a:pt x="244" y="116"/>
                    </a:lnTo>
                    <a:lnTo>
                      <a:pt x="235" y="123"/>
                    </a:lnTo>
                    <a:lnTo>
                      <a:pt x="228" y="130"/>
                    </a:lnTo>
                    <a:lnTo>
                      <a:pt x="223" y="138"/>
                    </a:lnTo>
                    <a:lnTo>
                      <a:pt x="218" y="145"/>
                    </a:lnTo>
                    <a:lnTo>
                      <a:pt x="214" y="153"/>
                    </a:lnTo>
                    <a:lnTo>
                      <a:pt x="213" y="161"/>
                    </a:lnTo>
                    <a:lnTo>
                      <a:pt x="212" y="168"/>
                    </a:lnTo>
                    <a:lnTo>
                      <a:pt x="214" y="175"/>
                    </a:lnTo>
                    <a:lnTo>
                      <a:pt x="217" y="183"/>
                    </a:lnTo>
                    <a:lnTo>
                      <a:pt x="222" y="190"/>
                    </a:lnTo>
                    <a:lnTo>
                      <a:pt x="226" y="194"/>
                    </a:lnTo>
                    <a:lnTo>
                      <a:pt x="231" y="198"/>
                    </a:lnTo>
                    <a:lnTo>
                      <a:pt x="235" y="200"/>
                    </a:lnTo>
                    <a:lnTo>
                      <a:pt x="240" y="202"/>
                    </a:lnTo>
                    <a:lnTo>
                      <a:pt x="244" y="203"/>
                    </a:lnTo>
                    <a:lnTo>
                      <a:pt x="248" y="202"/>
                    </a:lnTo>
                    <a:lnTo>
                      <a:pt x="253" y="201"/>
                    </a:lnTo>
                    <a:lnTo>
                      <a:pt x="256" y="199"/>
                    </a:lnTo>
                    <a:lnTo>
                      <a:pt x="260" y="197"/>
                    </a:lnTo>
                    <a:lnTo>
                      <a:pt x="264" y="193"/>
                    </a:lnTo>
                    <a:lnTo>
                      <a:pt x="267" y="190"/>
                    </a:lnTo>
                    <a:lnTo>
                      <a:pt x="270" y="185"/>
                    </a:lnTo>
                    <a:lnTo>
                      <a:pt x="276" y="174"/>
                    </a:lnTo>
                    <a:lnTo>
                      <a:pt x="280" y="162"/>
                    </a:lnTo>
                    <a:lnTo>
                      <a:pt x="283" y="148"/>
                    </a:lnTo>
                    <a:lnTo>
                      <a:pt x="284" y="134"/>
                    </a:lnTo>
                    <a:lnTo>
                      <a:pt x="284" y="119"/>
                    </a:lnTo>
                    <a:lnTo>
                      <a:pt x="281" y="103"/>
                    </a:lnTo>
                    <a:lnTo>
                      <a:pt x="277" y="89"/>
                    </a:lnTo>
                    <a:lnTo>
                      <a:pt x="270" y="74"/>
                    </a:lnTo>
                    <a:lnTo>
                      <a:pt x="266" y="68"/>
                    </a:lnTo>
                    <a:lnTo>
                      <a:pt x="261" y="61"/>
                    </a:lnTo>
                    <a:lnTo>
                      <a:pt x="256" y="55"/>
                    </a:lnTo>
                    <a:lnTo>
                      <a:pt x="250" y="50"/>
                    </a:lnTo>
                    <a:lnTo>
                      <a:pt x="242" y="44"/>
                    </a:lnTo>
                    <a:lnTo>
                      <a:pt x="231" y="37"/>
                    </a:lnTo>
                    <a:lnTo>
                      <a:pt x="218" y="30"/>
                    </a:lnTo>
                    <a:lnTo>
                      <a:pt x="203" y="23"/>
                    </a:lnTo>
                    <a:lnTo>
                      <a:pt x="187" y="16"/>
                    </a:lnTo>
                    <a:lnTo>
                      <a:pt x="169" y="10"/>
                    </a:lnTo>
                    <a:lnTo>
                      <a:pt x="151" y="5"/>
                    </a:lnTo>
                    <a:lnTo>
                      <a:pt x="132" y="2"/>
                    </a:lnTo>
                    <a:lnTo>
                      <a:pt x="113" y="0"/>
                    </a:lnTo>
                    <a:lnTo>
                      <a:pt x="94" y="1"/>
                    </a:lnTo>
                    <a:lnTo>
                      <a:pt x="76" y="4"/>
                    </a:lnTo>
                    <a:lnTo>
                      <a:pt x="67" y="6"/>
                    </a:lnTo>
                    <a:lnTo>
                      <a:pt x="59" y="10"/>
                    </a:lnTo>
                    <a:lnTo>
                      <a:pt x="50" y="14"/>
                    </a:lnTo>
                    <a:lnTo>
                      <a:pt x="42"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7" y="355"/>
                    </a:lnTo>
                    <a:lnTo>
                      <a:pt x="248" y="378"/>
                    </a:lnTo>
                    <a:lnTo>
                      <a:pt x="264" y="400"/>
                    </a:lnTo>
                    <a:lnTo>
                      <a:pt x="270" y="411"/>
                    </a:lnTo>
                    <a:lnTo>
                      <a:pt x="275" y="422"/>
                    </a:lnTo>
                    <a:lnTo>
                      <a:pt x="278" y="432"/>
                    </a:lnTo>
                    <a:lnTo>
                      <a:pt x="280" y="443"/>
                    </a:lnTo>
                    <a:lnTo>
                      <a:pt x="281" y="483"/>
                    </a:lnTo>
                    <a:lnTo>
                      <a:pt x="281" y="540"/>
                    </a:lnTo>
                    <a:lnTo>
                      <a:pt x="278" y="682"/>
                    </a:lnTo>
                    <a:lnTo>
                      <a:pt x="273" y="864"/>
                    </a:lnTo>
                    <a:lnTo>
                      <a:pt x="165" y="864"/>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67" name=""/>
              <p:cNvSpPr/>
              <p:nvPr/>
            </p:nvSpPr>
            <p:spPr>
              <a:xfrm>
                <a:off x="404280" y="79560"/>
                <a:ext cx="360" cy="61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68" name=""/>
              <p:cNvSpPr/>
              <p:nvPr/>
            </p:nvSpPr>
            <p:spPr>
              <a:xfrm flipH="1">
                <a:off x="615600" y="168120"/>
                <a:ext cx="4320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69" name=""/>
              <p:cNvSpPr/>
              <p:nvPr/>
            </p:nvSpPr>
            <p:spPr>
              <a:xfrm flipH="1">
                <a:off x="66456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70" name=""/>
              <p:cNvSpPr/>
              <p:nvPr/>
            </p:nvSpPr>
            <p:spPr>
              <a:xfrm>
                <a:off x="149400" y="168120"/>
                <a:ext cx="4356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71" name=""/>
              <p:cNvSpPr/>
              <p:nvPr/>
            </p:nvSpPr>
            <p:spPr>
              <a:xfrm>
                <a:off x="8244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372" name=""/>
            <p:cNvGrpSpPr/>
            <p:nvPr/>
          </p:nvGrpSpPr>
          <p:grpSpPr>
            <a:xfrm>
              <a:off x="69480" y="59040"/>
              <a:ext cx="643320" cy="667440"/>
              <a:chOff x="69480" y="59040"/>
              <a:chExt cx="643320" cy="667440"/>
            </a:xfrm>
          </p:grpSpPr>
          <p:sp>
            <p:nvSpPr>
              <p:cNvPr id="373" name=""/>
              <p:cNvSpPr/>
              <p:nvPr/>
            </p:nvSpPr>
            <p:spPr>
              <a:xfrm>
                <a:off x="212400" y="217080"/>
                <a:ext cx="353520" cy="426240"/>
              </a:xfrm>
              <a:custGeom>
                <a:avLst/>
                <a:gdLst>
                  <a:gd name="textAreaLeft" fmla="*/ 0 w 353520"/>
                  <a:gd name="textAreaRight" fmla="*/ 357120 w 353520"/>
                  <a:gd name="textAreaTop" fmla="*/ 0 h 426240"/>
                  <a:gd name="textAreaBottom" fmla="*/ 429840 h 426240"/>
                </a:gdLst>
                <a:ahLst/>
                <a:cxnLst/>
                <a:rect l="textAreaLeft" t="textAreaTop" r="textAreaRight" b="textAreaBottom"/>
                <a:pathLst>
                  <a:path w="992" h="1194">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5" y="144"/>
                    </a:lnTo>
                    <a:lnTo>
                      <a:pt x="123" y="168"/>
                    </a:lnTo>
                    <a:lnTo>
                      <a:pt x="103" y="193"/>
                    </a:lnTo>
                    <a:lnTo>
                      <a:pt x="85" y="219"/>
                    </a:lnTo>
                    <a:lnTo>
                      <a:pt x="67" y="248"/>
                    </a:lnTo>
                    <a:lnTo>
                      <a:pt x="51" y="278"/>
                    </a:lnTo>
                    <a:lnTo>
                      <a:pt x="37" y="307"/>
                    </a:lnTo>
                    <a:lnTo>
                      <a:pt x="26" y="337"/>
                    </a:lnTo>
                    <a:lnTo>
                      <a:pt x="16" y="367"/>
                    </a:lnTo>
                    <a:lnTo>
                      <a:pt x="9" y="398"/>
                    </a:lnTo>
                    <a:lnTo>
                      <a:pt x="4" y="430"/>
                    </a:lnTo>
                    <a:lnTo>
                      <a:pt x="1" y="462"/>
                    </a:lnTo>
                    <a:lnTo>
                      <a:pt x="0" y="496"/>
                    </a:lnTo>
                    <a:lnTo>
                      <a:pt x="0" y="496"/>
                    </a:lnTo>
                    <a:lnTo>
                      <a:pt x="0" y="496"/>
                    </a:lnTo>
                    <a:lnTo>
                      <a:pt x="1" y="529"/>
                    </a:lnTo>
                    <a:lnTo>
                      <a:pt x="4" y="562"/>
                    </a:lnTo>
                    <a:lnTo>
                      <a:pt x="10" y="593"/>
                    </a:lnTo>
                    <a:lnTo>
                      <a:pt x="17" y="624"/>
                    </a:lnTo>
                    <a:lnTo>
                      <a:pt x="26" y="654"/>
                    </a:lnTo>
                    <a:lnTo>
                      <a:pt x="37" y="684"/>
                    </a:lnTo>
                    <a:lnTo>
                      <a:pt x="51" y="713"/>
                    </a:lnTo>
                    <a:lnTo>
                      <a:pt x="67" y="743"/>
                    </a:lnTo>
                    <a:lnTo>
                      <a:pt x="85" y="771"/>
                    </a:lnTo>
                    <a:lnTo>
                      <a:pt x="103" y="798"/>
                    </a:lnTo>
                    <a:lnTo>
                      <a:pt x="123" y="823"/>
                    </a:lnTo>
                    <a:lnTo>
                      <a:pt x="145" y="846"/>
                    </a:lnTo>
                    <a:lnTo>
                      <a:pt x="168" y="868"/>
                    </a:lnTo>
                    <a:lnTo>
                      <a:pt x="193" y="888"/>
                    </a:lnTo>
                    <a:lnTo>
                      <a:pt x="219" y="906"/>
                    </a:lnTo>
                    <a:lnTo>
                      <a:pt x="248" y="924"/>
                    </a:lnTo>
                    <a:lnTo>
                      <a:pt x="269" y="936"/>
                    </a:lnTo>
                    <a:lnTo>
                      <a:pt x="290" y="946"/>
                    </a:lnTo>
                    <a:lnTo>
                      <a:pt x="310" y="955"/>
                    </a:lnTo>
                    <a:lnTo>
                      <a:pt x="332" y="963"/>
                    </a:lnTo>
                    <a:lnTo>
                      <a:pt x="332" y="963"/>
                    </a:lnTo>
                    <a:lnTo>
                      <a:pt x="332" y="1135"/>
                    </a:lnTo>
                    <a:lnTo>
                      <a:pt x="332" y="1141"/>
                    </a:lnTo>
                    <a:lnTo>
                      <a:pt x="333" y="1147"/>
                    </a:lnTo>
                    <a:lnTo>
                      <a:pt x="335" y="1153"/>
                    </a:lnTo>
                    <a:lnTo>
                      <a:pt x="337" y="1158"/>
                    </a:lnTo>
                    <a:lnTo>
                      <a:pt x="339" y="1163"/>
                    </a:lnTo>
                    <a:lnTo>
                      <a:pt x="342" y="1168"/>
                    </a:lnTo>
                    <a:lnTo>
                      <a:pt x="345" y="1173"/>
                    </a:lnTo>
                    <a:lnTo>
                      <a:pt x="349" y="1177"/>
                    </a:lnTo>
                    <a:lnTo>
                      <a:pt x="353" y="1181"/>
                    </a:lnTo>
                    <a:lnTo>
                      <a:pt x="358" y="1184"/>
                    </a:lnTo>
                    <a:lnTo>
                      <a:pt x="363" y="1187"/>
                    </a:lnTo>
                    <a:lnTo>
                      <a:pt x="368" y="1189"/>
                    </a:lnTo>
                    <a:lnTo>
                      <a:pt x="373" y="1191"/>
                    </a:lnTo>
                    <a:lnTo>
                      <a:pt x="379" y="1193"/>
                    </a:lnTo>
                    <a:lnTo>
                      <a:pt x="385" y="1194"/>
                    </a:lnTo>
                    <a:lnTo>
                      <a:pt x="391" y="1194"/>
                    </a:lnTo>
                    <a:lnTo>
                      <a:pt x="602" y="1194"/>
                    </a:lnTo>
                    <a:lnTo>
                      <a:pt x="608" y="1194"/>
                    </a:lnTo>
                    <a:lnTo>
                      <a:pt x="614" y="1193"/>
                    </a:lnTo>
                    <a:lnTo>
                      <a:pt x="619" y="1191"/>
                    </a:lnTo>
                    <a:lnTo>
                      <a:pt x="625" y="1189"/>
                    </a:lnTo>
                    <a:lnTo>
                      <a:pt x="630" y="1187"/>
                    </a:lnTo>
                    <a:lnTo>
                      <a:pt x="634" y="1184"/>
                    </a:lnTo>
                    <a:lnTo>
                      <a:pt x="639" y="1181"/>
                    </a:lnTo>
                    <a:lnTo>
                      <a:pt x="643" y="1177"/>
                    </a:lnTo>
                    <a:lnTo>
                      <a:pt x="647" y="1173"/>
                    </a:lnTo>
                    <a:lnTo>
                      <a:pt x="650" y="1168"/>
                    </a:lnTo>
                    <a:lnTo>
                      <a:pt x="653" y="1163"/>
                    </a:lnTo>
                    <a:lnTo>
                      <a:pt x="655" y="1158"/>
                    </a:lnTo>
                    <a:lnTo>
                      <a:pt x="657" y="1153"/>
                    </a:lnTo>
                    <a:lnTo>
                      <a:pt x="659" y="1147"/>
                    </a:lnTo>
                    <a:lnTo>
                      <a:pt x="660" y="1141"/>
                    </a:lnTo>
                    <a:lnTo>
                      <a:pt x="660" y="1135"/>
                    </a:lnTo>
                    <a:lnTo>
                      <a:pt x="660" y="963"/>
                    </a:lnTo>
                    <a:lnTo>
                      <a:pt x="660" y="963"/>
                    </a:lnTo>
                    <a:lnTo>
                      <a:pt x="660" y="963"/>
                    </a:lnTo>
                    <a:lnTo>
                      <a:pt x="682" y="955"/>
                    </a:lnTo>
                    <a:lnTo>
                      <a:pt x="703" y="945"/>
                    </a:lnTo>
                    <a:lnTo>
                      <a:pt x="723" y="935"/>
                    </a:lnTo>
                    <a:lnTo>
                      <a:pt x="744" y="924"/>
                    </a:lnTo>
                    <a:lnTo>
                      <a:pt x="772" y="906"/>
                    </a:lnTo>
                    <a:lnTo>
                      <a:pt x="799" y="888"/>
                    </a:lnTo>
                    <a:lnTo>
                      <a:pt x="824" y="867"/>
                    </a:lnTo>
                    <a:lnTo>
                      <a:pt x="847" y="846"/>
                    </a:lnTo>
                    <a:lnTo>
                      <a:pt x="869" y="823"/>
                    </a:lnTo>
                    <a:lnTo>
                      <a:pt x="889" y="798"/>
                    </a:lnTo>
                    <a:lnTo>
                      <a:pt x="907" y="771"/>
                    </a:lnTo>
                    <a:lnTo>
                      <a:pt x="925" y="743"/>
                    </a:lnTo>
                    <a:lnTo>
                      <a:pt x="941" y="713"/>
                    </a:lnTo>
                    <a:lnTo>
                      <a:pt x="955" y="684"/>
                    </a:lnTo>
                    <a:lnTo>
                      <a:pt x="966" y="654"/>
                    </a:lnTo>
                    <a:lnTo>
                      <a:pt x="976" y="624"/>
                    </a:lnTo>
                    <a:lnTo>
                      <a:pt x="983" y="593"/>
                    </a:lnTo>
                    <a:lnTo>
                      <a:pt x="988" y="562"/>
                    </a:lnTo>
                    <a:lnTo>
                      <a:pt x="991" y="529"/>
                    </a:lnTo>
                    <a:lnTo>
                      <a:pt x="992" y="496"/>
                    </a:lnTo>
                    <a:lnTo>
                      <a:pt x="992" y="496"/>
                    </a:lnTo>
                    <a:lnTo>
                      <a:pt x="992" y="496"/>
                    </a:lnTo>
                    <a:lnTo>
                      <a:pt x="991" y="462"/>
                    </a:lnTo>
                    <a:lnTo>
                      <a:pt x="988" y="430"/>
                    </a:lnTo>
                    <a:lnTo>
                      <a:pt x="983" y="398"/>
                    </a:lnTo>
                    <a:lnTo>
                      <a:pt x="976" y="367"/>
                    </a:lnTo>
                    <a:lnTo>
                      <a:pt x="966" y="337"/>
                    </a:lnTo>
                    <a:lnTo>
                      <a:pt x="955" y="307"/>
                    </a:lnTo>
                    <a:lnTo>
                      <a:pt x="941" y="278"/>
                    </a:lnTo>
                    <a:lnTo>
                      <a:pt x="925" y="248"/>
                    </a:lnTo>
                    <a:lnTo>
                      <a:pt x="907" y="219"/>
                    </a:lnTo>
                    <a:lnTo>
                      <a:pt x="889" y="193"/>
                    </a:lnTo>
                    <a:lnTo>
                      <a:pt x="869" y="168"/>
                    </a:lnTo>
                    <a:lnTo>
                      <a:pt x="847" y="144"/>
                    </a:lnTo>
                    <a:lnTo>
                      <a:pt x="824" y="123"/>
                    </a:lnTo>
                    <a:lnTo>
                      <a:pt x="799" y="103"/>
                    </a:lnTo>
                    <a:lnTo>
                      <a:pt x="773" y="84"/>
                    </a:lnTo>
                    <a:lnTo>
                      <a:pt x="744" y="66"/>
                    </a:lnTo>
                    <a:lnTo>
                      <a:pt x="714" y="50"/>
                    </a:lnTo>
                    <a:lnTo>
                      <a:pt x="685" y="36"/>
                    </a:lnTo>
                    <a:lnTo>
                      <a:pt x="655" y="25"/>
                    </a:lnTo>
                    <a:lnTo>
                      <a:pt x="624" y="16"/>
                    </a:lnTo>
                    <a:lnTo>
                      <a:pt x="594" y="9"/>
                    </a:lnTo>
                    <a:lnTo>
                      <a:pt x="562" y="4"/>
                    </a:lnTo>
                    <a:lnTo>
                      <a:pt x="530" y="1"/>
                    </a:lnTo>
                    <a:lnTo>
                      <a:pt x="496" y="0"/>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74" name=""/>
              <p:cNvSpPr/>
              <p:nvPr/>
            </p:nvSpPr>
            <p:spPr>
              <a:xfrm>
                <a:off x="307080" y="646920"/>
                <a:ext cx="164160" cy="38160"/>
              </a:xfrm>
              <a:custGeom>
                <a:avLst/>
                <a:gdLst>
                  <a:gd name="textAreaLeft" fmla="*/ 0 w 164160"/>
                  <a:gd name="textAreaRight" fmla="*/ 167760 w 164160"/>
                  <a:gd name="textAreaTop" fmla="*/ 0 h 38160"/>
                  <a:gd name="textAreaBottom" fmla="*/ 41760 h 38160"/>
                </a:gdLst>
                <a:ahLst/>
                <a:cxnLst/>
                <a:rect l="textAreaLeft" t="textAreaTop" r="textAreaRight" b="textAreaBottom"/>
                <a:pathLst>
                  <a:path w="466" h="116">
                    <a:moveTo>
                      <a:pt x="233" y="116"/>
                    </a:moveTo>
                    <a:lnTo>
                      <a:pt x="408" y="116"/>
                    </a:lnTo>
                    <a:lnTo>
                      <a:pt x="414" y="116"/>
                    </a:lnTo>
                    <a:lnTo>
                      <a:pt x="420" y="115"/>
                    </a:lnTo>
                    <a:lnTo>
                      <a:pt x="425" y="113"/>
                    </a:lnTo>
                    <a:lnTo>
                      <a:pt x="431" y="111"/>
                    </a:lnTo>
                    <a:lnTo>
                      <a:pt x="436" y="109"/>
                    </a:lnTo>
                    <a:lnTo>
                      <a:pt x="440" y="106"/>
                    </a:lnTo>
                    <a:lnTo>
                      <a:pt x="445" y="103"/>
                    </a:lnTo>
                    <a:lnTo>
                      <a:pt x="449" y="99"/>
                    </a:lnTo>
                    <a:lnTo>
                      <a:pt x="453" y="95"/>
                    </a:lnTo>
                    <a:lnTo>
                      <a:pt x="456" y="90"/>
                    </a:lnTo>
                    <a:lnTo>
                      <a:pt x="459" y="86"/>
                    </a:lnTo>
                    <a:lnTo>
                      <a:pt x="461" y="81"/>
                    </a:lnTo>
                    <a:lnTo>
                      <a:pt x="463" y="75"/>
                    </a:lnTo>
                    <a:lnTo>
                      <a:pt x="465" y="70"/>
                    </a:lnTo>
                    <a:lnTo>
                      <a:pt x="466" y="64"/>
                    </a:lnTo>
                    <a:lnTo>
                      <a:pt x="466" y="58"/>
                    </a:lnTo>
                    <a:lnTo>
                      <a:pt x="466" y="52"/>
                    </a:lnTo>
                    <a:lnTo>
                      <a:pt x="465" y="46"/>
                    </a:lnTo>
                    <a:lnTo>
                      <a:pt x="463" y="41"/>
                    </a:lnTo>
                    <a:lnTo>
                      <a:pt x="461" y="35"/>
                    </a:lnTo>
                    <a:lnTo>
                      <a:pt x="459" y="30"/>
                    </a:lnTo>
                    <a:lnTo>
                      <a:pt x="456" y="26"/>
                    </a:lnTo>
                    <a:lnTo>
                      <a:pt x="453" y="21"/>
                    </a:lnTo>
                    <a:lnTo>
                      <a:pt x="449" y="17"/>
                    </a:lnTo>
                    <a:lnTo>
                      <a:pt x="445" y="13"/>
                    </a:lnTo>
                    <a:lnTo>
                      <a:pt x="440" y="10"/>
                    </a:lnTo>
                    <a:lnTo>
                      <a:pt x="436" y="7"/>
                    </a:lnTo>
                    <a:lnTo>
                      <a:pt x="431" y="5"/>
                    </a:lnTo>
                    <a:lnTo>
                      <a:pt x="425" y="3"/>
                    </a:lnTo>
                    <a:lnTo>
                      <a:pt x="420" y="1"/>
                    </a:lnTo>
                    <a:lnTo>
                      <a:pt x="414" y="0"/>
                    </a:lnTo>
                    <a:lnTo>
                      <a:pt x="40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64"/>
                    </a:lnTo>
                    <a:lnTo>
                      <a:pt x="1" y="70"/>
                    </a:lnTo>
                    <a:lnTo>
                      <a:pt x="3" y="75"/>
                    </a:lnTo>
                    <a:lnTo>
                      <a:pt x="5" y="81"/>
                    </a:lnTo>
                    <a:lnTo>
                      <a:pt x="7" y="86"/>
                    </a:lnTo>
                    <a:lnTo>
                      <a:pt x="10" y="90"/>
                    </a:lnTo>
                    <a:lnTo>
                      <a:pt x="13" y="95"/>
                    </a:lnTo>
                    <a:lnTo>
                      <a:pt x="17" y="99"/>
                    </a:lnTo>
                    <a:lnTo>
                      <a:pt x="21" y="103"/>
                    </a:lnTo>
                    <a:lnTo>
                      <a:pt x="26" y="106"/>
                    </a:lnTo>
                    <a:lnTo>
                      <a:pt x="31" y="109"/>
                    </a:lnTo>
                    <a:lnTo>
                      <a:pt x="36" y="111"/>
                    </a:lnTo>
                    <a:lnTo>
                      <a:pt x="41" y="113"/>
                    </a:lnTo>
                    <a:lnTo>
                      <a:pt x="47" y="115"/>
                    </a:lnTo>
                    <a:lnTo>
                      <a:pt x="53" y="116"/>
                    </a:lnTo>
                    <a:lnTo>
                      <a:pt x="59" y="116"/>
                    </a:lnTo>
                    <a:lnTo>
                      <a:pt x="233" y="116"/>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75" name=""/>
              <p:cNvSpPr/>
              <p:nvPr/>
            </p:nvSpPr>
            <p:spPr>
              <a:xfrm>
                <a:off x="323280" y="687960"/>
                <a:ext cx="131760" cy="38520"/>
              </a:xfrm>
              <a:custGeom>
                <a:avLst/>
                <a:gdLst>
                  <a:gd name="textAreaLeft" fmla="*/ 0 w 131760"/>
                  <a:gd name="textAreaRight" fmla="*/ 135360 w 131760"/>
                  <a:gd name="textAreaTop" fmla="*/ 0 h 38520"/>
                  <a:gd name="textAreaBottom" fmla="*/ 42120 h 38520"/>
                </a:gdLst>
                <a:ahLst/>
                <a:cxnLst/>
                <a:rect l="textAreaLeft" t="textAreaTop" r="textAreaRight" b="textAreaBottom"/>
                <a:pathLst>
                  <a:path w="376" h="117">
                    <a:moveTo>
                      <a:pt x="188" y="117"/>
                    </a:moveTo>
                    <a:lnTo>
                      <a:pt x="318" y="117"/>
                    </a:lnTo>
                    <a:lnTo>
                      <a:pt x="324" y="117"/>
                    </a:lnTo>
                    <a:lnTo>
                      <a:pt x="330" y="116"/>
                    </a:lnTo>
                    <a:lnTo>
                      <a:pt x="335" y="114"/>
                    </a:lnTo>
                    <a:lnTo>
                      <a:pt x="341" y="112"/>
                    </a:lnTo>
                    <a:lnTo>
                      <a:pt x="346" y="110"/>
                    </a:lnTo>
                    <a:lnTo>
                      <a:pt x="350" y="107"/>
                    </a:lnTo>
                    <a:lnTo>
                      <a:pt x="355" y="104"/>
                    </a:lnTo>
                    <a:lnTo>
                      <a:pt x="359" y="100"/>
                    </a:lnTo>
                    <a:lnTo>
                      <a:pt x="363" y="96"/>
                    </a:lnTo>
                    <a:lnTo>
                      <a:pt x="366" y="91"/>
                    </a:lnTo>
                    <a:lnTo>
                      <a:pt x="369" y="87"/>
                    </a:lnTo>
                    <a:lnTo>
                      <a:pt x="371" y="82"/>
                    </a:lnTo>
                    <a:lnTo>
                      <a:pt x="373" y="76"/>
                    </a:lnTo>
                    <a:lnTo>
                      <a:pt x="375" y="71"/>
                    </a:lnTo>
                    <a:lnTo>
                      <a:pt x="376" y="65"/>
                    </a:lnTo>
                    <a:lnTo>
                      <a:pt x="376" y="59"/>
                    </a:lnTo>
                    <a:lnTo>
                      <a:pt x="376" y="59"/>
                    </a:lnTo>
                    <a:lnTo>
                      <a:pt x="376" y="53"/>
                    </a:lnTo>
                    <a:lnTo>
                      <a:pt x="375" y="47"/>
                    </a:lnTo>
                    <a:lnTo>
                      <a:pt x="373" y="41"/>
                    </a:lnTo>
                    <a:lnTo>
                      <a:pt x="371" y="36"/>
                    </a:lnTo>
                    <a:lnTo>
                      <a:pt x="369" y="31"/>
                    </a:lnTo>
                    <a:lnTo>
                      <a:pt x="366" y="26"/>
                    </a:lnTo>
                    <a:lnTo>
                      <a:pt x="363" y="21"/>
                    </a:lnTo>
                    <a:lnTo>
                      <a:pt x="359" y="17"/>
                    </a:lnTo>
                    <a:lnTo>
                      <a:pt x="355" y="13"/>
                    </a:lnTo>
                    <a:lnTo>
                      <a:pt x="350" y="10"/>
                    </a:lnTo>
                    <a:lnTo>
                      <a:pt x="346" y="7"/>
                    </a:lnTo>
                    <a:lnTo>
                      <a:pt x="341" y="5"/>
                    </a:lnTo>
                    <a:lnTo>
                      <a:pt x="335" y="3"/>
                    </a:lnTo>
                    <a:lnTo>
                      <a:pt x="330" y="1"/>
                    </a:lnTo>
                    <a:lnTo>
                      <a:pt x="324" y="0"/>
                    </a:lnTo>
                    <a:lnTo>
                      <a:pt x="31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1"/>
                    </a:lnTo>
                    <a:lnTo>
                      <a:pt x="5" y="36"/>
                    </a:lnTo>
                    <a:lnTo>
                      <a:pt x="3" y="41"/>
                    </a:lnTo>
                    <a:lnTo>
                      <a:pt x="1" y="47"/>
                    </a:lnTo>
                    <a:lnTo>
                      <a:pt x="0" y="53"/>
                    </a:lnTo>
                    <a:lnTo>
                      <a:pt x="0" y="59"/>
                    </a:lnTo>
                    <a:lnTo>
                      <a:pt x="0" y="59"/>
                    </a:lnTo>
                    <a:lnTo>
                      <a:pt x="0" y="65"/>
                    </a:lnTo>
                    <a:lnTo>
                      <a:pt x="1" y="71"/>
                    </a:lnTo>
                    <a:lnTo>
                      <a:pt x="3" y="76"/>
                    </a:lnTo>
                    <a:lnTo>
                      <a:pt x="5" y="82"/>
                    </a:lnTo>
                    <a:lnTo>
                      <a:pt x="7" y="87"/>
                    </a:lnTo>
                    <a:lnTo>
                      <a:pt x="10" y="91"/>
                    </a:lnTo>
                    <a:lnTo>
                      <a:pt x="13" y="96"/>
                    </a:lnTo>
                    <a:lnTo>
                      <a:pt x="17" y="100"/>
                    </a:lnTo>
                    <a:lnTo>
                      <a:pt x="21" y="104"/>
                    </a:lnTo>
                    <a:lnTo>
                      <a:pt x="26" y="107"/>
                    </a:lnTo>
                    <a:lnTo>
                      <a:pt x="31" y="110"/>
                    </a:lnTo>
                    <a:lnTo>
                      <a:pt x="36" y="112"/>
                    </a:lnTo>
                    <a:lnTo>
                      <a:pt x="41" y="114"/>
                    </a:lnTo>
                    <a:lnTo>
                      <a:pt x="47" y="116"/>
                    </a:lnTo>
                    <a:lnTo>
                      <a:pt x="53" y="117"/>
                    </a:lnTo>
                    <a:lnTo>
                      <a:pt x="59" y="117"/>
                    </a:lnTo>
                    <a:lnTo>
                      <a:pt x="188" y="117"/>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76" name=""/>
              <p:cNvSpPr/>
              <p:nvPr/>
            </p:nvSpPr>
            <p:spPr>
              <a:xfrm>
                <a:off x="309960" y="335520"/>
                <a:ext cx="160200" cy="307800"/>
              </a:xfrm>
              <a:custGeom>
                <a:avLst/>
                <a:gdLst>
                  <a:gd name="textAreaLeft" fmla="*/ 0 w 160200"/>
                  <a:gd name="textAreaRight" fmla="*/ 163800 w 160200"/>
                  <a:gd name="textAreaTop" fmla="*/ 0 h 307800"/>
                  <a:gd name="textAreaBottom" fmla="*/ 311400 h 307800"/>
                </a:gdLst>
                <a:ahLst/>
                <a:cxnLst/>
                <a:rect l="textAreaLeft" t="textAreaTop" r="textAreaRight" b="textAreaBottom"/>
                <a:pathLst>
                  <a:path w="455" h="865">
                    <a:moveTo>
                      <a:pt x="165" y="865"/>
                    </a:moveTo>
                    <a:lnTo>
                      <a:pt x="173" y="457"/>
                    </a:lnTo>
                    <a:lnTo>
                      <a:pt x="174" y="443"/>
                    </a:lnTo>
                    <a:lnTo>
                      <a:pt x="178" y="431"/>
                    </a:lnTo>
                    <a:lnTo>
                      <a:pt x="182" y="419"/>
                    </a:lnTo>
                    <a:lnTo>
                      <a:pt x="188" y="408"/>
                    </a:lnTo>
                    <a:lnTo>
                      <a:pt x="195" y="397"/>
                    </a:lnTo>
                    <a:lnTo>
                      <a:pt x="204" y="387"/>
                    </a:lnTo>
                    <a:lnTo>
                      <a:pt x="223" y="368"/>
                    </a:lnTo>
                    <a:lnTo>
                      <a:pt x="246" y="351"/>
                    </a:lnTo>
                    <a:lnTo>
                      <a:pt x="271" y="334"/>
                    </a:lnTo>
                    <a:lnTo>
                      <a:pt x="324" y="302"/>
                    </a:lnTo>
                    <a:lnTo>
                      <a:pt x="376" y="270"/>
                    </a:lnTo>
                    <a:lnTo>
                      <a:pt x="400" y="252"/>
                    </a:lnTo>
                    <a:lnTo>
                      <a:pt x="420" y="232"/>
                    </a:lnTo>
                    <a:lnTo>
                      <a:pt x="429" y="222"/>
                    </a:lnTo>
                    <a:lnTo>
                      <a:pt x="436" y="211"/>
                    </a:lnTo>
                    <a:lnTo>
                      <a:pt x="443" y="200"/>
                    </a:lnTo>
                    <a:lnTo>
                      <a:pt x="448" y="188"/>
                    </a:lnTo>
                    <a:lnTo>
                      <a:pt x="452" y="175"/>
                    </a:lnTo>
                    <a:lnTo>
                      <a:pt x="454" y="161"/>
                    </a:lnTo>
                    <a:lnTo>
                      <a:pt x="455" y="147"/>
                    </a:lnTo>
                    <a:lnTo>
                      <a:pt x="454" y="132"/>
                    </a:lnTo>
                    <a:lnTo>
                      <a:pt x="451" y="119"/>
                    </a:lnTo>
                    <a:lnTo>
                      <a:pt x="448" y="109"/>
                    </a:lnTo>
                    <a:lnTo>
                      <a:pt x="443" y="99"/>
                    </a:lnTo>
                    <a:lnTo>
                      <a:pt x="436" y="91"/>
                    </a:lnTo>
                    <a:lnTo>
                      <a:pt x="429" y="85"/>
                    </a:lnTo>
                    <a:lnTo>
                      <a:pt x="421" y="79"/>
                    </a:lnTo>
                    <a:lnTo>
                      <a:pt x="411" y="75"/>
                    </a:lnTo>
                    <a:lnTo>
                      <a:pt x="401" y="72"/>
                    </a:lnTo>
                    <a:lnTo>
                      <a:pt x="391" y="70"/>
                    </a:lnTo>
                    <a:lnTo>
                      <a:pt x="380" y="69"/>
                    </a:lnTo>
                    <a:lnTo>
                      <a:pt x="356" y="70"/>
                    </a:lnTo>
                    <a:lnTo>
                      <a:pt x="332" y="74"/>
                    </a:lnTo>
                    <a:lnTo>
                      <a:pt x="308" y="81"/>
                    </a:lnTo>
                    <a:lnTo>
                      <a:pt x="285" y="91"/>
                    </a:lnTo>
                    <a:lnTo>
                      <a:pt x="263" y="103"/>
                    </a:lnTo>
                    <a:lnTo>
                      <a:pt x="245" y="116"/>
                    </a:lnTo>
                    <a:lnTo>
                      <a:pt x="236" y="123"/>
                    </a:lnTo>
                    <a:lnTo>
                      <a:pt x="229" y="130"/>
                    </a:lnTo>
                    <a:lnTo>
                      <a:pt x="224" y="138"/>
                    </a:lnTo>
                    <a:lnTo>
                      <a:pt x="219" y="145"/>
                    </a:lnTo>
                    <a:lnTo>
                      <a:pt x="215" y="153"/>
                    </a:lnTo>
                    <a:lnTo>
                      <a:pt x="214" y="160"/>
                    </a:lnTo>
                    <a:lnTo>
                      <a:pt x="213" y="168"/>
                    </a:lnTo>
                    <a:lnTo>
                      <a:pt x="215" y="175"/>
                    </a:lnTo>
                    <a:lnTo>
                      <a:pt x="218" y="183"/>
                    </a:lnTo>
                    <a:lnTo>
                      <a:pt x="223" y="190"/>
                    </a:lnTo>
                    <a:lnTo>
                      <a:pt x="227" y="194"/>
                    </a:lnTo>
                    <a:lnTo>
                      <a:pt x="232" y="198"/>
                    </a:lnTo>
                    <a:lnTo>
                      <a:pt x="236" y="200"/>
                    </a:lnTo>
                    <a:lnTo>
                      <a:pt x="241" y="202"/>
                    </a:lnTo>
                    <a:lnTo>
                      <a:pt x="245" y="203"/>
                    </a:lnTo>
                    <a:lnTo>
                      <a:pt x="249" y="202"/>
                    </a:lnTo>
                    <a:lnTo>
                      <a:pt x="254" y="201"/>
                    </a:lnTo>
                    <a:lnTo>
                      <a:pt x="257" y="199"/>
                    </a:lnTo>
                    <a:lnTo>
                      <a:pt x="261" y="197"/>
                    </a:lnTo>
                    <a:lnTo>
                      <a:pt x="265" y="194"/>
                    </a:lnTo>
                    <a:lnTo>
                      <a:pt x="268" y="190"/>
                    </a:lnTo>
                    <a:lnTo>
                      <a:pt x="271" y="185"/>
                    </a:lnTo>
                    <a:lnTo>
                      <a:pt x="277" y="175"/>
                    </a:lnTo>
                    <a:lnTo>
                      <a:pt x="281" y="162"/>
                    </a:lnTo>
                    <a:lnTo>
                      <a:pt x="284" y="149"/>
                    </a:lnTo>
                    <a:lnTo>
                      <a:pt x="285" y="134"/>
                    </a:lnTo>
                    <a:lnTo>
                      <a:pt x="285" y="119"/>
                    </a:lnTo>
                    <a:lnTo>
                      <a:pt x="282" y="104"/>
                    </a:lnTo>
                    <a:lnTo>
                      <a:pt x="278" y="89"/>
                    </a:lnTo>
                    <a:lnTo>
                      <a:pt x="271" y="75"/>
                    </a:lnTo>
                    <a:lnTo>
                      <a:pt x="267" y="69"/>
                    </a:lnTo>
                    <a:lnTo>
                      <a:pt x="262" y="62"/>
                    </a:lnTo>
                    <a:lnTo>
                      <a:pt x="257" y="56"/>
                    </a:lnTo>
                    <a:lnTo>
                      <a:pt x="251" y="51"/>
                    </a:lnTo>
                    <a:lnTo>
                      <a:pt x="242" y="44"/>
                    </a:lnTo>
                    <a:lnTo>
                      <a:pt x="232" y="38"/>
                    </a:lnTo>
                    <a:lnTo>
                      <a:pt x="219" y="30"/>
                    </a:lnTo>
                    <a:lnTo>
                      <a:pt x="204" y="23"/>
                    </a:lnTo>
                    <a:lnTo>
                      <a:pt x="187" y="16"/>
                    </a:lnTo>
                    <a:lnTo>
                      <a:pt x="170" y="10"/>
                    </a:lnTo>
                    <a:lnTo>
                      <a:pt x="151" y="5"/>
                    </a:lnTo>
                    <a:lnTo>
                      <a:pt x="133" y="2"/>
                    </a:lnTo>
                    <a:lnTo>
                      <a:pt x="114" y="0"/>
                    </a:lnTo>
                    <a:lnTo>
                      <a:pt x="95" y="1"/>
                    </a:lnTo>
                    <a:lnTo>
                      <a:pt x="76" y="4"/>
                    </a:lnTo>
                    <a:lnTo>
                      <a:pt x="68" y="6"/>
                    </a:lnTo>
                    <a:lnTo>
                      <a:pt x="59" y="10"/>
                    </a:lnTo>
                    <a:lnTo>
                      <a:pt x="51" y="14"/>
                    </a:lnTo>
                    <a:lnTo>
                      <a:pt x="43"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8" y="355"/>
                    </a:lnTo>
                    <a:lnTo>
                      <a:pt x="248" y="378"/>
                    </a:lnTo>
                    <a:lnTo>
                      <a:pt x="265" y="400"/>
                    </a:lnTo>
                    <a:lnTo>
                      <a:pt x="271" y="411"/>
                    </a:lnTo>
                    <a:lnTo>
                      <a:pt x="276" y="422"/>
                    </a:lnTo>
                    <a:lnTo>
                      <a:pt x="279" y="432"/>
                    </a:lnTo>
                    <a:lnTo>
                      <a:pt x="281" y="443"/>
                    </a:lnTo>
                    <a:lnTo>
                      <a:pt x="282" y="482"/>
                    </a:lnTo>
                    <a:lnTo>
                      <a:pt x="282" y="541"/>
                    </a:lnTo>
                    <a:lnTo>
                      <a:pt x="279" y="682"/>
                    </a:lnTo>
                    <a:lnTo>
                      <a:pt x="274" y="865"/>
                    </a:lnTo>
                    <a:lnTo>
                      <a:pt x="165" y="865"/>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377" name=""/>
              <p:cNvSpPr/>
              <p:nvPr/>
            </p:nvSpPr>
            <p:spPr>
              <a:xfrm>
                <a:off x="390960" y="59040"/>
                <a:ext cx="360" cy="615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78" name=""/>
              <p:cNvSpPr/>
              <p:nvPr/>
            </p:nvSpPr>
            <p:spPr>
              <a:xfrm flipH="1">
                <a:off x="60228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79" name=""/>
              <p:cNvSpPr/>
              <p:nvPr/>
            </p:nvSpPr>
            <p:spPr>
              <a:xfrm flipH="1">
                <a:off x="651240" y="384840"/>
                <a:ext cx="6156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80" name=""/>
              <p:cNvSpPr/>
              <p:nvPr/>
            </p:nvSpPr>
            <p:spPr>
              <a:xfrm>
                <a:off x="13644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381" name=""/>
              <p:cNvSpPr/>
              <p:nvPr/>
            </p:nvSpPr>
            <p:spPr>
              <a:xfrm>
                <a:off x="69480" y="384840"/>
                <a:ext cx="6120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grpSp>
      </p:grpSp>
      <p:sp>
        <p:nvSpPr>
          <p:cNvPr id="382" name="PlaceHolder 1"/>
          <p:cNvSpPr>
            <a:spLocks noGrp="1"/>
          </p:cNvSpPr>
          <p:nvPr>
            <p:ph type="title"/>
          </p:nvPr>
        </p:nvSpPr>
        <p:spPr>
          <a:xfrm>
            <a:off x="4320000" y="2019240"/>
            <a:ext cx="5036400" cy="274680"/>
          </a:xfrm>
          <a:prstGeom prst="rect">
            <a:avLst/>
          </a:prstGeom>
          <a:noFill/>
          <a:ln w="0">
            <a:noFill/>
          </a:ln>
        </p:spPr>
        <p:txBody>
          <a:bodyPr lIns="0" rIns="0" tIns="0" bIns="0" anchor="ctr">
            <a:sp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383"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384" name="PlaceHolder 3"/>
          <p:cNvSpPr>
            <a:spLocks noGrp="1"/>
          </p:cNvSpPr>
          <p:nvPr>
            <p:ph type="ftr" idx="28"/>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385" name="PlaceHolder 4"/>
          <p:cNvSpPr>
            <a:spLocks noGrp="1"/>
          </p:cNvSpPr>
          <p:nvPr>
            <p:ph type="sldNum" idx="29"/>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9D4936FC-E83C-4DCF-AB3D-8934E4101EEA}"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386" name="PlaceHolder 5"/>
          <p:cNvSpPr>
            <a:spLocks noGrp="1"/>
          </p:cNvSpPr>
          <p:nvPr>
            <p:ph type="dt" idx="30"/>
          </p:nvPr>
        </p:nvSpPr>
        <p:spPr>
          <a:xfrm>
            <a:off x="504000" y="5328000"/>
            <a:ext cx="2343600" cy="239040"/>
          </a:xfrm>
          <a:prstGeom prst="rect">
            <a:avLst/>
          </a:prstGeom>
          <a:noFill/>
          <a:ln w="0">
            <a:noFill/>
          </a:ln>
        </p:spPr>
        <p:txBody>
          <a:bodyPr lIns="0" rIns="0" tIns="0" bIns="0" anchor="t">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4"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c02c"/>
        </a:solidFill>
      </p:bgPr>
    </p:bg>
    <p:spTree>
      <p:nvGrpSpPr>
        <p:cNvPr id="1" name=""/>
        <p:cNvGrpSpPr/>
        <p:nvPr/>
      </p:nvGrpSpPr>
      <p:grpSpPr>
        <a:xfrm>
          <a:off x="0" y="0"/>
          <a:ext cx="0" cy="0"/>
          <a:chOff x="0" y="0"/>
          <a:chExt cx="0" cy="0"/>
        </a:xfrm>
      </p:grpSpPr>
      <p:grpSp>
        <p:nvGrpSpPr>
          <p:cNvPr id="389" name=""/>
          <p:cNvGrpSpPr/>
          <p:nvPr/>
        </p:nvGrpSpPr>
        <p:grpSpPr>
          <a:xfrm>
            <a:off x="393120" y="115920"/>
            <a:ext cx="9251640" cy="5308200"/>
            <a:chOff x="393120" y="115920"/>
            <a:chExt cx="9251640" cy="5308200"/>
          </a:xfrm>
        </p:grpSpPr>
        <p:sp>
          <p:nvSpPr>
            <p:cNvPr id="390" name=""/>
            <p:cNvSpPr/>
            <p:nvPr/>
          </p:nvSpPr>
          <p:spPr>
            <a:xfrm>
              <a:off x="1192680" y="284652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0"/>
                  </a:lnTo>
                  <a:lnTo>
                    <a:pt x="525" y="317"/>
                  </a:lnTo>
                  <a:lnTo>
                    <a:pt x="521" y="334"/>
                  </a:lnTo>
                  <a:lnTo>
                    <a:pt x="516" y="350"/>
                  </a:lnTo>
                  <a:lnTo>
                    <a:pt x="510" y="366"/>
                  </a:lnTo>
                  <a:lnTo>
                    <a:pt x="503" y="382"/>
                  </a:lnTo>
                  <a:lnTo>
                    <a:pt x="494" y="398"/>
                  </a:lnTo>
                  <a:lnTo>
                    <a:pt x="485" y="413"/>
                  </a:lnTo>
                  <a:lnTo>
                    <a:pt x="474" y="428"/>
                  </a:lnTo>
                  <a:lnTo>
                    <a:pt x="464" y="441"/>
                  </a:lnTo>
                  <a:lnTo>
                    <a:pt x="452" y="453"/>
                  </a:lnTo>
                  <a:lnTo>
                    <a:pt x="440" y="465"/>
                  </a:lnTo>
                  <a:lnTo>
                    <a:pt x="427" y="475"/>
                  </a:lnTo>
                  <a:lnTo>
                    <a:pt x="412" y="486"/>
                  </a:lnTo>
                  <a:lnTo>
                    <a:pt x="397" y="495"/>
                  </a:lnTo>
                  <a:lnTo>
                    <a:pt x="381" y="504"/>
                  </a:lnTo>
                  <a:lnTo>
                    <a:pt x="365" y="511"/>
                  </a:lnTo>
                  <a:lnTo>
                    <a:pt x="349" y="517"/>
                  </a:lnTo>
                  <a:lnTo>
                    <a:pt x="333" y="522"/>
                  </a:lnTo>
                  <a:lnTo>
                    <a:pt x="317" y="525"/>
                  </a:lnTo>
                  <a:lnTo>
                    <a:pt x="300" y="528"/>
                  </a:lnTo>
                  <a:lnTo>
                    <a:pt x="283" y="529"/>
                  </a:lnTo>
                  <a:lnTo>
                    <a:pt x="265" y="530"/>
                  </a:lnTo>
                  <a:lnTo>
                    <a:pt x="247" y="529"/>
                  </a:lnTo>
                  <a:lnTo>
                    <a:pt x="230" y="528"/>
                  </a:lnTo>
                  <a:lnTo>
                    <a:pt x="213" y="525"/>
                  </a:lnTo>
                  <a:lnTo>
                    <a:pt x="197" y="522"/>
                  </a:lnTo>
                  <a:lnTo>
                    <a:pt x="181" y="517"/>
                  </a:lnTo>
                  <a:lnTo>
                    <a:pt x="165" y="511"/>
                  </a:lnTo>
                  <a:lnTo>
                    <a:pt x="149" y="504"/>
                  </a:lnTo>
                  <a:lnTo>
                    <a:pt x="133" y="495"/>
                  </a:lnTo>
                  <a:lnTo>
                    <a:pt x="118" y="486"/>
                  </a:lnTo>
                  <a:lnTo>
                    <a:pt x="103" y="475"/>
                  </a:lnTo>
                  <a:lnTo>
                    <a:pt x="90" y="465"/>
                  </a:lnTo>
                  <a:lnTo>
                    <a:pt x="78" y="453"/>
                  </a:lnTo>
                  <a:lnTo>
                    <a:pt x="66" y="441"/>
                  </a:lnTo>
                  <a:lnTo>
                    <a:pt x="56" y="428"/>
                  </a:lnTo>
                  <a:lnTo>
                    <a:pt x="45" y="413"/>
                  </a:lnTo>
                  <a:lnTo>
                    <a:pt x="36" y="398"/>
                  </a:lnTo>
                  <a:lnTo>
                    <a:pt x="27" y="382"/>
                  </a:lnTo>
                  <a:lnTo>
                    <a:pt x="20" y="366"/>
                  </a:lnTo>
                  <a:lnTo>
                    <a:pt x="14" y="350"/>
                  </a:lnTo>
                  <a:lnTo>
                    <a:pt x="9" y="334"/>
                  </a:lnTo>
                  <a:lnTo>
                    <a:pt x="5" y="317"/>
                  </a:lnTo>
                  <a:lnTo>
                    <a:pt x="2" y="300"/>
                  </a:lnTo>
                  <a:lnTo>
                    <a:pt x="1" y="283"/>
                  </a:lnTo>
                  <a:lnTo>
                    <a:pt x="0" y="265"/>
                  </a:lnTo>
                  <a:lnTo>
                    <a:pt x="1" y="247"/>
                  </a:lnTo>
                  <a:lnTo>
                    <a:pt x="2" y="230"/>
                  </a:lnTo>
                  <a:lnTo>
                    <a:pt x="5" y="213"/>
                  </a:lnTo>
                  <a:lnTo>
                    <a:pt x="9" y="197"/>
                  </a:lnTo>
                  <a:lnTo>
                    <a:pt x="14" y="181"/>
                  </a:lnTo>
                  <a:lnTo>
                    <a:pt x="20" y="165"/>
                  </a:lnTo>
                  <a:lnTo>
                    <a:pt x="27" y="149"/>
                  </a:lnTo>
                  <a:lnTo>
                    <a:pt x="36" y="133"/>
                  </a:lnTo>
                  <a:lnTo>
                    <a:pt x="45" y="118"/>
                  </a:lnTo>
                  <a:lnTo>
                    <a:pt x="56" y="103"/>
                  </a:lnTo>
                  <a:lnTo>
                    <a:pt x="66" y="90"/>
                  </a:lnTo>
                  <a:lnTo>
                    <a:pt x="78" y="78"/>
                  </a:lnTo>
                  <a:lnTo>
                    <a:pt x="90" y="66"/>
                  </a:lnTo>
                  <a:lnTo>
                    <a:pt x="103" y="56"/>
                  </a:lnTo>
                  <a:lnTo>
                    <a:pt x="118" y="45"/>
                  </a:lnTo>
                  <a:lnTo>
                    <a:pt x="133" y="36"/>
                  </a:lnTo>
                  <a:lnTo>
                    <a:pt x="149" y="27"/>
                  </a:lnTo>
                  <a:lnTo>
                    <a:pt x="165" y="20"/>
                  </a:lnTo>
                  <a:lnTo>
                    <a:pt x="181" y="14"/>
                  </a:lnTo>
                  <a:lnTo>
                    <a:pt x="197" y="9"/>
                  </a:lnTo>
                  <a:lnTo>
                    <a:pt x="213" y="5"/>
                  </a:lnTo>
                  <a:lnTo>
                    <a:pt x="230" y="2"/>
                  </a:lnTo>
                  <a:lnTo>
                    <a:pt x="247" y="1"/>
                  </a:lnTo>
                  <a:lnTo>
                    <a:pt x="265" y="0"/>
                  </a:lnTo>
                  <a:lnTo>
                    <a:pt x="283" y="1"/>
                  </a:lnTo>
                  <a:lnTo>
                    <a:pt x="300" y="2"/>
                  </a:lnTo>
                  <a:lnTo>
                    <a:pt x="317" y="5"/>
                  </a:lnTo>
                  <a:lnTo>
                    <a:pt x="333" y="9"/>
                  </a:lnTo>
                  <a:lnTo>
                    <a:pt x="349" y="14"/>
                  </a:lnTo>
                  <a:lnTo>
                    <a:pt x="365" y="20"/>
                  </a:lnTo>
                  <a:lnTo>
                    <a:pt x="381" y="27"/>
                  </a:lnTo>
                  <a:lnTo>
                    <a:pt x="397" y="36"/>
                  </a:lnTo>
                  <a:lnTo>
                    <a:pt x="412" y="45"/>
                  </a:lnTo>
                  <a:lnTo>
                    <a:pt x="427" y="56"/>
                  </a:lnTo>
                  <a:lnTo>
                    <a:pt x="440" y="66"/>
                  </a:lnTo>
                  <a:lnTo>
                    <a:pt x="452" y="78"/>
                  </a:lnTo>
                  <a:lnTo>
                    <a:pt x="464" y="90"/>
                  </a:lnTo>
                  <a:lnTo>
                    <a:pt x="474" y="103"/>
                  </a:lnTo>
                  <a:lnTo>
                    <a:pt x="485" y="118"/>
                  </a:lnTo>
                  <a:lnTo>
                    <a:pt x="494" y="133"/>
                  </a:lnTo>
                  <a:lnTo>
                    <a:pt x="503" y="149"/>
                  </a:lnTo>
                  <a:lnTo>
                    <a:pt x="510" y="165"/>
                  </a:lnTo>
                  <a:lnTo>
                    <a:pt x="516" y="181"/>
                  </a:lnTo>
                  <a:lnTo>
                    <a:pt x="521" y="197"/>
                  </a:lnTo>
                  <a:lnTo>
                    <a:pt x="525" y="213"/>
                  </a:lnTo>
                  <a:lnTo>
                    <a:pt x="528" y="230"/>
                  </a:lnTo>
                  <a:lnTo>
                    <a:pt x="529" y="247"/>
                  </a:lnTo>
                  <a:lnTo>
                    <a:pt x="530" y="265"/>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91" name=""/>
            <p:cNvSpPr/>
            <p:nvPr/>
          </p:nvSpPr>
          <p:spPr>
            <a:xfrm flipH="1">
              <a:off x="4060800" y="115920"/>
              <a:ext cx="86760" cy="2152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92" name=""/>
            <p:cNvSpPr/>
            <p:nvPr/>
          </p:nvSpPr>
          <p:spPr>
            <a:xfrm>
              <a:off x="3996360" y="180360"/>
              <a:ext cx="215280" cy="867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93" name=""/>
            <p:cNvSpPr/>
            <p:nvPr/>
          </p:nvSpPr>
          <p:spPr>
            <a:xfrm>
              <a:off x="8077680" y="5246640"/>
              <a:ext cx="164520" cy="177480"/>
            </a:xfrm>
            <a:custGeom>
              <a:avLst/>
              <a:gdLst>
                <a:gd name="textAreaLeft" fmla="*/ 0 w 164520"/>
                <a:gd name="textAreaRight" fmla="*/ 168120 w 164520"/>
                <a:gd name="textAreaTop" fmla="*/ 0 h 177480"/>
                <a:gd name="textAreaBottom" fmla="*/ 181080 h 177480"/>
              </a:gdLst>
              <a:ahLst/>
              <a:cxnLst/>
              <a:rect l="textAreaLeft" t="textAreaTop" r="textAreaRight" b="textAreaBottom"/>
              <a:pathLst>
                <a:path w="467" h="503">
                  <a:moveTo>
                    <a:pt x="0" y="230"/>
                  </a:moveTo>
                  <a:lnTo>
                    <a:pt x="404" y="503"/>
                  </a:lnTo>
                  <a:lnTo>
                    <a:pt x="467"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94" name=""/>
            <p:cNvSpPr/>
            <p:nvPr/>
          </p:nvSpPr>
          <p:spPr>
            <a:xfrm>
              <a:off x="662760" y="1063800"/>
              <a:ext cx="164520" cy="177120"/>
            </a:xfrm>
            <a:custGeom>
              <a:avLst/>
              <a:gdLst>
                <a:gd name="textAreaLeft" fmla="*/ 0 w 164520"/>
                <a:gd name="textAreaRight" fmla="*/ 168120 w 164520"/>
                <a:gd name="textAreaTop" fmla="*/ 0 h 177120"/>
                <a:gd name="textAreaBottom" fmla="*/ 180720 h 177120"/>
              </a:gdLst>
              <a:ahLst/>
              <a:cxnLst/>
              <a:rect l="textAreaLeft" t="textAreaTop" r="textAreaRight" b="textAreaBottom"/>
              <a:pathLst>
                <a:path w="467" h="502">
                  <a:moveTo>
                    <a:pt x="0" y="230"/>
                  </a:moveTo>
                  <a:lnTo>
                    <a:pt x="404" y="502"/>
                  </a:lnTo>
                  <a:lnTo>
                    <a:pt x="467"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95" name=""/>
            <p:cNvSpPr/>
            <p:nvPr/>
          </p:nvSpPr>
          <p:spPr>
            <a:xfrm>
              <a:off x="9468000" y="296640"/>
              <a:ext cx="176760" cy="166680"/>
            </a:xfrm>
            <a:custGeom>
              <a:avLst/>
              <a:gdLst>
                <a:gd name="textAreaLeft" fmla="*/ 0 w 176760"/>
                <a:gd name="textAreaRight" fmla="*/ 180360 w 176760"/>
                <a:gd name="textAreaTop" fmla="*/ 0 h 166680"/>
                <a:gd name="textAreaBottom" fmla="*/ 170280 h 166680"/>
              </a:gdLst>
              <a:ahLst/>
              <a:cxnLst/>
              <a:rect l="textAreaLeft" t="textAreaTop" r="textAreaRight" b="textAreaBottom"/>
              <a:pathLst>
                <a:path w="501" h="473">
                  <a:moveTo>
                    <a:pt x="217" y="473"/>
                  </a:moveTo>
                  <a:lnTo>
                    <a:pt x="501" y="76"/>
                  </a:lnTo>
                  <a:lnTo>
                    <a:pt x="0" y="0"/>
                  </a:lnTo>
                  <a:lnTo>
                    <a:pt x="217" y="473"/>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396" name=""/>
            <p:cNvSpPr/>
            <p:nvPr/>
          </p:nvSpPr>
          <p:spPr>
            <a:xfrm flipH="1">
              <a:off x="457200" y="5131080"/>
              <a:ext cx="86760" cy="2152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97" name=""/>
            <p:cNvSpPr/>
            <p:nvPr/>
          </p:nvSpPr>
          <p:spPr>
            <a:xfrm>
              <a:off x="393120" y="5195160"/>
              <a:ext cx="215280" cy="8712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398" name=""/>
            <p:cNvSpPr/>
            <p:nvPr/>
          </p:nvSpPr>
          <p:spPr>
            <a:xfrm>
              <a:off x="7131240" y="648720"/>
              <a:ext cx="187200" cy="187200"/>
            </a:xfrm>
            <a:custGeom>
              <a:avLst/>
              <a:gdLst>
                <a:gd name="textAreaLeft" fmla="*/ 0 w 187200"/>
                <a:gd name="textAreaRight" fmla="*/ 190800 w 187200"/>
                <a:gd name="textAreaTop" fmla="*/ 0 h 187200"/>
                <a:gd name="textAreaBottom" fmla="*/ 190800 h 187200"/>
              </a:gdLst>
              <a:ahLst/>
              <a:cxnLst/>
              <a:rect l="textAreaLeft" t="textAreaTop" r="textAreaRight" b="textAreaBottom"/>
              <a:pathLst>
                <a:path w="530" h="530">
                  <a:moveTo>
                    <a:pt x="530" y="265"/>
                  </a:moveTo>
                  <a:lnTo>
                    <a:pt x="529" y="283"/>
                  </a:lnTo>
                  <a:lnTo>
                    <a:pt x="528" y="300"/>
                  </a:lnTo>
                  <a:lnTo>
                    <a:pt x="525" y="317"/>
                  </a:lnTo>
                  <a:lnTo>
                    <a:pt x="521" y="334"/>
                  </a:lnTo>
                  <a:lnTo>
                    <a:pt x="516" y="350"/>
                  </a:lnTo>
                  <a:lnTo>
                    <a:pt x="510" y="366"/>
                  </a:lnTo>
                  <a:lnTo>
                    <a:pt x="503" y="381"/>
                  </a:lnTo>
                  <a:lnTo>
                    <a:pt x="494" y="397"/>
                  </a:lnTo>
                  <a:lnTo>
                    <a:pt x="485" y="412"/>
                  </a:lnTo>
                  <a:lnTo>
                    <a:pt x="474" y="426"/>
                  </a:lnTo>
                  <a:lnTo>
                    <a:pt x="464" y="440"/>
                  </a:lnTo>
                  <a:lnTo>
                    <a:pt x="452" y="452"/>
                  </a:lnTo>
                  <a:lnTo>
                    <a:pt x="440" y="464"/>
                  </a:lnTo>
                  <a:lnTo>
                    <a:pt x="426" y="474"/>
                  </a:lnTo>
                  <a:lnTo>
                    <a:pt x="412" y="484"/>
                  </a:lnTo>
                  <a:lnTo>
                    <a:pt x="397" y="494"/>
                  </a:lnTo>
                  <a:lnTo>
                    <a:pt x="381" y="503"/>
                  </a:lnTo>
                  <a:lnTo>
                    <a:pt x="366" y="510"/>
                  </a:lnTo>
                  <a:lnTo>
                    <a:pt x="350" y="516"/>
                  </a:lnTo>
                  <a:lnTo>
                    <a:pt x="334" y="521"/>
                  </a:lnTo>
                  <a:lnTo>
                    <a:pt x="317" y="525"/>
                  </a:lnTo>
                  <a:lnTo>
                    <a:pt x="300" y="528"/>
                  </a:lnTo>
                  <a:lnTo>
                    <a:pt x="283" y="529"/>
                  </a:lnTo>
                  <a:lnTo>
                    <a:pt x="265" y="530"/>
                  </a:lnTo>
                  <a:lnTo>
                    <a:pt x="247" y="529"/>
                  </a:lnTo>
                  <a:lnTo>
                    <a:pt x="230" y="528"/>
                  </a:lnTo>
                  <a:lnTo>
                    <a:pt x="213" y="525"/>
                  </a:lnTo>
                  <a:lnTo>
                    <a:pt x="196" y="521"/>
                  </a:lnTo>
                  <a:lnTo>
                    <a:pt x="180" y="516"/>
                  </a:lnTo>
                  <a:lnTo>
                    <a:pt x="164" y="510"/>
                  </a:lnTo>
                  <a:lnTo>
                    <a:pt x="148" y="503"/>
                  </a:lnTo>
                  <a:lnTo>
                    <a:pt x="132" y="494"/>
                  </a:lnTo>
                  <a:lnTo>
                    <a:pt x="117" y="484"/>
                  </a:lnTo>
                  <a:lnTo>
                    <a:pt x="102" y="474"/>
                  </a:lnTo>
                  <a:lnTo>
                    <a:pt x="89" y="464"/>
                  </a:lnTo>
                  <a:lnTo>
                    <a:pt x="77" y="452"/>
                  </a:lnTo>
                  <a:lnTo>
                    <a:pt x="65" y="440"/>
                  </a:lnTo>
                  <a:lnTo>
                    <a:pt x="55" y="426"/>
                  </a:lnTo>
                  <a:lnTo>
                    <a:pt x="44" y="412"/>
                  </a:lnTo>
                  <a:lnTo>
                    <a:pt x="35" y="397"/>
                  </a:lnTo>
                  <a:lnTo>
                    <a:pt x="26" y="381"/>
                  </a:lnTo>
                  <a:lnTo>
                    <a:pt x="19" y="366"/>
                  </a:lnTo>
                  <a:lnTo>
                    <a:pt x="13" y="350"/>
                  </a:lnTo>
                  <a:lnTo>
                    <a:pt x="8" y="334"/>
                  </a:lnTo>
                  <a:lnTo>
                    <a:pt x="5" y="317"/>
                  </a:lnTo>
                  <a:lnTo>
                    <a:pt x="2" y="300"/>
                  </a:lnTo>
                  <a:lnTo>
                    <a:pt x="0" y="283"/>
                  </a:lnTo>
                  <a:lnTo>
                    <a:pt x="0" y="265"/>
                  </a:lnTo>
                  <a:lnTo>
                    <a:pt x="0" y="247"/>
                  </a:lnTo>
                  <a:lnTo>
                    <a:pt x="2" y="230"/>
                  </a:lnTo>
                  <a:lnTo>
                    <a:pt x="5" y="213"/>
                  </a:lnTo>
                  <a:lnTo>
                    <a:pt x="8" y="196"/>
                  </a:lnTo>
                  <a:lnTo>
                    <a:pt x="13" y="180"/>
                  </a:lnTo>
                  <a:lnTo>
                    <a:pt x="19" y="164"/>
                  </a:lnTo>
                  <a:lnTo>
                    <a:pt x="26" y="148"/>
                  </a:lnTo>
                  <a:lnTo>
                    <a:pt x="35" y="132"/>
                  </a:lnTo>
                  <a:lnTo>
                    <a:pt x="44" y="117"/>
                  </a:lnTo>
                  <a:lnTo>
                    <a:pt x="55" y="102"/>
                  </a:lnTo>
                  <a:lnTo>
                    <a:pt x="65" y="89"/>
                  </a:lnTo>
                  <a:lnTo>
                    <a:pt x="77" y="77"/>
                  </a:lnTo>
                  <a:lnTo>
                    <a:pt x="89" y="65"/>
                  </a:lnTo>
                  <a:lnTo>
                    <a:pt x="102" y="55"/>
                  </a:lnTo>
                  <a:lnTo>
                    <a:pt x="117" y="44"/>
                  </a:lnTo>
                  <a:lnTo>
                    <a:pt x="132" y="35"/>
                  </a:lnTo>
                  <a:lnTo>
                    <a:pt x="148" y="26"/>
                  </a:lnTo>
                  <a:lnTo>
                    <a:pt x="164" y="19"/>
                  </a:lnTo>
                  <a:lnTo>
                    <a:pt x="180" y="13"/>
                  </a:lnTo>
                  <a:lnTo>
                    <a:pt x="196" y="8"/>
                  </a:lnTo>
                  <a:lnTo>
                    <a:pt x="213" y="5"/>
                  </a:lnTo>
                  <a:lnTo>
                    <a:pt x="230" y="2"/>
                  </a:lnTo>
                  <a:lnTo>
                    <a:pt x="247" y="0"/>
                  </a:lnTo>
                  <a:lnTo>
                    <a:pt x="265" y="0"/>
                  </a:lnTo>
                  <a:lnTo>
                    <a:pt x="283" y="0"/>
                  </a:lnTo>
                  <a:lnTo>
                    <a:pt x="300" y="2"/>
                  </a:lnTo>
                  <a:lnTo>
                    <a:pt x="317" y="5"/>
                  </a:lnTo>
                  <a:lnTo>
                    <a:pt x="334" y="8"/>
                  </a:lnTo>
                  <a:lnTo>
                    <a:pt x="350" y="13"/>
                  </a:lnTo>
                  <a:lnTo>
                    <a:pt x="366" y="19"/>
                  </a:lnTo>
                  <a:lnTo>
                    <a:pt x="381" y="26"/>
                  </a:lnTo>
                  <a:lnTo>
                    <a:pt x="397" y="35"/>
                  </a:lnTo>
                  <a:lnTo>
                    <a:pt x="412" y="44"/>
                  </a:lnTo>
                  <a:lnTo>
                    <a:pt x="426" y="55"/>
                  </a:lnTo>
                  <a:lnTo>
                    <a:pt x="440" y="65"/>
                  </a:lnTo>
                  <a:lnTo>
                    <a:pt x="452" y="77"/>
                  </a:lnTo>
                  <a:lnTo>
                    <a:pt x="464" y="89"/>
                  </a:lnTo>
                  <a:lnTo>
                    <a:pt x="474" y="102"/>
                  </a:lnTo>
                  <a:lnTo>
                    <a:pt x="485" y="117"/>
                  </a:lnTo>
                  <a:lnTo>
                    <a:pt x="494" y="132"/>
                  </a:lnTo>
                  <a:lnTo>
                    <a:pt x="503" y="148"/>
                  </a:lnTo>
                  <a:lnTo>
                    <a:pt x="510" y="164"/>
                  </a:lnTo>
                  <a:lnTo>
                    <a:pt x="516" y="180"/>
                  </a:lnTo>
                  <a:lnTo>
                    <a:pt x="521" y="196"/>
                  </a:lnTo>
                  <a:lnTo>
                    <a:pt x="525" y="213"/>
                  </a:lnTo>
                  <a:lnTo>
                    <a:pt x="528" y="230"/>
                  </a:lnTo>
                  <a:lnTo>
                    <a:pt x="529" y="247"/>
                  </a:lnTo>
                  <a:lnTo>
                    <a:pt x="530" y="265"/>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grpSp>
        <p:nvGrpSpPr>
          <p:cNvPr id="399" name=""/>
          <p:cNvGrpSpPr/>
          <p:nvPr/>
        </p:nvGrpSpPr>
        <p:grpSpPr>
          <a:xfrm>
            <a:off x="69480" y="59040"/>
            <a:ext cx="656280" cy="687600"/>
            <a:chOff x="69480" y="59040"/>
            <a:chExt cx="656280" cy="687600"/>
          </a:xfrm>
        </p:grpSpPr>
        <p:grpSp>
          <p:nvGrpSpPr>
            <p:cNvPr id="400" name=""/>
            <p:cNvGrpSpPr/>
            <p:nvPr/>
          </p:nvGrpSpPr>
          <p:grpSpPr>
            <a:xfrm>
              <a:off x="82440" y="79560"/>
              <a:ext cx="643320" cy="667080"/>
              <a:chOff x="82440" y="79560"/>
              <a:chExt cx="643320" cy="667080"/>
            </a:xfrm>
          </p:grpSpPr>
          <p:sp>
            <p:nvSpPr>
              <p:cNvPr id="401" name=""/>
              <p:cNvSpPr/>
              <p:nvPr/>
            </p:nvSpPr>
            <p:spPr>
              <a:xfrm>
                <a:off x="225720" y="237600"/>
                <a:ext cx="353160" cy="425880"/>
              </a:xfrm>
              <a:custGeom>
                <a:avLst/>
                <a:gdLst>
                  <a:gd name="textAreaLeft" fmla="*/ 0 w 353160"/>
                  <a:gd name="textAreaRight" fmla="*/ 356760 w 353160"/>
                  <a:gd name="textAreaTop" fmla="*/ 0 h 425880"/>
                  <a:gd name="textAreaBottom" fmla="*/ 429480 h 425880"/>
                </a:gdLst>
                <a:ahLst/>
                <a:cxnLst/>
                <a:rect l="textAreaLeft" t="textAreaTop" r="textAreaRight" b="textAreaBottom"/>
                <a:pathLst>
                  <a:path w="991" h="1193">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4" y="144"/>
                    </a:lnTo>
                    <a:lnTo>
                      <a:pt x="123" y="168"/>
                    </a:lnTo>
                    <a:lnTo>
                      <a:pt x="103" y="193"/>
                    </a:lnTo>
                    <a:lnTo>
                      <a:pt x="84" y="219"/>
                    </a:lnTo>
                    <a:lnTo>
                      <a:pt x="66" y="248"/>
                    </a:lnTo>
                    <a:lnTo>
                      <a:pt x="50" y="278"/>
                    </a:lnTo>
                    <a:lnTo>
                      <a:pt x="36" y="307"/>
                    </a:lnTo>
                    <a:lnTo>
                      <a:pt x="25" y="337"/>
                    </a:lnTo>
                    <a:lnTo>
                      <a:pt x="16" y="367"/>
                    </a:lnTo>
                    <a:lnTo>
                      <a:pt x="9" y="398"/>
                    </a:lnTo>
                    <a:lnTo>
                      <a:pt x="4" y="429"/>
                    </a:lnTo>
                    <a:lnTo>
                      <a:pt x="1" y="461"/>
                    </a:lnTo>
                    <a:lnTo>
                      <a:pt x="0" y="495"/>
                    </a:lnTo>
                    <a:lnTo>
                      <a:pt x="0" y="495"/>
                    </a:lnTo>
                    <a:lnTo>
                      <a:pt x="0" y="495"/>
                    </a:lnTo>
                    <a:lnTo>
                      <a:pt x="1" y="529"/>
                    </a:lnTo>
                    <a:lnTo>
                      <a:pt x="4" y="561"/>
                    </a:lnTo>
                    <a:lnTo>
                      <a:pt x="9" y="593"/>
                    </a:lnTo>
                    <a:lnTo>
                      <a:pt x="16" y="624"/>
                    </a:lnTo>
                    <a:lnTo>
                      <a:pt x="25" y="654"/>
                    </a:lnTo>
                    <a:lnTo>
                      <a:pt x="37" y="684"/>
                    </a:lnTo>
                    <a:lnTo>
                      <a:pt x="50" y="713"/>
                    </a:lnTo>
                    <a:lnTo>
                      <a:pt x="66" y="743"/>
                    </a:lnTo>
                    <a:lnTo>
                      <a:pt x="84" y="772"/>
                    </a:lnTo>
                    <a:lnTo>
                      <a:pt x="103" y="798"/>
                    </a:lnTo>
                    <a:lnTo>
                      <a:pt x="123" y="823"/>
                    </a:lnTo>
                    <a:lnTo>
                      <a:pt x="144" y="846"/>
                    </a:lnTo>
                    <a:lnTo>
                      <a:pt x="168" y="867"/>
                    </a:lnTo>
                    <a:lnTo>
                      <a:pt x="193" y="887"/>
                    </a:lnTo>
                    <a:lnTo>
                      <a:pt x="219" y="906"/>
                    </a:lnTo>
                    <a:lnTo>
                      <a:pt x="248" y="924"/>
                    </a:lnTo>
                    <a:lnTo>
                      <a:pt x="269" y="935"/>
                    </a:lnTo>
                    <a:lnTo>
                      <a:pt x="289" y="945"/>
                    </a:lnTo>
                    <a:lnTo>
                      <a:pt x="310" y="954"/>
                    </a:lnTo>
                    <a:lnTo>
                      <a:pt x="332" y="963"/>
                    </a:lnTo>
                    <a:lnTo>
                      <a:pt x="332" y="963"/>
                    </a:lnTo>
                    <a:lnTo>
                      <a:pt x="332" y="1135"/>
                    </a:lnTo>
                    <a:lnTo>
                      <a:pt x="332" y="1141"/>
                    </a:lnTo>
                    <a:lnTo>
                      <a:pt x="333" y="1147"/>
                    </a:lnTo>
                    <a:lnTo>
                      <a:pt x="335" y="1152"/>
                    </a:lnTo>
                    <a:lnTo>
                      <a:pt x="337" y="1157"/>
                    </a:lnTo>
                    <a:lnTo>
                      <a:pt x="339" y="1163"/>
                    </a:lnTo>
                    <a:lnTo>
                      <a:pt x="342" y="1167"/>
                    </a:lnTo>
                    <a:lnTo>
                      <a:pt x="345" y="1172"/>
                    </a:lnTo>
                    <a:lnTo>
                      <a:pt x="349" y="1176"/>
                    </a:lnTo>
                    <a:lnTo>
                      <a:pt x="353" y="1180"/>
                    </a:lnTo>
                    <a:lnTo>
                      <a:pt x="358" y="1183"/>
                    </a:lnTo>
                    <a:lnTo>
                      <a:pt x="362" y="1186"/>
                    </a:lnTo>
                    <a:lnTo>
                      <a:pt x="367" y="1188"/>
                    </a:lnTo>
                    <a:lnTo>
                      <a:pt x="373" y="1190"/>
                    </a:lnTo>
                    <a:lnTo>
                      <a:pt x="378" y="1192"/>
                    </a:lnTo>
                    <a:lnTo>
                      <a:pt x="384" y="1193"/>
                    </a:lnTo>
                    <a:lnTo>
                      <a:pt x="390" y="1193"/>
                    </a:lnTo>
                    <a:lnTo>
                      <a:pt x="601" y="1193"/>
                    </a:lnTo>
                    <a:lnTo>
                      <a:pt x="607" y="1193"/>
                    </a:lnTo>
                    <a:lnTo>
                      <a:pt x="613" y="1192"/>
                    </a:lnTo>
                    <a:lnTo>
                      <a:pt x="618" y="1190"/>
                    </a:lnTo>
                    <a:lnTo>
                      <a:pt x="624" y="1188"/>
                    </a:lnTo>
                    <a:lnTo>
                      <a:pt x="629" y="1186"/>
                    </a:lnTo>
                    <a:lnTo>
                      <a:pt x="633" y="1183"/>
                    </a:lnTo>
                    <a:lnTo>
                      <a:pt x="638" y="1180"/>
                    </a:lnTo>
                    <a:lnTo>
                      <a:pt x="642" y="1176"/>
                    </a:lnTo>
                    <a:lnTo>
                      <a:pt x="646" y="1172"/>
                    </a:lnTo>
                    <a:lnTo>
                      <a:pt x="649" y="1167"/>
                    </a:lnTo>
                    <a:lnTo>
                      <a:pt x="652" y="1163"/>
                    </a:lnTo>
                    <a:lnTo>
                      <a:pt x="654" y="1157"/>
                    </a:lnTo>
                    <a:lnTo>
                      <a:pt x="656" y="1152"/>
                    </a:lnTo>
                    <a:lnTo>
                      <a:pt x="658" y="1147"/>
                    </a:lnTo>
                    <a:lnTo>
                      <a:pt x="659" y="1141"/>
                    </a:lnTo>
                    <a:lnTo>
                      <a:pt x="659" y="1135"/>
                    </a:lnTo>
                    <a:lnTo>
                      <a:pt x="659" y="963"/>
                    </a:lnTo>
                    <a:lnTo>
                      <a:pt x="659" y="963"/>
                    </a:lnTo>
                    <a:lnTo>
                      <a:pt x="659" y="963"/>
                    </a:lnTo>
                    <a:lnTo>
                      <a:pt x="681" y="954"/>
                    </a:lnTo>
                    <a:lnTo>
                      <a:pt x="702" y="945"/>
                    </a:lnTo>
                    <a:lnTo>
                      <a:pt x="722" y="935"/>
                    </a:lnTo>
                    <a:lnTo>
                      <a:pt x="743" y="924"/>
                    </a:lnTo>
                    <a:lnTo>
                      <a:pt x="772" y="906"/>
                    </a:lnTo>
                    <a:lnTo>
                      <a:pt x="798" y="887"/>
                    </a:lnTo>
                    <a:lnTo>
                      <a:pt x="823" y="867"/>
                    </a:lnTo>
                    <a:lnTo>
                      <a:pt x="847" y="846"/>
                    </a:lnTo>
                    <a:lnTo>
                      <a:pt x="868" y="823"/>
                    </a:lnTo>
                    <a:lnTo>
                      <a:pt x="888" y="798"/>
                    </a:lnTo>
                    <a:lnTo>
                      <a:pt x="907" y="772"/>
                    </a:lnTo>
                    <a:lnTo>
                      <a:pt x="925" y="743"/>
                    </a:lnTo>
                    <a:lnTo>
                      <a:pt x="941" y="713"/>
                    </a:lnTo>
                    <a:lnTo>
                      <a:pt x="954" y="684"/>
                    </a:lnTo>
                    <a:lnTo>
                      <a:pt x="966" y="654"/>
                    </a:lnTo>
                    <a:lnTo>
                      <a:pt x="975" y="624"/>
                    </a:lnTo>
                    <a:lnTo>
                      <a:pt x="982" y="593"/>
                    </a:lnTo>
                    <a:lnTo>
                      <a:pt x="987" y="561"/>
                    </a:lnTo>
                    <a:lnTo>
                      <a:pt x="990" y="529"/>
                    </a:lnTo>
                    <a:lnTo>
                      <a:pt x="991" y="495"/>
                    </a:lnTo>
                    <a:lnTo>
                      <a:pt x="991" y="495"/>
                    </a:lnTo>
                    <a:lnTo>
                      <a:pt x="991" y="495"/>
                    </a:lnTo>
                    <a:lnTo>
                      <a:pt x="990" y="461"/>
                    </a:lnTo>
                    <a:lnTo>
                      <a:pt x="987" y="429"/>
                    </a:lnTo>
                    <a:lnTo>
                      <a:pt x="982" y="398"/>
                    </a:lnTo>
                    <a:lnTo>
                      <a:pt x="975" y="367"/>
                    </a:lnTo>
                    <a:lnTo>
                      <a:pt x="966" y="337"/>
                    </a:lnTo>
                    <a:lnTo>
                      <a:pt x="954" y="307"/>
                    </a:lnTo>
                    <a:lnTo>
                      <a:pt x="941" y="278"/>
                    </a:lnTo>
                    <a:lnTo>
                      <a:pt x="925" y="248"/>
                    </a:lnTo>
                    <a:lnTo>
                      <a:pt x="907" y="219"/>
                    </a:lnTo>
                    <a:lnTo>
                      <a:pt x="888" y="193"/>
                    </a:lnTo>
                    <a:lnTo>
                      <a:pt x="868" y="168"/>
                    </a:lnTo>
                    <a:lnTo>
                      <a:pt x="847" y="144"/>
                    </a:lnTo>
                    <a:lnTo>
                      <a:pt x="823" y="123"/>
                    </a:lnTo>
                    <a:lnTo>
                      <a:pt x="798" y="103"/>
                    </a:lnTo>
                    <a:lnTo>
                      <a:pt x="772" y="84"/>
                    </a:lnTo>
                    <a:lnTo>
                      <a:pt x="743" y="66"/>
                    </a:lnTo>
                    <a:lnTo>
                      <a:pt x="713" y="50"/>
                    </a:lnTo>
                    <a:lnTo>
                      <a:pt x="684" y="36"/>
                    </a:lnTo>
                    <a:lnTo>
                      <a:pt x="654" y="25"/>
                    </a:lnTo>
                    <a:lnTo>
                      <a:pt x="624" y="16"/>
                    </a:lnTo>
                    <a:lnTo>
                      <a:pt x="593" y="9"/>
                    </a:lnTo>
                    <a:lnTo>
                      <a:pt x="562" y="4"/>
                    </a:lnTo>
                    <a:lnTo>
                      <a:pt x="529" y="1"/>
                    </a:lnTo>
                    <a:lnTo>
                      <a:pt x="496" y="0"/>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02" name=""/>
              <p:cNvSpPr/>
              <p:nvPr/>
            </p:nvSpPr>
            <p:spPr>
              <a:xfrm>
                <a:off x="320400" y="667080"/>
                <a:ext cx="163800" cy="38520"/>
              </a:xfrm>
              <a:custGeom>
                <a:avLst/>
                <a:gdLst>
                  <a:gd name="textAreaLeft" fmla="*/ 0 w 163800"/>
                  <a:gd name="textAreaRight" fmla="*/ 167400 w 163800"/>
                  <a:gd name="textAreaTop" fmla="*/ 0 h 38520"/>
                  <a:gd name="textAreaBottom" fmla="*/ 42120 h 38520"/>
                </a:gdLst>
                <a:ahLst/>
                <a:cxnLst/>
                <a:rect l="textAreaLeft" t="textAreaTop" r="textAreaRight" b="textAreaBottom"/>
                <a:pathLst>
                  <a:path w="465" h="117">
                    <a:moveTo>
                      <a:pt x="233" y="117"/>
                    </a:moveTo>
                    <a:lnTo>
                      <a:pt x="407" y="117"/>
                    </a:lnTo>
                    <a:lnTo>
                      <a:pt x="413" y="117"/>
                    </a:lnTo>
                    <a:lnTo>
                      <a:pt x="419" y="116"/>
                    </a:lnTo>
                    <a:lnTo>
                      <a:pt x="424" y="114"/>
                    </a:lnTo>
                    <a:lnTo>
                      <a:pt x="430" y="112"/>
                    </a:lnTo>
                    <a:lnTo>
                      <a:pt x="435" y="110"/>
                    </a:lnTo>
                    <a:lnTo>
                      <a:pt x="439" y="107"/>
                    </a:lnTo>
                    <a:lnTo>
                      <a:pt x="444" y="103"/>
                    </a:lnTo>
                    <a:lnTo>
                      <a:pt x="448" y="100"/>
                    </a:lnTo>
                    <a:lnTo>
                      <a:pt x="452" y="95"/>
                    </a:lnTo>
                    <a:lnTo>
                      <a:pt x="455" y="91"/>
                    </a:lnTo>
                    <a:lnTo>
                      <a:pt x="458" y="86"/>
                    </a:lnTo>
                    <a:lnTo>
                      <a:pt x="460" y="81"/>
                    </a:lnTo>
                    <a:lnTo>
                      <a:pt x="462" y="76"/>
                    </a:lnTo>
                    <a:lnTo>
                      <a:pt x="464" y="70"/>
                    </a:lnTo>
                    <a:lnTo>
                      <a:pt x="465" y="64"/>
                    </a:lnTo>
                    <a:lnTo>
                      <a:pt x="465" y="58"/>
                    </a:lnTo>
                    <a:lnTo>
                      <a:pt x="465" y="52"/>
                    </a:lnTo>
                    <a:lnTo>
                      <a:pt x="464" y="46"/>
                    </a:lnTo>
                    <a:lnTo>
                      <a:pt x="462" y="41"/>
                    </a:lnTo>
                    <a:lnTo>
                      <a:pt x="460" y="35"/>
                    </a:lnTo>
                    <a:lnTo>
                      <a:pt x="458" y="30"/>
                    </a:lnTo>
                    <a:lnTo>
                      <a:pt x="455" y="25"/>
                    </a:lnTo>
                    <a:lnTo>
                      <a:pt x="452" y="21"/>
                    </a:lnTo>
                    <a:lnTo>
                      <a:pt x="448" y="17"/>
                    </a:lnTo>
                    <a:lnTo>
                      <a:pt x="444" y="13"/>
                    </a:lnTo>
                    <a:lnTo>
                      <a:pt x="439" y="10"/>
                    </a:lnTo>
                    <a:lnTo>
                      <a:pt x="435" y="7"/>
                    </a:lnTo>
                    <a:lnTo>
                      <a:pt x="430" y="4"/>
                    </a:lnTo>
                    <a:lnTo>
                      <a:pt x="424" y="3"/>
                    </a:lnTo>
                    <a:lnTo>
                      <a:pt x="419" y="1"/>
                    </a:lnTo>
                    <a:lnTo>
                      <a:pt x="413" y="0"/>
                    </a:lnTo>
                    <a:lnTo>
                      <a:pt x="407" y="0"/>
                    </a:lnTo>
                    <a:lnTo>
                      <a:pt x="58" y="0"/>
                    </a:lnTo>
                    <a:lnTo>
                      <a:pt x="52" y="0"/>
                    </a:lnTo>
                    <a:lnTo>
                      <a:pt x="46" y="1"/>
                    </a:lnTo>
                    <a:lnTo>
                      <a:pt x="41" y="3"/>
                    </a:lnTo>
                    <a:lnTo>
                      <a:pt x="35" y="4"/>
                    </a:lnTo>
                    <a:lnTo>
                      <a:pt x="30" y="7"/>
                    </a:lnTo>
                    <a:lnTo>
                      <a:pt x="26" y="10"/>
                    </a:lnTo>
                    <a:lnTo>
                      <a:pt x="21" y="13"/>
                    </a:lnTo>
                    <a:lnTo>
                      <a:pt x="17" y="17"/>
                    </a:lnTo>
                    <a:lnTo>
                      <a:pt x="13" y="21"/>
                    </a:lnTo>
                    <a:lnTo>
                      <a:pt x="10" y="25"/>
                    </a:lnTo>
                    <a:lnTo>
                      <a:pt x="7" y="30"/>
                    </a:lnTo>
                    <a:lnTo>
                      <a:pt x="5" y="35"/>
                    </a:lnTo>
                    <a:lnTo>
                      <a:pt x="3" y="41"/>
                    </a:lnTo>
                    <a:lnTo>
                      <a:pt x="1" y="46"/>
                    </a:lnTo>
                    <a:lnTo>
                      <a:pt x="0" y="52"/>
                    </a:lnTo>
                    <a:lnTo>
                      <a:pt x="0" y="58"/>
                    </a:lnTo>
                    <a:lnTo>
                      <a:pt x="0" y="64"/>
                    </a:lnTo>
                    <a:lnTo>
                      <a:pt x="1" y="70"/>
                    </a:lnTo>
                    <a:lnTo>
                      <a:pt x="3" y="76"/>
                    </a:lnTo>
                    <a:lnTo>
                      <a:pt x="5" y="81"/>
                    </a:lnTo>
                    <a:lnTo>
                      <a:pt x="7" y="86"/>
                    </a:lnTo>
                    <a:lnTo>
                      <a:pt x="10" y="91"/>
                    </a:lnTo>
                    <a:lnTo>
                      <a:pt x="13" y="95"/>
                    </a:lnTo>
                    <a:lnTo>
                      <a:pt x="17" y="100"/>
                    </a:lnTo>
                    <a:lnTo>
                      <a:pt x="21" y="103"/>
                    </a:lnTo>
                    <a:lnTo>
                      <a:pt x="26" y="107"/>
                    </a:lnTo>
                    <a:lnTo>
                      <a:pt x="30" y="110"/>
                    </a:lnTo>
                    <a:lnTo>
                      <a:pt x="35" y="112"/>
                    </a:lnTo>
                    <a:lnTo>
                      <a:pt x="41" y="114"/>
                    </a:lnTo>
                    <a:lnTo>
                      <a:pt x="46" y="116"/>
                    </a:lnTo>
                    <a:lnTo>
                      <a:pt x="52" y="117"/>
                    </a:lnTo>
                    <a:lnTo>
                      <a:pt x="58" y="117"/>
                    </a:lnTo>
                    <a:lnTo>
                      <a:pt x="233" y="117"/>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03" name=""/>
              <p:cNvSpPr/>
              <p:nvPr/>
            </p:nvSpPr>
            <p:spPr>
              <a:xfrm>
                <a:off x="336600" y="708480"/>
                <a:ext cx="131400" cy="38160"/>
              </a:xfrm>
              <a:custGeom>
                <a:avLst/>
                <a:gdLst>
                  <a:gd name="textAreaLeft" fmla="*/ 0 w 131400"/>
                  <a:gd name="textAreaRight" fmla="*/ 135000 w 131400"/>
                  <a:gd name="textAreaTop" fmla="*/ 0 h 38160"/>
                  <a:gd name="textAreaBottom" fmla="*/ 41760 h 38160"/>
                </a:gdLst>
                <a:ahLst/>
                <a:cxnLst/>
                <a:rect l="textAreaLeft" t="textAreaTop" r="textAreaRight" b="textAreaBottom"/>
                <a:pathLst>
                  <a:path w="375" h="116">
                    <a:moveTo>
                      <a:pt x="188" y="116"/>
                    </a:moveTo>
                    <a:lnTo>
                      <a:pt x="317" y="116"/>
                    </a:lnTo>
                    <a:lnTo>
                      <a:pt x="323" y="116"/>
                    </a:lnTo>
                    <a:lnTo>
                      <a:pt x="329" y="115"/>
                    </a:lnTo>
                    <a:lnTo>
                      <a:pt x="334" y="113"/>
                    </a:lnTo>
                    <a:lnTo>
                      <a:pt x="340" y="111"/>
                    </a:lnTo>
                    <a:lnTo>
                      <a:pt x="345" y="109"/>
                    </a:lnTo>
                    <a:lnTo>
                      <a:pt x="349" y="106"/>
                    </a:lnTo>
                    <a:lnTo>
                      <a:pt x="354" y="103"/>
                    </a:lnTo>
                    <a:lnTo>
                      <a:pt x="358" y="99"/>
                    </a:lnTo>
                    <a:lnTo>
                      <a:pt x="362" y="95"/>
                    </a:lnTo>
                    <a:lnTo>
                      <a:pt x="365" y="90"/>
                    </a:lnTo>
                    <a:lnTo>
                      <a:pt x="368" y="86"/>
                    </a:lnTo>
                    <a:lnTo>
                      <a:pt x="370" y="81"/>
                    </a:lnTo>
                    <a:lnTo>
                      <a:pt x="372" y="75"/>
                    </a:lnTo>
                    <a:lnTo>
                      <a:pt x="374" y="70"/>
                    </a:lnTo>
                    <a:lnTo>
                      <a:pt x="375" y="64"/>
                    </a:lnTo>
                    <a:lnTo>
                      <a:pt x="375" y="58"/>
                    </a:lnTo>
                    <a:lnTo>
                      <a:pt x="375" y="58"/>
                    </a:lnTo>
                    <a:lnTo>
                      <a:pt x="375" y="52"/>
                    </a:lnTo>
                    <a:lnTo>
                      <a:pt x="374" y="46"/>
                    </a:lnTo>
                    <a:lnTo>
                      <a:pt x="372" y="41"/>
                    </a:lnTo>
                    <a:lnTo>
                      <a:pt x="370" y="35"/>
                    </a:lnTo>
                    <a:lnTo>
                      <a:pt x="368" y="30"/>
                    </a:lnTo>
                    <a:lnTo>
                      <a:pt x="365" y="26"/>
                    </a:lnTo>
                    <a:lnTo>
                      <a:pt x="362" y="21"/>
                    </a:lnTo>
                    <a:lnTo>
                      <a:pt x="358" y="17"/>
                    </a:lnTo>
                    <a:lnTo>
                      <a:pt x="354" y="13"/>
                    </a:lnTo>
                    <a:lnTo>
                      <a:pt x="349" y="10"/>
                    </a:lnTo>
                    <a:lnTo>
                      <a:pt x="345" y="7"/>
                    </a:lnTo>
                    <a:lnTo>
                      <a:pt x="340" y="5"/>
                    </a:lnTo>
                    <a:lnTo>
                      <a:pt x="334" y="3"/>
                    </a:lnTo>
                    <a:lnTo>
                      <a:pt x="329" y="1"/>
                    </a:lnTo>
                    <a:lnTo>
                      <a:pt x="323" y="0"/>
                    </a:lnTo>
                    <a:lnTo>
                      <a:pt x="317" y="0"/>
                    </a:lnTo>
                    <a:lnTo>
                      <a:pt x="58" y="0"/>
                    </a:lnTo>
                    <a:lnTo>
                      <a:pt x="52" y="0"/>
                    </a:lnTo>
                    <a:lnTo>
                      <a:pt x="46" y="1"/>
                    </a:lnTo>
                    <a:lnTo>
                      <a:pt x="41" y="3"/>
                    </a:lnTo>
                    <a:lnTo>
                      <a:pt x="35" y="5"/>
                    </a:lnTo>
                    <a:lnTo>
                      <a:pt x="30"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58"/>
                    </a:lnTo>
                    <a:lnTo>
                      <a:pt x="0" y="64"/>
                    </a:lnTo>
                    <a:lnTo>
                      <a:pt x="1" y="70"/>
                    </a:lnTo>
                    <a:lnTo>
                      <a:pt x="3" y="75"/>
                    </a:lnTo>
                    <a:lnTo>
                      <a:pt x="5" y="81"/>
                    </a:lnTo>
                    <a:lnTo>
                      <a:pt x="7" y="86"/>
                    </a:lnTo>
                    <a:lnTo>
                      <a:pt x="10" y="90"/>
                    </a:lnTo>
                    <a:lnTo>
                      <a:pt x="13" y="95"/>
                    </a:lnTo>
                    <a:lnTo>
                      <a:pt x="17" y="99"/>
                    </a:lnTo>
                    <a:lnTo>
                      <a:pt x="21" y="103"/>
                    </a:lnTo>
                    <a:lnTo>
                      <a:pt x="26" y="106"/>
                    </a:lnTo>
                    <a:lnTo>
                      <a:pt x="30" y="109"/>
                    </a:lnTo>
                    <a:lnTo>
                      <a:pt x="35" y="111"/>
                    </a:lnTo>
                    <a:lnTo>
                      <a:pt x="41" y="113"/>
                    </a:lnTo>
                    <a:lnTo>
                      <a:pt x="46" y="115"/>
                    </a:lnTo>
                    <a:lnTo>
                      <a:pt x="52" y="116"/>
                    </a:lnTo>
                    <a:lnTo>
                      <a:pt x="58" y="116"/>
                    </a:lnTo>
                    <a:lnTo>
                      <a:pt x="188" y="116"/>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04" name=""/>
              <p:cNvSpPr/>
              <p:nvPr/>
            </p:nvSpPr>
            <p:spPr>
              <a:xfrm>
                <a:off x="323280" y="356040"/>
                <a:ext cx="159840" cy="307440"/>
              </a:xfrm>
              <a:custGeom>
                <a:avLst/>
                <a:gdLst>
                  <a:gd name="textAreaLeft" fmla="*/ 0 w 159840"/>
                  <a:gd name="textAreaRight" fmla="*/ 163440 w 159840"/>
                  <a:gd name="textAreaTop" fmla="*/ 0 h 307440"/>
                  <a:gd name="textAreaBottom" fmla="*/ 311040 h 307440"/>
                </a:gdLst>
                <a:ahLst/>
                <a:cxnLst/>
                <a:rect l="textAreaLeft" t="textAreaTop" r="textAreaRight" b="textAreaBottom"/>
                <a:pathLst>
                  <a:path w="454" h="864">
                    <a:moveTo>
                      <a:pt x="165" y="864"/>
                    </a:moveTo>
                    <a:lnTo>
                      <a:pt x="173" y="457"/>
                    </a:lnTo>
                    <a:lnTo>
                      <a:pt x="174" y="443"/>
                    </a:lnTo>
                    <a:lnTo>
                      <a:pt x="177" y="431"/>
                    </a:lnTo>
                    <a:lnTo>
                      <a:pt x="182" y="419"/>
                    </a:lnTo>
                    <a:lnTo>
                      <a:pt x="188" y="408"/>
                    </a:lnTo>
                    <a:lnTo>
                      <a:pt x="195" y="397"/>
                    </a:lnTo>
                    <a:lnTo>
                      <a:pt x="203" y="387"/>
                    </a:lnTo>
                    <a:lnTo>
                      <a:pt x="223" y="368"/>
                    </a:lnTo>
                    <a:lnTo>
                      <a:pt x="245" y="351"/>
                    </a:lnTo>
                    <a:lnTo>
                      <a:pt x="270" y="334"/>
                    </a:lnTo>
                    <a:lnTo>
                      <a:pt x="324" y="302"/>
                    </a:lnTo>
                    <a:lnTo>
                      <a:pt x="375" y="270"/>
                    </a:lnTo>
                    <a:lnTo>
                      <a:pt x="399" y="252"/>
                    </a:lnTo>
                    <a:lnTo>
                      <a:pt x="419" y="232"/>
                    </a:lnTo>
                    <a:lnTo>
                      <a:pt x="428" y="222"/>
                    </a:lnTo>
                    <a:lnTo>
                      <a:pt x="435" y="211"/>
                    </a:lnTo>
                    <a:lnTo>
                      <a:pt x="442" y="200"/>
                    </a:lnTo>
                    <a:lnTo>
                      <a:pt x="447" y="188"/>
                    </a:lnTo>
                    <a:lnTo>
                      <a:pt x="451" y="175"/>
                    </a:lnTo>
                    <a:lnTo>
                      <a:pt x="453" y="161"/>
                    </a:lnTo>
                    <a:lnTo>
                      <a:pt x="454" y="147"/>
                    </a:lnTo>
                    <a:lnTo>
                      <a:pt x="453" y="132"/>
                    </a:lnTo>
                    <a:lnTo>
                      <a:pt x="450" y="119"/>
                    </a:lnTo>
                    <a:lnTo>
                      <a:pt x="447" y="109"/>
                    </a:lnTo>
                    <a:lnTo>
                      <a:pt x="442" y="99"/>
                    </a:lnTo>
                    <a:lnTo>
                      <a:pt x="435" y="92"/>
                    </a:lnTo>
                    <a:lnTo>
                      <a:pt x="428" y="85"/>
                    </a:lnTo>
                    <a:lnTo>
                      <a:pt x="420" y="79"/>
                    </a:lnTo>
                    <a:lnTo>
                      <a:pt x="410" y="75"/>
                    </a:lnTo>
                    <a:lnTo>
                      <a:pt x="400" y="72"/>
                    </a:lnTo>
                    <a:lnTo>
                      <a:pt x="390" y="70"/>
                    </a:lnTo>
                    <a:lnTo>
                      <a:pt x="379" y="69"/>
                    </a:lnTo>
                    <a:lnTo>
                      <a:pt x="355" y="70"/>
                    </a:lnTo>
                    <a:lnTo>
                      <a:pt x="331" y="74"/>
                    </a:lnTo>
                    <a:lnTo>
                      <a:pt x="307" y="82"/>
                    </a:lnTo>
                    <a:lnTo>
                      <a:pt x="284" y="91"/>
                    </a:lnTo>
                    <a:lnTo>
                      <a:pt x="262" y="103"/>
                    </a:lnTo>
                    <a:lnTo>
                      <a:pt x="244" y="116"/>
                    </a:lnTo>
                    <a:lnTo>
                      <a:pt x="235" y="123"/>
                    </a:lnTo>
                    <a:lnTo>
                      <a:pt x="228" y="130"/>
                    </a:lnTo>
                    <a:lnTo>
                      <a:pt x="223" y="138"/>
                    </a:lnTo>
                    <a:lnTo>
                      <a:pt x="218" y="145"/>
                    </a:lnTo>
                    <a:lnTo>
                      <a:pt x="214" y="153"/>
                    </a:lnTo>
                    <a:lnTo>
                      <a:pt x="213" y="161"/>
                    </a:lnTo>
                    <a:lnTo>
                      <a:pt x="212" y="168"/>
                    </a:lnTo>
                    <a:lnTo>
                      <a:pt x="214" y="175"/>
                    </a:lnTo>
                    <a:lnTo>
                      <a:pt x="217" y="183"/>
                    </a:lnTo>
                    <a:lnTo>
                      <a:pt x="222" y="190"/>
                    </a:lnTo>
                    <a:lnTo>
                      <a:pt x="226" y="194"/>
                    </a:lnTo>
                    <a:lnTo>
                      <a:pt x="231" y="198"/>
                    </a:lnTo>
                    <a:lnTo>
                      <a:pt x="235" y="200"/>
                    </a:lnTo>
                    <a:lnTo>
                      <a:pt x="240" y="202"/>
                    </a:lnTo>
                    <a:lnTo>
                      <a:pt x="244" y="203"/>
                    </a:lnTo>
                    <a:lnTo>
                      <a:pt x="248" y="202"/>
                    </a:lnTo>
                    <a:lnTo>
                      <a:pt x="253" y="201"/>
                    </a:lnTo>
                    <a:lnTo>
                      <a:pt x="256" y="199"/>
                    </a:lnTo>
                    <a:lnTo>
                      <a:pt x="260" y="197"/>
                    </a:lnTo>
                    <a:lnTo>
                      <a:pt x="264" y="193"/>
                    </a:lnTo>
                    <a:lnTo>
                      <a:pt x="267" y="190"/>
                    </a:lnTo>
                    <a:lnTo>
                      <a:pt x="270" y="185"/>
                    </a:lnTo>
                    <a:lnTo>
                      <a:pt x="276" y="174"/>
                    </a:lnTo>
                    <a:lnTo>
                      <a:pt x="280" y="162"/>
                    </a:lnTo>
                    <a:lnTo>
                      <a:pt x="283" y="148"/>
                    </a:lnTo>
                    <a:lnTo>
                      <a:pt x="284" y="134"/>
                    </a:lnTo>
                    <a:lnTo>
                      <a:pt x="284" y="119"/>
                    </a:lnTo>
                    <a:lnTo>
                      <a:pt x="281" y="103"/>
                    </a:lnTo>
                    <a:lnTo>
                      <a:pt x="277" y="89"/>
                    </a:lnTo>
                    <a:lnTo>
                      <a:pt x="270" y="74"/>
                    </a:lnTo>
                    <a:lnTo>
                      <a:pt x="266" y="68"/>
                    </a:lnTo>
                    <a:lnTo>
                      <a:pt x="261" y="61"/>
                    </a:lnTo>
                    <a:lnTo>
                      <a:pt x="256" y="55"/>
                    </a:lnTo>
                    <a:lnTo>
                      <a:pt x="250" y="50"/>
                    </a:lnTo>
                    <a:lnTo>
                      <a:pt x="242" y="44"/>
                    </a:lnTo>
                    <a:lnTo>
                      <a:pt x="231" y="37"/>
                    </a:lnTo>
                    <a:lnTo>
                      <a:pt x="218" y="30"/>
                    </a:lnTo>
                    <a:lnTo>
                      <a:pt x="203" y="23"/>
                    </a:lnTo>
                    <a:lnTo>
                      <a:pt x="187" y="16"/>
                    </a:lnTo>
                    <a:lnTo>
                      <a:pt x="169" y="10"/>
                    </a:lnTo>
                    <a:lnTo>
                      <a:pt x="151" y="5"/>
                    </a:lnTo>
                    <a:lnTo>
                      <a:pt x="132" y="2"/>
                    </a:lnTo>
                    <a:lnTo>
                      <a:pt x="113" y="0"/>
                    </a:lnTo>
                    <a:lnTo>
                      <a:pt x="94" y="1"/>
                    </a:lnTo>
                    <a:lnTo>
                      <a:pt x="76" y="4"/>
                    </a:lnTo>
                    <a:lnTo>
                      <a:pt x="67" y="6"/>
                    </a:lnTo>
                    <a:lnTo>
                      <a:pt x="59" y="10"/>
                    </a:lnTo>
                    <a:lnTo>
                      <a:pt x="50" y="14"/>
                    </a:lnTo>
                    <a:lnTo>
                      <a:pt x="42"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7" y="355"/>
                    </a:lnTo>
                    <a:lnTo>
                      <a:pt x="248" y="378"/>
                    </a:lnTo>
                    <a:lnTo>
                      <a:pt x="264" y="400"/>
                    </a:lnTo>
                    <a:lnTo>
                      <a:pt x="270" y="411"/>
                    </a:lnTo>
                    <a:lnTo>
                      <a:pt x="275" y="422"/>
                    </a:lnTo>
                    <a:lnTo>
                      <a:pt x="278" y="432"/>
                    </a:lnTo>
                    <a:lnTo>
                      <a:pt x="280" y="443"/>
                    </a:lnTo>
                    <a:lnTo>
                      <a:pt x="281" y="483"/>
                    </a:lnTo>
                    <a:lnTo>
                      <a:pt x="281" y="540"/>
                    </a:lnTo>
                    <a:lnTo>
                      <a:pt x="278" y="682"/>
                    </a:lnTo>
                    <a:lnTo>
                      <a:pt x="273" y="864"/>
                    </a:lnTo>
                    <a:lnTo>
                      <a:pt x="165" y="864"/>
                    </a:lnTo>
                    <a:close/>
                  </a:path>
                </a:pathLst>
              </a:custGeom>
              <a:noFill/>
              <a:ln cap="rnd" w="288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05" name=""/>
              <p:cNvSpPr/>
              <p:nvPr/>
            </p:nvSpPr>
            <p:spPr>
              <a:xfrm>
                <a:off x="404280" y="79560"/>
                <a:ext cx="360" cy="6120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06" name=""/>
              <p:cNvSpPr/>
              <p:nvPr/>
            </p:nvSpPr>
            <p:spPr>
              <a:xfrm flipH="1">
                <a:off x="615600" y="168120"/>
                <a:ext cx="4320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07" name=""/>
              <p:cNvSpPr/>
              <p:nvPr/>
            </p:nvSpPr>
            <p:spPr>
              <a:xfrm flipH="1">
                <a:off x="66456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08" name=""/>
              <p:cNvSpPr/>
              <p:nvPr/>
            </p:nvSpPr>
            <p:spPr>
              <a:xfrm>
                <a:off x="149400" y="168120"/>
                <a:ext cx="43560" cy="435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09" name=""/>
              <p:cNvSpPr/>
              <p:nvPr/>
            </p:nvSpPr>
            <p:spPr>
              <a:xfrm>
                <a:off x="82440" y="405360"/>
                <a:ext cx="61200" cy="360"/>
              </a:xfrm>
              <a:prstGeom prst="line">
                <a:avLst/>
              </a:prstGeom>
              <a:ln cap="rnd" w="288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410" name=""/>
            <p:cNvGrpSpPr/>
            <p:nvPr/>
          </p:nvGrpSpPr>
          <p:grpSpPr>
            <a:xfrm>
              <a:off x="69480" y="59040"/>
              <a:ext cx="643320" cy="667440"/>
              <a:chOff x="69480" y="59040"/>
              <a:chExt cx="643320" cy="667440"/>
            </a:xfrm>
          </p:grpSpPr>
          <p:sp>
            <p:nvSpPr>
              <p:cNvPr id="411" name=""/>
              <p:cNvSpPr/>
              <p:nvPr/>
            </p:nvSpPr>
            <p:spPr>
              <a:xfrm>
                <a:off x="212400" y="217080"/>
                <a:ext cx="353520" cy="426240"/>
              </a:xfrm>
              <a:custGeom>
                <a:avLst/>
                <a:gdLst>
                  <a:gd name="textAreaLeft" fmla="*/ 0 w 353520"/>
                  <a:gd name="textAreaRight" fmla="*/ 357120 w 353520"/>
                  <a:gd name="textAreaTop" fmla="*/ 0 h 426240"/>
                  <a:gd name="textAreaBottom" fmla="*/ 429840 h 426240"/>
                </a:gdLst>
                <a:ahLst/>
                <a:cxnLst/>
                <a:rect l="textAreaLeft" t="textAreaTop" r="textAreaRight" b="textAreaBottom"/>
                <a:pathLst>
                  <a:path w="992" h="1194">
                    <a:moveTo>
                      <a:pt x="496" y="0"/>
                    </a:moveTo>
                    <a:lnTo>
                      <a:pt x="496" y="0"/>
                    </a:lnTo>
                    <a:lnTo>
                      <a:pt x="496" y="0"/>
                    </a:lnTo>
                    <a:lnTo>
                      <a:pt x="462" y="1"/>
                    </a:lnTo>
                    <a:lnTo>
                      <a:pt x="430" y="4"/>
                    </a:lnTo>
                    <a:lnTo>
                      <a:pt x="398" y="9"/>
                    </a:lnTo>
                    <a:lnTo>
                      <a:pt x="367" y="16"/>
                    </a:lnTo>
                    <a:lnTo>
                      <a:pt x="337" y="25"/>
                    </a:lnTo>
                    <a:lnTo>
                      <a:pt x="307" y="36"/>
                    </a:lnTo>
                    <a:lnTo>
                      <a:pt x="278" y="50"/>
                    </a:lnTo>
                    <a:lnTo>
                      <a:pt x="248" y="66"/>
                    </a:lnTo>
                    <a:lnTo>
                      <a:pt x="219" y="84"/>
                    </a:lnTo>
                    <a:lnTo>
                      <a:pt x="193" y="103"/>
                    </a:lnTo>
                    <a:lnTo>
                      <a:pt x="168" y="123"/>
                    </a:lnTo>
                    <a:lnTo>
                      <a:pt x="145" y="144"/>
                    </a:lnTo>
                    <a:lnTo>
                      <a:pt x="123" y="168"/>
                    </a:lnTo>
                    <a:lnTo>
                      <a:pt x="103" y="193"/>
                    </a:lnTo>
                    <a:lnTo>
                      <a:pt x="85" y="219"/>
                    </a:lnTo>
                    <a:lnTo>
                      <a:pt x="67" y="248"/>
                    </a:lnTo>
                    <a:lnTo>
                      <a:pt x="51" y="278"/>
                    </a:lnTo>
                    <a:lnTo>
                      <a:pt x="37" y="307"/>
                    </a:lnTo>
                    <a:lnTo>
                      <a:pt x="26" y="337"/>
                    </a:lnTo>
                    <a:lnTo>
                      <a:pt x="16" y="367"/>
                    </a:lnTo>
                    <a:lnTo>
                      <a:pt x="9" y="398"/>
                    </a:lnTo>
                    <a:lnTo>
                      <a:pt x="4" y="430"/>
                    </a:lnTo>
                    <a:lnTo>
                      <a:pt x="1" y="462"/>
                    </a:lnTo>
                    <a:lnTo>
                      <a:pt x="0" y="496"/>
                    </a:lnTo>
                    <a:lnTo>
                      <a:pt x="0" y="496"/>
                    </a:lnTo>
                    <a:lnTo>
                      <a:pt x="0" y="496"/>
                    </a:lnTo>
                    <a:lnTo>
                      <a:pt x="1" y="529"/>
                    </a:lnTo>
                    <a:lnTo>
                      <a:pt x="4" y="562"/>
                    </a:lnTo>
                    <a:lnTo>
                      <a:pt x="10" y="593"/>
                    </a:lnTo>
                    <a:lnTo>
                      <a:pt x="17" y="624"/>
                    </a:lnTo>
                    <a:lnTo>
                      <a:pt x="26" y="654"/>
                    </a:lnTo>
                    <a:lnTo>
                      <a:pt x="37" y="684"/>
                    </a:lnTo>
                    <a:lnTo>
                      <a:pt x="51" y="713"/>
                    </a:lnTo>
                    <a:lnTo>
                      <a:pt x="67" y="743"/>
                    </a:lnTo>
                    <a:lnTo>
                      <a:pt x="85" y="771"/>
                    </a:lnTo>
                    <a:lnTo>
                      <a:pt x="103" y="798"/>
                    </a:lnTo>
                    <a:lnTo>
                      <a:pt x="123" y="823"/>
                    </a:lnTo>
                    <a:lnTo>
                      <a:pt x="145" y="846"/>
                    </a:lnTo>
                    <a:lnTo>
                      <a:pt x="168" y="868"/>
                    </a:lnTo>
                    <a:lnTo>
                      <a:pt x="193" y="888"/>
                    </a:lnTo>
                    <a:lnTo>
                      <a:pt x="219" y="906"/>
                    </a:lnTo>
                    <a:lnTo>
                      <a:pt x="248" y="924"/>
                    </a:lnTo>
                    <a:lnTo>
                      <a:pt x="269" y="936"/>
                    </a:lnTo>
                    <a:lnTo>
                      <a:pt x="290" y="946"/>
                    </a:lnTo>
                    <a:lnTo>
                      <a:pt x="310" y="955"/>
                    </a:lnTo>
                    <a:lnTo>
                      <a:pt x="332" y="963"/>
                    </a:lnTo>
                    <a:lnTo>
                      <a:pt x="332" y="963"/>
                    </a:lnTo>
                    <a:lnTo>
                      <a:pt x="332" y="1135"/>
                    </a:lnTo>
                    <a:lnTo>
                      <a:pt x="332" y="1141"/>
                    </a:lnTo>
                    <a:lnTo>
                      <a:pt x="333" y="1147"/>
                    </a:lnTo>
                    <a:lnTo>
                      <a:pt x="335" y="1153"/>
                    </a:lnTo>
                    <a:lnTo>
                      <a:pt x="337" y="1158"/>
                    </a:lnTo>
                    <a:lnTo>
                      <a:pt x="339" y="1163"/>
                    </a:lnTo>
                    <a:lnTo>
                      <a:pt x="342" y="1168"/>
                    </a:lnTo>
                    <a:lnTo>
                      <a:pt x="345" y="1173"/>
                    </a:lnTo>
                    <a:lnTo>
                      <a:pt x="349" y="1177"/>
                    </a:lnTo>
                    <a:lnTo>
                      <a:pt x="353" y="1181"/>
                    </a:lnTo>
                    <a:lnTo>
                      <a:pt x="358" y="1184"/>
                    </a:lnTo>
                    <a:lnTo>
                      <a:pt x="363" y="1187"/>
                    </a:lnTo>
                    <a:lnTo>
                      <a:pt x="368" y="1189"/>
                    </a:lnTo>
                    <a:lnTo>
                      <a:pt x="373" y="1191"/>
                    </a:lnTo>
                    <a:lnTo>
                      <a:pt x="379" y="1193"/>
                    </a:lnTo>
                    <a:lnTo>
                      <a:pt x="385" y="1194"/>
                    </a:lnTo>
                    <a:lnTo>
                      <a:pt x="391" y="1194"/>
                    </a:lnTo>
                    <a:lnTo>
                      <a:pt x="602" y="1194"/>
                    </a:lnTo>
                    <a:lnTo>
                      <a:pt x="608" y="1194"/>
                    </a:lnTo>
                    <a:lnTo>
                      <a:pt x="614" y="1193"/>
                    </a:lnTo>
                    <a:lnTo>
                      <a:pt x="619" y="1191"/>
                    </a:lnTo>
                    <a:lnTo>
                      <a:pt x="625" y="1189"/>
                    </a:lnTo>
                    <a:lnTo>
                      <a:pt x="630" y="1187"/>
                    </a:lnTo>
                    <a:lnTo>
                      <a:pt x="634" y="1184"/>
                    </a:lnTo>
                    <a:lnTo>
                      <a:pt x="639" y="1181"/>
                    </a:lnTo>
                    <a:lnTo>
                      <a:pt x="643" y="1177"/>
                    </a:lnTo>
                    <a:lnTo>
                      <a:pt x="647" y="1173"/>
                    </a:lnTo>
                    <a:lnTo>
                      <a:pt x="650" y="1168"/>
                    </a:lnTo>
                    <a:lnTo>
                      <a:pt x="653" y="1163"/>
                    </a:lnTo>
                    <a:lnTo>
                      <a:pt x="655" y="1158"/>
                    </a:lnTo>
                    <a:lnTo>
                      <a:pt x="657" y="1153"/>
                    </a:lnTo>
                    <a:lnTo>
                      <a:pt x="659" y="1147"/>
                    </a:lnTo>
                    <a:lnTo>
                      <a:pt x="660" y="1141"/>
                    </a:lnTo>
                    <a:lnTo>
                      <a:pt x="660" y="1135"/>
                    </a:lnTo>
                    <a:lnTo>
                      <a:pt x="660" y="963"/>
                    </a:lnTo>
                    <a:lnTo>
                      <a:pt x="660" y="963"/>
                    </a:lnTo>
                    <a:lnTo>
                      <a:pt x="660" y="963"/>
                    </a:lnTo>
                    <a:lnTo>
                      <a:pt x="682" y="955"/>
                    </a:lnTo>
                    <a:lnTo>
                      <a:pt x="703" y="945"/>
                    </a:lnTo>
                    <a:lnTo>
                      <a:pt x="723" y="935"/>
                    </a:lnTo>
                    <a:lnTo>
                      <a:pt x="744" y="924"/>
                    </a:lnTo>
                    <a:lnTo>
                      <a:pt x="772" y="906"/>
                    </a:lnTo>
                    <a:lnTo>
                      <a:pt x="799" y="888"/>
                    </a:lnTo>
                    <a:lnTo>
                      <a:pt x="824" y="867"/>
                    </a:lnTo>
                    <a:lnTo>
                      <a:pt x="847" y="846"/>
                    </a:lnTo>
                    <a:lnTo>
                      <a:pt x="869" y="823"/>
                    </a:lnTo>
                    <a:lnTo>
                      <a:pt x="889" y="798"/>
                    </a:lnTo>
                    <a:lnTo>
                      <a:pt x="907" y="771"/>
                    </a:lnTo>
                    <a:lnTo>
                      <a:pt x="925" y="743"/>
                    </a:lnTo>
                    <a:lnTo>
                      <a:pt x="941" y="713"/>
                    </a:lnTo>
                    <a:lnTo>
                      <a:pt x="955" y="684"/>
                    </a:lnTo>
                    <a:lnTo>
                      <a:pt x="966" y="654"/>
                    </a:lnTo>
                    <a:lnTo>
                      <a:pt x="976" y="624"/>
                    </a:lnTo>
                    <a:lnTo>
                      <a:pt x="983" y="593"/>
                    </a:lnTo>
                    <a:lnTo>
                      <a:pt x="988" y="562"/>
                    </a:lnTo>
                    <a:lnTo>
                      <a:pt x="991" y="529"/>
                    </a:lnTo>
                    <a:lnTo>
                      <a:pt x="992" y="496"/>
                    </a:lnTo>
                    <a:lnTo>
                      <a:pt x="992" y="496"/>
                    </a:lnTo>
                    <a:lnTo>
                      <a:pt x="992" y="496"/>
                    </a:lnTo>
                    <a:lnTo>
                      <a:pt x="991" y="462"/>
                    </a:lnTo>
                    <a:lnTo>
                      <a:pt x="988" y="430"/>
                    </a:lnTo>
                    <a:lnTo>
                      <a:pt x="983" y="398"/>
                    </a:lnTo>
                    <a:lnTo>
                      <a:pt x="976" y="367"/>
                    </a:lnTo>
                    <a:lnTo>
                      <a:pt x="966" y="337"/>
                    </a:lnTo>
                    <a:lnTo>
                      <a:pt x="955" y="307"/>
                    </a:lnTo>
                    <a:lnTo>
                      <a:pt x="941" y="278"/>
                    </a:lnTo>
                    <a:lnTo>
                      <a:pt x="925" y="248"/>
                    </a:lnTo>
                    <a:lnTo>
                      <a:pt x="907" y="219"/>
                    </a:lnTo>
                    <a:lnTo>
                      <a:pt x="889" y="193"/>
                    </a:lnTo>
                    <a:lnTo>
                      <a:pt x="869" y="168"/>
                    </a:lnTo>
                    <a:lnTo>
                      <a:pt x="847" y="144"/>
                    </a:lnTo>
                    <a:lnTo>
                      <a:pt x="824" y="123"/>
                    </a:lnTo>
                    <a:lnTo>
                      <a:pt x="799" y="103"/>
                    </a:lnTo>
                    <a:lnTo>
                      <a:pt x="773" y="84"/>
                    </a:lnTo>
                    <a:lnTo>
                      <a:pt x="744" y="66"/>
                    </a:lnTo>
                    <a:lnTo>
                      <a:pt x="714" y="50"/>
                    </a:lnTo>
                    <a:lnTo>
                      <a:pt x="685" y="36"/>
                    </a:lnTo>
                    <a:lnTo>
                      <a:pt x="655" y="25"/>
                    </a:lnTo>
                    <a:lnTo>
                      <a:pt x="624" y="16"/>
                    </a:lnTo>
                    <a:lnTo>
                      <a:pt x="594" y="9"/>
                    </a:lnTo>
                    <a:lnTo>
                      <a:pt x="562" y="4"/>
                    </a:lnTo>
                    <a:lnTo>
                      <a:pt x="530" y="1"/>
                    </a:lnTo>
                    <a:lnTo>
                      <a:pt x="496" y="0"/>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12" name=""/>
              <p:cNvSpPr/>
              <p:nvPr/>
            </p:nvSpPr>
            <p:spPr>
              <a:xfrm>
                <a:off x="307080" y="646920"/>
                <a:ext cx="164160" cy="38160"/>
              </a:xfrm>
              <a:custGeom>
                <a:avLst/>
                <a:gdLst>
                  <a:gd name="textAreaLeft" fmla="*/ 0 w 164160"/>
                  <a:gd name="textAreaRight" fmla="*/ 167760 w 164160"/>
                  <a:gd name="textAreaTop" fmla="*/ 0 h 38160"/>
                  <a:gd name="textAreaBottom" fmla="*/ 41760 h 38160"/>
                </a:gdLst>
                <a:ahLst/>
                <a:cxnLst/>
                <a:rect l="textAreaLeft" t="textAreaTop" r="textAreaRight" b="textAreaBottom"/>
                <a:pathLst>
                  <a:path w="466" h="116">
                    <a:moveTo>
                      <a:pt x="233" y="116"/>
                    </a:moveTo>
                    <a:lnTo>
                      <a:pt x="408" y="116"/>
                    </a:lnTo>
                    <a:lnTo>
                      <a:pt x="414" y="116"/>
                    </a:lnTo>
                    <a:lnTo>
                      <a:pt x="420" y="115"/>
                    </a:lnTo>
                    <a:lnTo>
                      <a:pt x="425" y="113"/>
                    </a:lnTo>
                    <a:lnTo>
                      <a:pt x="431" y="111"/>
                    </a:lnTo>
                    <a:lnTo>
                      <a:pt x="436" y="109"/>
                    </a:lnTo>
                    <a:lnTo>
                      <a:pt x="440" y="106"/>
                    </a:lnTo>
                    <a:lnTo>
                      <a:pt x="445" y="103"/>
                    </a:lnTo>
                    <a:lnTo>
                      <a:pt x="449" y="99"/>
                    </a:lnTo>
                    <a:lnTo>
                      <a:pt x="453" y="95"/>
                    </a:lnTo>
                    <a:lnTo>
                      <a:pt x="456" y="90"/>
                    </a:lnTo>
                    <a:lnTo>
                      <a:pt x="459" y="86"/>
                    </a:lnTo>
                    <a:lnTo>
                      <a:pt x="461" y="81"/>
                    </a:lnTo>
                    <a:lnTo>
                      <a:pt x="463" y="75"/>
                    </a:lnTo>
                    <a:lnTo>
                      <a:pt x="465" y="70"/>
                    </a:lnTo>
                    <a:lnTo>
                      <a:pt x="466" y="64"/>
                    </a:lnTo>
                    <a:lnTo>
                      <a:pt x="466" y="58"/>
                    </a:lnTo>
                    <a:lnTo>
                      <a:pt x="466" y="52"/>
                    </a:lnTo>
                    <a:lnTo>
                      <a:pt x="465" y="46"/>
                    </a:lnTo>
                    <a:lnTo>
                      <a:pt x="463" y="41"/>
                    </a:lnTo>
                    <a:lnTo>
                      <a:pt x="461" y="35"/>
                    </a:lnTo>
                    <a:lnTo>
                      <a:pt x="459" y="30"/>
                    </a:lnTo>
                    <a:lnTo>
                      <a:pt x="456" y="26"/>
                    </a:lnTo>
                    <a:lnTo>
                      <a:pt x="453" y="21"/>
                    </a:lnTo>
                    <a:lnTo>
                      <a:pt x="449" y="17"/>
                    </a:lnTo>
                    <a:lnTo>
                      <a:pt x="445" y="13"/>
                    </a:lnTo>
                    <a:lnTo>
                      <a:pt x="440" y="10"/>
                    </a:lnTo>
                    <a:lnTo>
                      <a:pt x="436" y="7"/>
                    </a:lnTo>
                    <a:lnTo>
                      <a:pt x="431" y="5"/>
                    </a:lnTo>
                    <a:lnTo>
                      <a:pt x="425" y="3"/>
                    </a:lnTo>
                    <a:lnTo>
                      <a:pt x="420" y="1"/>
                    </a:lnTo>
                    <a:lnTo>
                      <a:pt x="414" y="0"/>
                    </a:lnTo>
                    <a:lnTo>
                      <a:pt x="40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0"/>
                    </a:lnTo>
                    <a:lnTo>
                      <a:pt x="5" y="35"/>
                    </a:lnTo>
                    <a:lnTo>
                      <a:pt x="3" y="41"/>
                    </a:lnTo>
                    <a:lnTo>
                      <a:pt x="1" y="46"/>
                    </a:lnTo>
                    <a:lnTo>
                      <a:pt x="0" y="52"/>
                    </a:lnTo>
                    <a:lnTo>
                      <a:pt x="0" y="58"/>
                    </a:lnTo>
                    <a:lnTo>
                      <a:pt x="0" y="64"/>
                    </a:lnTo>
                    <a:lnTo>
                      <a:pt x="1" y="70"/>
                    </a:lnTo>
                    <a:lnTo>
                      <a:pt x="3" y="75"/>
                    </a:lnTo>
                    <a:lnTo>
                      <a:pt x="5" y="81"/>
                    </a:lnTo>
                    <a:lnTo>
                      <a:pt x="7" y="86"/>
                    </a:lnTo>
                    <a:lnTo>
                      <a:pt x="10" y="90"/>
                    </a:lnTo>
                    <a:lnTo>
                      <a:pt x="13" y="95"/>
                    </a:lnTo>
                    <a:lnTo>
                      <a:pt x="17" y="99"/>
                    </a:lnTo>
                    <a:lnTo>
                      <a:pt x="21" y="103"/>
                    </a:lnTo>
                    <a:lnTo>
                      <a:pt x="26" y="106"/>
                    </a:lnTo>
                    <a:lnTo>
                      <a:pt x="31" y="109"/>
                    </a:lnTo>
                    <a:lnTo>
                      <a:pt x="36" y="111"/>
                    </a:lnTo>
                    <a:lnTo>
                      <a:pt x="41" y="113"/>
                    </a:lnTo>
                    <a:lnTo>
                      <a:pt x="47" y="115"/>
                    </a:lnTo>
                    <a:lnTo>
                      <a:pt x="53" y="116"/>
                    </a:lnTo>
                    <a:lnTo>
                      <a:pt x="59" y="116"/>
                    </a:lnTo>
                    <a:lnTo>
                      <a:pt x="233" y="116"/>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13" name=""/>
              <p:cNvSpPr/>
              <p:nvPr/>
            </p:nvSpPr>
            <p:spPr>
              <a:xfrm>
                <a:off x="323280" y="687960"/>
                <a:ext cx="131760" cy="38520"/>
              </a:xfrm>
              <a:custGeom>
                <a:avLst/>
                <a:gdLst>
                  <a:gd name="textAreaLeft" fmla="*/ 0 w 131760"/>
                  <a:gd name="textAreaRight" fmla="*/ 135360 w 131760"/>
                  <a:gd name="textAreaTop" fmla="*/ 0 h 38520"/>
                  <a:gd name="textAreaBottom" fmla="*/ 42120 h 38520"/>
                </a:gdLst>
                <a:ahLst/>
                <a:cxnLst/>
                <a:rect l="textAreaLeft" t="textAreaTop" r="textAreaRight" b="textAreaBottom"/>
                <a:pathLst>
                  <a:path w="376" h="117">
                    <a:moveTo>
                      <a:pt x="188" y="117"/>
                    </a:moveTo>
                    <a:lnTo>
                      <a:pt x="318" y="117"/>
                    </a:lnTo>
                    <a:lnTo>
                      <a:pt x="324" y="117"/>
                    </a:lnTo>
                    <a:lnTo>
                      <a:pt x="330" y="116"/>
                    </a:lnTo>
                    <a:lnTo>
                      <a:pt x="335" y="114"/>
                    </a:lnTo>
                    <a:lnTo>
                      <a:pt x="341" y="112"/>
                    </a:lnTo>
                    <a:lnTo>
                      <a:pt x="346" y="110"/>
                    </a:lnTo>
                    <a:lnTo>
                      <a:pt x="350" y="107"/>
                    </a:lnTo>
                    <a:lnTo>
                      <a:pt x="355" y="104"/>
                    </a:lnTo>
                    <a:lnTo>
                      <a:pt x="359" y="100"/>
                    </a:lnTo>
                    <a:lnTo>
                      <a:pt x="363" y="96"/>
                    </a:lnTo>
                    <a:lnTo>
                      <a:pt x="366" y="91"/>
                    </a:lnTo>
                    <a:lnTo>
                      <a:pt x="369" y="87"/>
                    </a:lnTo>
                    <a:lnTo>
                      <a:pt x="371" y="82"/>
                    </a:lnTo>
                    <a:lnTo>
                      <a:pt x="373" y="76"/>
                    </a:lnTo>
                    <a:lnTo>
                      <a:pt x="375" y="71"/>
                    </a:lnTo>
                    <a:lnTo>
                      <a:pt x="376" y="65"/>
                    </a:lnTo>
                    <a:lnTo>
                      <a:pt x="376" y="59"/>
                    </a:lnTo>
                    <a:lnTo>
                      <a:pt x="376" y="59"/>
                    </a:lnTo>
                    <a:lnTo>
                      <a:pt x="376" y="53"/>
                    </a:lnTo>
                    <a:lnTo>
                      <a:pt x="375" y="47"/>
                    </a:lnTo>
                    <a:lnTo>
                      <a:pt x="373" y="41"/>
                    </a:lnTo>
                    <a:lnTo>
                      <a:pt x="371" y="36"/>
                    </a:lnTo>
                    <a:lnTo>
                      <a:pt x="369" y="31"/>
                    </a:lnTo>
                    <a:lnTo>
                      <a:pt x="366" y="26"/>
                    </a:lnTo>
                    <a:lnTo>
                      <a:pt x="363" y="21"/>
                    </a:lnTo>
                    <a:lnTo>
                      <a:pt x="359" y="17"/>
                    </a:lnTo>
                    <a:lnTo>
                      <a:pt x="355" y="13"/>
                    </a:lnTo>
                    <a:lnTo>
                      <a:pt x="350" y="10"/>
                    </a:lnTo>
                    <a:lnTo>
                      <a:pt x="346" y="7"/>
                    </a:lnTo>
                    <a:lnTo>
                      <a:pt x="341" y="5"/>
                    </a:lnTo>
                    <a:lnTo>
                      <a:pt x="335" y="3"/>
                    </a:lnTo>
                    <a:lnTo>
                      <a:pt x="330" y="1"/>
                    </a:lnTo>
                    <a:lnTo>
                      <a:pt x="324" y="0"/>
                    </a:lnTo>
                    <a:lnTo>
                      <a:pt x="318" y="0"/>
                    </a:lnTo>
                    <a:lnTo>
                      <a:pt x="59" y="0"/>
                    </a:lnTo>
                    <a:lnTo>
                      <a:pt x="53" y="0"/>
                    </a:lnTo>
                    <a:lnTo>
                      <a:pt x="47" y="1"/>
                    </a:lnTo>
                    <a:lnTo>
                      <a:pt x="41" y="3"/>
                    </a:lnTo>
                    <a:lnTo>
                      <a:pt x="36" y="5"/>
                    </a:lnTo>
                    <a:lnTo>
                      <a:pt x="31" y="7"/>
                    </a:lnTo>
                    <a:lnTo>
                      <a:pt x="26" y="10"/>
                    </a:lnTo>
                    <a:lnTo>
                      <a:pt x="21" y="13"/>
                    </a:lnTo>
                    <a:lnTo>
                      <a:pt x="17" y="17"/>
                    </a:lnTo>
                    <a:lnTo>
                      <a:pt x="13" y="21"/>
                    </a:lnTo>
                    <a:lnTo>
                      <a:pt x="10" y="26"/>
                    </a:lnTo>
                    <a:lnTo>
                      <a:pt x="7" y="31"/>
                    </a:lnTo>
                    <a:lnTo>
                      <a:pt x="5" y="36"/>
                    </a:lnTo>
                    <a:lnTo>
                      <a:pt x="3" y="41"/>
                    </a:lnTo>
                    <a:lnTo>
                      <a:pt x="1" y="47"/>
                    </a:lnTo>
                    <a:lnTo>
                      <a:pt x="0" y="53"/>
                    </a:lnTo>
                    <a:lnTo>
                      <a:pt x="0" y="59"/>
                    </a:lnTo>
                    <a:lnTo>
                      <a:pt x="0" y="59"/>
                    </a:lnTo>
                    <a:lnTo>
                      <a:pt x="0" y="65"/>
                    </a:lnTo>
                    <a:lnTo>
                      <a:pt x="1" y="71"/>
                    </a:lnTo>
                    <a:lnTo>
                      <a:pt x="3" y="76"/>
                    </a:lnTo>
                    <a:lnTo>
                      <a:pt x="5" y="82"/>
                    </a:lnTo>
                    <a:lnTo>
                      <a:pt x="7" y="87"/>
                    </a:lnTo>
                    <a:lnTo>
                      <a:pt x="10" y="91"/>
                    </a:lnTo>
                    <a:lnTo>
                      <a:pt x="13" y="96"/>
                    </a:lnTo>
                    <a:lnTo>
                      <a:pt x="17" y="100"/>
                    </a:lnTo>
                    <a:lnTo>
                      <a:pt x="21" y="104"/>
                    </a:lnTo>
                    <a:lnTo>
                      <a:pt x="26" y="107"/>
                    </a:lnTo>
                    <a:lnTo>
                      <a:pt x="31" y="110"/>
                    </a:lnTo>
                    <a:lnTo>
                      <a:pt x="36" y="112"/>
                    </a:lnTo>
                    <a:lnTo>
                      <a:pt x="41" y="114"/>
                    </a:lnTo>
                    <a:lnTo>
                      <a:pt x="47" y="116"/>
                    </a:lnTo>
                    <a:lnTo>
                      <a:pt x="53" y="117"/>
                    </a:lnTo>
                    <a:lnTo>
                      <a:pt x="59" y="117"/>
                    </a:lnTo>
                    <a:lnTo>
                      <a:pt x="188" y="117"/>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14" name=""/>
              <p:cNvSpPr/>
              <p:nvPr/>
            </p:nvSpPr>
            <p:spPr>
              <a:xfrm>
                <a:off x="309960" y="335520"/>
                <a:ext cx="160200" cy="307800"/>
              </a:xfrm>
              <a:custGeom>
                <a:avLst/>
                <a:gdLst>
                  <a:gd name="textAreaLeft" fmla="*/ 0 w 160200"/>
                  <a:gd name="textAreaRight" fmla="*/ 163800 w 160200"/>
                  <a:gd name="textAreaTop" fmla="*/ 0 h 307800"/>
                  <a:gd name="textAreaBottom" fmla="*/ 311400 h 307800"/>
                </a:gdLst>
                <a:ahLst/>
                <a:cxnLst/>
                <a:rect l="textAreaLeft" t="textAreaTop" r="textAreaRight" b="textAreaBottom"/>
                <a:pathLst>
                  <a:path w="455" h="865">
                    <a:moveTo>
                      <a:pt x="165" y="865"/>
                    </a:moveTo>
                    <a:lnTo>
                      <a:pt x="173" y="457"/>
                    </a:lnTo>
                    <a:lnTo>
                      <a:pt x="174" y="443"/>
                    </a:lnTo>
                    <a:lnTo>
                      <a:pt x="178" y="431"/>
                    </a:lnTo>
                    <a:lnTo>
                      <a:pt x="182" y="419"/>
                    </a:lnTo>
                    <a:lnTo>
                      <a:pt x="188" y="408"/>
                    </a:lnTo>
                    <a:lnTo>
                      <a:pt x="195" y="397"/>
                    </a:lnTo>
                    <a:lnTo>
                      <a:pt x="204" y="387"/>
                    </a:lnTo>
                    <a:lnTo>
                      <a:pt x="223" y="368"/>
                    </a:lnTo>
                    <a:lnTo>
                      <a:pt x="246" y="351"/>
                    </a:lnTo>
                    <a:lnTo>
                      <a:pt x="271" y="334"/>
                    </a:lnTo>
                    <a:lnTo>
                      <a:pt x="324" y="302"/>
                    </a:lnTo>
                    <a:lnTo>
                      <a:pt x="376" y="270"/>
                    </a:lnTo>
                    <a:lnTo>
                      <a:pt x="400" y="252"/>
                    </a:lnTo>
                    <a:lnTo>
                      <a:pt x="420" y="232"/>
                    </a:lnTo>
                    <a:lnTo>
                      <a:pt x="429" y="222"/>
                    </a:lnTo>
                    <a:lnTo>
                      <a:pt x="436" y="211"/>
                    </a:lnTo>
                    <a:lnTo>
                      <a:pt x="443" y="200"/>
                    </a:lnTo>
                    <a:lnTo>
                      <a:pt x="448" y="188"/>
                    </a:lnTo>
                    <a:lnTo>
                      <a:pt x="452" y="175"/>
                    </a:lnTo>
                    <a:lnTo>
                      <a:pt x="454" y="161"/>
                    </a:lnTo>
                    <a:lnTo>
                      <a:pt x="455" y="147"/>
                    </a:lnTo>
                    <a:lnTo>
                      <a:pt x="454" y="132"/>
                    </a:lnTo>
                    <a:lnTo>
                      <a:pt x="451" y="119"/>
                    </a:lnTo>
                    <a:lnTo>
                      <a:pt x="448" y="109"/>
                    </a:lnTo>
                    <a:lnTo>
                      <a:pt x="443" y="99"/>
                    </a:lnTo>
                    <a:lnTo>
                      <a:pt x="436" y="91"/>
                    </a:lnTo>
                    <a:lnTo>
                      <a:pt x="429" y="85"/>
                    </a:lnTo>
                    <a:lnTo>
                      <a:pt x="421" y="79"/>
                    </a:lnTo>
                    <a:lnTo>
                      <a:pt x="411" y="75"/>
                    </a:lnTo>
                    <a:lnTo>
                      <a:pt x="401" y="72"/>
                    </a:lnTo>
                    <a:lnTo>
                      <a:pt x="391" y="70"/>
                    </a:lnTo>
                    <a:lnTo>
                      <a:pt x="380" y="69"/>
                    </a:lnTo>
                    <a:lnTo>
                      <a:pt x="356" y="70"/>
                    </a:lnTo>
                    <a:lnTo>
                      <a:pt x="332" y="74"/>
                    </a:lnTo>
                    <a:lnTo>
                      <a:pt x="308" y="81"/>
                    </a:lnTo>
                    <a:lnTo>
                      <a:pt x="285" y="91"/>
                    </a:lnTo>
                    <a:lnTo>
                      <a:pt x="263" y="103"/>
                    </a:lnTo>
                    <a:lnTo>
                      <a:pt x="245" y="116"/>
                    </a:lnTo>
                    <a:lnTo>
                      <a:pt x="236" y="123"/>
                    </a:lnTo>
                    <a:lnTo>
                      <a:pt x="229" y="130"/>
                    </a:lnTo>
                    <a:lnTo>
                      <a:pt x="224" y="138"/>
                    </a:lnTo>
                    <a:lnTo>
                      <a:pt x="219" y="145"/>
                    </a:lnTo>
                    <a:lnTo>
                      <a:pt x="215" y="153"/>
                    </a:lnTo>
                    <a:lnTo>
                      <a:pt x="214" y="160"/>
                    </a:lnTo>
                    <a:lnTo>
                      <a:pt x="213" y="168"/>
                    </a:lnTo>
                    <a:lnTo>
                      <a:pt x="215" y="175"/>
                    </a:lnTo>
                    <a:lnTo>
                      <a:pt x="218" y="183"/>
                    </a:lnTo>
                    <a:lnTo>
                      <a:pt x="223" y="190"/>
                    </a:lnTo>
                    <a:lnTo>
                      <a:pt x="227" y="194"/>
                    </a:lnTo>
                    <a:lnTo>
                      <a:pt x="232" y="198"/>
                    </a:lnTo>
                    <a:lnTo>
                      <a:pt x="236" y="200"/>
                    </a:lnTo>
                    <a:lnTo>
                      <a:pt x="241" y="202"/>
                    </a:lnTo>
                    <a:lnTo>
                      <a:pt x="245" y="203"/>
                    </a:lnTo>
                    <a:lnTo>
                      <a:pt x="249" y="202"/>
                    </a:lnTo>
                    <a:lnTo>
                      <a:pt x="254" y="201"/>
                    </a:lnTo>
                    <a:lnTo>
                      <a:pt x="257" y="199"/>
                    </a:lnTo>
                    <a:lnTo>
                      <a:pt x="261" y="197"/>
                    </a:lnTo>
                    <a:lnTo>
                      <a:pt x="265" y="194"/>
                    </a:lnTo>
                    <a:lnTo>
                      <a:pt x="268" y="190"/>
                    </a:lnTo>
                    <a:lnTo>
                      <a:pt x="271" y="185"/>
                    </a:lnTo>
                    <a:lnTo>
                      <a:pt x="277" y="175"/>
                    </a:lnTo>
                    <a:lnTo>
                      <a:pt x="281" y="162"/>
                    </a:lnTo>
                    <a:lnTo>
                      <a:pt x="284" y="149"/>
                    </a:lnTo>
                    <a:lnTo>
                      <a:pt x="285" y="134"/>
                    </a:lnTo>
                    <a:lnTo>
                      <a:pt x="285" y="119"/>
                    </a:lnTo>
                    <a:lnTo>
                      <a:pt x="282" y="104"/>
                    </a:lnTo>
                    <a:lnTo>
                      <a:pt x="278" y="89"/>
                    </a:lnTo>
                    <a:lnTo>
                      <a:pt x="271" y="75"/>
                    </a:lnTo>
                    <a:lnTo>
                      <a:pt x="267" y="69"/>
                    </a:lnTo>
                    <a:lnTo>
                      <a:pt x="262" y="62"/>
                    </a:lnTo>
                    <a:lnTo>
                      <a:pt x="257" y="56"/>
                    </a:lnTo>
                    <a:lnTo>
                      <a:pt x="251" y="51"/>
                    </a:lnTo>
                    <a:lnTo>
                      <a:pt x="242" y="44"/>
                    </a:lnTo>
                    <a:lnTo>
                      <a:pt x="232" y="38"/>
                    </a:lnTo>
                    <a:lnTo>
                      <a:pt x="219" y="30"/>
                    </a:lnTo>
                    <a:lnTo>
                      <a:pt x="204" y="23"/>
                    </a:lnTo>
                    <a:lnTo>
                      <a:pt x="187" y="16"/>
                    </a:lnTo>
                    <a:lnTo>
                      <a:pt x="170" y="10"/>
                    </a:lnTo>
                    <a:lnTo>
                      <a:pt x="151" y="5"/>
                    </a:lnTo>
                    <a:lnTo>
                      <a:pt x="133" y="2"/>
                    </a:lnTo>
                    <a:lnTo>
                      <a:pt x="114" y="0"/>
                    </a:lnTo>
                    <a:lnTo>
                      <a:pt x="95" y="1"/>
                    </a:lnTo>
                    <a:lnTo>
                      <a:pt x="76" y="4"/>
                    </a:lnTo>
                    <a:lnTo>
                      <a:pt x="68" y="6"/>
                    </a:lnTo>
                    <a:lnTo>
                      <a:pt x="59" y="10"/>
                    </a:lnTo>
                    <a:lnTo>
                      <a:pt x="51" y="14"/>
                    </a:lnTo>
                    <a:lnTo>
                      <a:pt x="43" y="19"/>
                    </a:lnTo>
                    <a:lnTo>
                      <a:pt x="35" y="25"/>
                    </a:lnTo>
                    <a:lnTo>
                      <a:pt x="28" y="32"/>
                    </a:lnTo>
                    <a:lnTo>
                      <a:pt x="21" y="40"/>
                    </a:lnTo>
                    <a:lnTo>
                      <a:pt x="15" y="49"/>
                    </a:lnTo>
                    <a:lnTo>
                      <a:pt x="10" y="59"/>
                    </a:lnTo>
                    <a:lnTo>
                      <a:pt x="5" y="71"/>
                    </a:lnTo>
                    <a:lnTo>
                      <a:pt x="1" y="82"/>
                    </a:lnTo>
                    <a:lnTo>
                      <a:pt x="0" y="94"/>
                    </a:lnTo>
                    <a:lnTo>
                      <a:pt x="1" y="105"/>
                    </a:lnTo>
                    <a:lnTo>
                      <a:pt x="3" y="117"/>
                    </a:lnTo>
                    <a:lnTo>
                      <a:pt x="7" y="129"/>
                    </a:lnTo>
                    <a:lnTo>
                      <a:pt x="12" y="141"/>
                    </a:lnTo>
                    <a:lnTo>
                      <a:pt x="27" y="165"/>
                    </a:lnTo>
                    <a:lnTo>
                      <a:pt x="46" y="189"/>
                    </a:lnTo>
                    <a:lnTo>
                      <a:pt x="69" y="213"/>
                    </a:lnTo>
                    <a:lnTo>
                      <a:pt x="122" y="261"/>
                    </a:lnTo>
                    <a:lnTo>
                      <a:pt x="177" y="309"/>
                    </a:lnTo>
                    <a:lnTo>
                      <a:pt x="228" y="355"/>
                    </a:lnTo>
                    <a:lnTo>
                      <a:pt x="248" y="378"/>
                    </a:lnTo>
                    <a:lnTo>
                      <a:pt x="265" y="400"/>
                    </a:lnTo>
                    <a:lnTo>
                      <a:pt x="271" y="411"/>
                    </a:lnTo>
                    <a:lnTo>
                      <a:pt x="276" y="422"/>
                    </a:lnTo>
                    <a:lnTo>
                      <a:pt x="279" y="432"/>
                    </a:lnTo>
                    <a:lnTo>
                      <a:pt x="281" y="443"/>
                    </a:lnTo>
                    <a:lnTo>
                      <a:pt x="282" y="482"/>
                    </a:lnTo>
                    <a:lnTo>
                      <a:pt x="282" y="541"/>
                    </a:lnTo>
                    <a:lnTo>
                      <a:pt x="279" y="682"/>
                    </a:lnTo>
                    <a:lnTo>
                      <a:pt x="274" y="865"/>
                    </a:lnTo>
                    <a:lnTo>
                      <a:pt x="165" y="865"/>
                    </a:lnTo>
                    <a:close/>
                  </a:path>
                </a:pathLst>
              </a:custGeom>
              <a:noFill/>
              <a:ln cap="rnd" w="288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15" name=""/>
              <p:cNvSpPr/>
              <p:nvPr/>
            </p:nvSpPr>
            <p:spPr>
              <a:xfrm>
                <a:off x="390960" y="59040"/>
                <a:ext cx="360" cy="615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16" name=""/>
              <p:cNvSpPr/>
              <p:nvPr/>
            </p:nvSpPr>
            <p:spPr>
              <a:xfrm flipH="1">
                <a:off x="60228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17" name=""/>
              <p:cNvSpPr/>
              <p:nvPr/>
            </p:nvSpPr>
            <p:spPr>
              <a:xfrm flipH="1">
                <a:off x="651240" y="384840"/>
                <a:ext cx="6156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18" name=""/>
              <p:cNvSpPr/>
              <p:nvPr/>
            </p:nvSpPr>
            <p:spPr>
              <a:xfrm>
                <a:off x="136440" y="147960"/>
                <a:ext cx="43200" cy="4320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19" name=""/>
              <p:cNvSpPr/>
              <p:nvPr/>
            </p:nvSpPr>
            <p:spPr>
              <a:xfrm>
                <a:off x="69480" y="384840"/>
                <a:ext cx="61200" cy="360"/>
              </a:xfrm>
              <a:prstGeom prst="line">
                <a:avLst/>
              </a:prstGeom>
              <a:ln cap="rnd" w="288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grpSp>
      </p:grpSp>
      <p:sp>
        <p:nvSpPr>
          <p:cNvPr id="420" name="PlaceHolder 1"/>
          <p:cNvSpPr>
            <a:spLocks noGrp="1"/>
          </p:cNvSpPr>
          <p:nvPr>
            <p:ph type="title"/>
          </p:nvPr>
        </p:nvSpPr>
        <p:spPr>
          <a:xfrm>
            <a:off x="4320000" y="2019240"/>
            <a:ext cx="5036400" cy="274680"/>
          </a:xfrm>
          <a:prstGeom prst="rect">
            <a:avLst/>
          </a:prstGeom>
          <a:noFill/>
          <a:ln w="0">
            <a:noFill/>
          </a:ln>
        </p:spPr>
        <p:txBody>
          <a:bodyPr lIns="0" rIns="0" tIns="0" bIns="0" anchor="ctr">
            <a:sp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21"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22" name="PlaceHolder 3"/>
          <p:cNvSpPr>
            <a:spLocks noGrp="1"/>
          </p:cNvSpPr>
          <p:nvPr>
            <p:ph type="ftr" idx="31"/>
          </p:nvPr>
        </p:nvSpPr>
        <p:spPr>
          <a:xfrm>
            <a:off x="3420000" y="532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423" name="PlaceHolder 4"/>
          <p:cNvSpPr>
            <a:spLocks noGrp="1"/>
          </p:cNvSpPr>
          <p:nvPr>
            <p:ph type="sldNum" idx="32"/>
          </p:nvPr>
        </p:nvSpPr>
        <p:spPr>
          <a:xfrm>
            <a:off x="7228800" y="532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0D433A7D-65B6-47CC-A596-9677C89CEF77}"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424" name="PlaceHolder 5"/>
          <p:cNvSpPr>
            <a:spLocks noGrp="1"/>
          </p:cNvSpPr>
          <p:nvPr>
            <p:ph type="dt" idx="33"/>
          </p:nvPr>
        </p:nvSpPr>
        <p:spPr>
          <a:xfrm>
            <a:off x="504000" y="5328000"/>
            <a:ext cx="2343600" cy="239040"/>
          </a:xfrm>
          <a:prstGeom prst="rect">
            <a:avLst/>
          </a:prstGeom>
          <a:noFill/>
          <a:ln w="0">
            <a:noFill/>
          </a:ln>
        </p:spPr>
        <p:txBody>
          <a:bodyPr lIns="0" rIns="0" tIns="0" bIns="0" anchor="t">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6"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
          <p:cNvSpPr/>
          <p:nvPr/>
        </p:nvSpPr>
        <p:spPr>
          <a:xfrm>
            <a:off x="504000" y="216000"/>
            <a:ext cx="9068760" cy="5234760"/>
          </a:xfrm>
          <a:custGeom>
            <a:avLst/>
            <a:gdLst>
              <a:gd name="textAreaLeft" fmla="*/ 0 w 9068760"/>
              <a:gd name="textAreaRight" fmla="*/ 9072360 w 9068760"/>
              <a:gd name="textAreaTop" fmla="*/ 0 h 5234760"/>
              <a:gd name="textAreaBottom" fmla="*/ 5238360 h 5234760"/>
            </a:gdLst>
            <a:ahLst/>
            <a:cxnLst/>
            <a:rect l="textAreaLeft" t="textAreaTop" r="textAreaRight" b="textAreaBottom"/>
            <a:pathLst>
              <a:path w="25201" h="14551">
                <a:moveTo>
                  <a:pt x="0" y="0"/>
                </a:moveTo>
                <a:lnTo>
                  <a:pt x="25201" y="0"/>
                </a:lnTo>
                <a:lnTo>
                  <a:pt x="25201" y="14551"/>
                </a:lnTo>
                <a:lnTo>
                  <a:pt x="0" y="14551"/>
                </a:lnTo>
                <a:lnTo>
                  <a:pt x="0" y="0"/>
                </a:lnTo>
                <a:close/>
              </a:path>
            </a:pathLst>
          </a:custGeom>
          <a:solidFill>
            <a:srgbClr val="f2c02c"/>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nvGrpSpPr>
          <p:cNvPr id="428" name=""/>
          <p:cNvGrpSpPr/>
          <p:nvPr/>
        </p:nvGrpSpPr>
        <p:grpSpPr>
          <a:xfrm>
            <a:off x="1088640" y="1080360"/>
            <a:ext cx="2774880" cy="2674440"/>
            <a:chOff x="1088640" y="1080360"/>
            <a:chExt cx="2774880" cy="2674440"/>
          </a:xfrm>
        </p:grpSpPr>
        <p:grpSp>
          <p:nvGrpSpPr>
            <p:cNvPr id="429" name=""/>
            <p:cNvGrpSpPr/>
            <p:nvPr/>
          </p:nvGrpSpPr>
          <p:grpSpPr>
            <a:xfrm>
              <a:off x="1322280" y="1108800"/>
              <a:ext cx="2541240" cy="2646000"/>
              <a:chOff x="1322280" y="1108800"/>
              <a:chExt cx="2541240" cy="2646000"/>
            </a:xfrm>
          </p:grpSpPr>
          <p:sp>
            <p:nvSpPr>
              <p:cNvPr id="430" name=""/>
              <p:cNvSpPr/>
              <p:nvPr/>
            </p:nvSpPr>
            <p:spPr>
              <a:xfrm>
                <a:off x="1888200" y="1732320"/>
                <a:ext cx="1406160" cy="1694160"/>
              </a:xfrm>
              <a:custGeom>
                <a:avLst/>
                <a:gdLst>
                  <a:gd name="textAreaLeft" fmla="*/ 0 w 1406160"/>
                  <a:gd name="textAreaRight" fmla="*/ 1409760 w 1406160"/>
                  <a:gd name="textAreaTop" fmla="*/ 0 h 1694160"/>
                  <a:gd name="textAreaBottom" fmla="*/ 1697760 h 1694160"/>
                </a:gdLst>
                <a:ahLst/>
                <a:cxnLst/>
                <a:rect l="textAreaLeft" t="textAreaTop" r="textAreaRight" b="textAreaBottom"/>
                <a:pathLst>
                  <a:path w="3916" h="4716">
                    <a:moveTo>
                      <a:pt x="1958" y="0"/>
                    </a:moveTo>
                    <a:lnTo>
                      <a:pt x="1958" y="0"/>
                    </a:lnTo>
                    <a:lnTo>
                      <a:pt x="1958" y="0"/>
                    </a:lnTo>
                    <a:lnTo>
                      <a:pt x="1825" y="4"/>
                    </a:lnTo>
                    <a:lnTo>
                      <a:pt x="1697" y="16"/>
                    </a:lnTo>
                    <a:lnTo>
                      <a:pt x="1572" y="36"/>
                    </a:lnTo>
                    <a:lnTo>
                      <a:pt x="1450" y="64"/>
                    </a:lnTo>
                    <a:lnTo>
                      <a:pt x="1331" y="100"/>
                    </a:lnTo>
                    <a:lnTo>
                      <a:pt x="1213" y="146"/>
                    </a:lnTo>
                    <a:lnTo>
                      <a:pt x="1096" y="200"/>
                    </a:lnTo>
                    <a:lnTo>
                      <a:pt x="979" y="263"/>
                    </a:lnTo>
                    <a:lnTo>
                      <a:pt x="866" y="333"/>
                    </a:lnTo>
                    <a:lnTo>
                      <a:pt x="760" y="407"/>
                    </a:lnTo>
                    <a:lnTo>
                      <a:pt x="662" y="487"/>
                    </a:lnTo>
                    <a:lnTo>
                      <a:pt x="571" y="572"/>
                    </a:lnTo>
                    <a:lnTo>
                      <a:pt x="486" y="663"/>
                    </a:lnTo>
                    <a:lnTo>
                      <a:pt x="406" y="761"/>
                    </a:lnTo>
                    <a:lnTo>
                      <a:pt x="332" y="866"/>
                    </a:lnTo>
                    <a:lnTo>
                      <a:pt x="262" y="979"/>
                    </a:lnTo>
                    <a:lnTo>
                      <a:pt x="199" y="1096"/>
                    </a:lnTo>
                    <a:lnTo>
                      <a:pt x="145" y="1213"/>
                    </a:lnTo>
                    <a:lnTo>
                      <a:pt x="100" y="1331"/>
                    </a:lnTo>
                    <a:lnTo>
                      <a:pt x="63" y="1450"/>
                    </a:lnTo>
                    <a:lnTo>
                      <a:pt x="35" y="1572"/>
                    </a:lnTo>
                    <a:lnTo>
                      <a:pt x="16" y="1697"/>
                    </a:lnTo>
                    <a:lnTo>
                      <a:pt x="4" y="1825"/>
                    </a:lnTo>
                    <a:lnTo>
                      <a:pt x="0" y="1958"/>
                    </a:lnTo>
                    <a:lnTo>
                      <a:pt x="0" y="1958"/>
                    </a:lnTo>
                    <a:lnTo>
                      <a:pt x="0" y="1958"/>
                    </a:lnTo>
                    <a:lnTo>
                      <a:pt x="4" y="2090"/>
                    </a:lnTo>
                    <a:lnTo>
                      <a:pt x="16" y="2219"/>
                    </a:lnTo>
                    <a:lnTo>
                      <a:pt x="35" y="2343"/>
                    </a:lnTo>
                    <a:lnTo>
                      <a:pt x="64" y="2465"/>
                    </a:lnTo>
                    <a:lnTo>
                      <a:pt x="100" y="2584"/>
                    </a:lnTo>
                    <a:lnTo>
                      <a:pt x="145" y="2702"/>
                    </a:lnTo>
                    <a:lnTo>
                      <a:pt x="199" y="2818"/>
                    </a:lnTo>
                    <a:lnTo>
                      <a:pt x="262" y="2935"/>
                    </a:lnTo>
                    <a:lnTo>
                      <a:pt x="332" y="3048"/>
                    </a:lnTo>
                    <a:lnTo>
                      <a:pt x="406" y="3153"/>
                    </a:lnTo>
                    <a:lnTo>
                      <a:pt x="485" y="3251"/>
                    </a:lnTo>
                    <a:lnTo>
                      <a:pt x="571" y="3342"/>
                    </a:lnTo>
                    <a:lnTo>
                      <a:pt x="662" y="3428"/>
                    </a:lnTo>
                    <a:lnTo>
                      <a:pt x="760" y="3507"/>
                    </a:lnTo>
                    <a:lnTo>
                      <a:pt x="866" y="3582"/>
                    </a:lnTo>
                    <a:lnTo>
                      <a:pt x="979" y="3652"/>
                    </a:lnTo>
                    <a:lnTo>
                      <a:pt x="1061" y="3697"/>
                    </a:lnTo>
                    <a:lnTo>
                      <a:pt x="1141" y="3736"/>
                    </a:lnTo>
                    <a:lnTo>
                      <a:pt x="1224" y="3771"/>
                    </a:lnTo>
                    <a:lnTo>
                      <a:pt x="1311" y="3804"/>
                    </a:lnTo>
                    <a:lnTo>
                      <a:pt x="1311" y="3807"/>
                    </a:lnTo>
                    <a:lnTo>
                      <a:pt x="1311" y="4486"/>
                    </a:lnTo>
                    <a:lnTo>
                      <a:pt x="1312" y="4509"/>
                    </a:lnTo>
                    <a:lnTo>
                      <a:pt x="1316" y="4532"/>
                    </a:lnTo>
                    <a:lnTo>
                      <a:pt x="1321" y="4554"/>
                    </a:lnTo>
                    <a:lnTo>
                      <a:pt x="1329" y="4575"/>
                    </a:lnTo>
                    <a:lnTo>
                      <a:pt x="1339" y="4595"/>
                    </a:lnTo>
                    <a:lnTo>
                      <a:pt x="1350" y="4614"/>
                    </a:lnTo>
                    <a:lnTo>
                      <a:pt x="1363" y="4632"/>
                    </a:lnTo>
                    <a:lnTo>
                      <a:pt x="1378" y="4648"/>
                    </a:lnTo>
                    <a:lnTo>
                      <a:pt x="1395" y="4663"/>
                    </a:lnTo>
                    <a:lnTo>
                      <a:pt x="1412" y="4676"/>
                    </a:lnTo>
                    <a:lnTo>
                      <a:pt x="1431" y="4688"/>
                    </a:lnTo>
                    <a:lnTo>
                      <a:pt x="1451" y="4698"/>
                    </a:lnTo>
                    <a:lnTo>
                      <a:pt x="1473" y="4705"/>
                    </a:lnTo>
                    <a:lnTo>
                      <a:pt x="1495" y="4711"/>
                    </a:lnTo>
                    <a:lnTo>
                      <a:pt x="1517" y="4715"/>
                    </a:lnTo>
                    <a:lnTo>
                      <a:pt x="1541" y="4716"/>
                    </a:lnTo>
                    <a:lnTo>
                      <a:pt x="2374" y="4716"/>
                    </a:lnTo>
                    <a:lnTo>
                      <a:pt x="2398" y="4715"/>
                    </a:lnTo>
                    <a:lnTo>
                      <a:pt x="2421" y="4711"/>
                    </a:lnTo>
                    <a:lnTo>
                      <a:pt x="2443" y="4705"/>
                    </a:lnTo>
                    <a:lnTo>
                      <a:pt x="2464" y="4698"/>
                    </a:lnTo>
                    <a:lnTo>
                      <a:pt x="2484" y="4688"/>
                    </a:lnTo>
                    <a:lnTo>
                      <a:pt x="2503" y="4676"/>
                    </a:lnTo>
                    <a:lnTo>
                      <a:pt x="2521" y="4663"/>
                    </a:lnTo>
                    <a:lnTo>
                      <a:pt x="2537" y="4648"/>
                    </a:lnTo>
                    <a:lnTo>
                      <a:pt x="2552" y="4632"/>
                    </a:lnTo>
                    <a:lnTo>
                      <a:pt x="2565" y="4614"/>
                    </a:lnTo>
                    <a:lnTo>
                      <a:pt x="2576" y="4595"/>
                    </a:lnTo>
                    <a:lnTo>
                      <a:pt x="2586" y="4575"/>
                    </a:lnTo>
                    <a:lnTo>
                      <a:pt x="2594" y="4554"/>
                    </a:lnTo>
                    <a:lnTo>
                      <a:pt x="2599" y="4532"/>
                    </a:lnTo>
                    <a:lnTo>
                      <a:pt x="2603" y="4509"/>
                    </a:lnTo>
                    <a:lnTo>
                      <a:pt x="2604" y="4486"/>
                    </a:lnTo>
                    <a:lnTo>
                      <a:pt x="2604" y="3807"/>
                    </a:lnTo>
                    <a:lnTo>
                      <a:pt x="2604" y="3804"/>
                    </a:lnTo>
                    <a:lnTo>
                      <a:pt x="2604" y="3804"/>
                    </a:lnTo>
                    <a:lnTo>
                      <a:pt x="2692" y="3771"/>
                    </a:lnTo>
                    <a:lnTo>
                      <a:pt x="2774" y="3736"/>
                    </a:lnTo>
                    <a:lnTo>
                      <a:pt x="2855" y="3697"/>
                    </a:lnTo>
                    <a:lnTo>
                      <a:pt x="2937" y="3652"/>
                    </a:lnTo>
                    <a:lnTo>
                      <a:pt x="3050" y="3582"/>
                    </a:lnTo>
                    <a:lnTo>
                      <a:pt x="3155" y="3508"/>
                    </a:lnTo>
                    <a:lnTo>
                      <a:pt x="3253" y="3428"/>
                    </a:lnTo>
                    <a:lnTo>
                      <a:pt x="3344" y="3343"/>
                    </a:lnTo>
                    <a:lnTo>
                      <a:pt x="3429" y="3251"/>
                    </a:lnTo>
                    <a:lnTo>
                      <a:pt x="3509" y="3153"/>
                    </a:lnTo>
                    <a:lnTo>
                      <a:pt x="3583" y="3048"/>
                    </a:lnTo>
                    <a:lnTo>
                      <a:pt x="3653" y="2935"/>
                    </a:lnTo>
                    <a:lnTo>
                      <a:pt x="3716" y="2818"/>
                    </a:lnTo>
                    <a:lnTo>
                      <a:pt x="3770" y="2702"/>
                    </a:lnTo>
                    <a:lnTo>
                      <a:pt x="3815" y="2584"/>
                    </a:lnTo>
                    <a:lnTo>
                      <a:pt x="3851" y="2465"/>
                    </a:lnTo>
                    <a:lnTo>
                      <a:pt x="3880" y="2343"/>
                    </a:lnTo>
                    <a:lnTo>
                      <a:pt x="3900" y="2219"/>
                    </a:lnTo>
                    <a:lnTo>
                      <a:pt x="3912" y="2090"/>
                    </a:lnTo>
                    <a:lnTo>
                      <a:pt x="3916" y="1958"/>
                    </a:lnTo>
                    <a:lnTo>
                      <a:pt x="3916" y="1958"/>
                    </a:lnTo>
                    <a:lnTo>
                      <a:pt x="3916" y="1958"/>
                    </a:lnTo>
                    <a:lnTo>
                      <a:pt x="3912" y="1825"/>
                    </a:lnTo>
                    <a:lnTo>
                      <a:pt x="3900" y="1697"/>
                    </a:lnTo>
                    <a:lnTo>
                      <a:pt x="3880" y="1572"/>
                    </a:lnTo>
                    <a:lnTo>
                      <a:pt x="3852" y="1450"/>
                    </a:lnTo>
                    <a:lnTo>
                      <a:pt x="3815" y="1331"/>
                    </a:lnTo>
                    <a:lnTo>
                      <a:pt x="3770" y="1213"/>
                    </a:lnTo>
                    <a:lnTo>
                      <a:pt x="3716" y="1096"/>
                    </a:lnTo>
                    <a:lnTo>
                      <a:pt x="3653" y="979"/>
                    </a:lnTo>
                    <a:lnTo>
                      <a:pt x="3583" y="866"/>
                    </a:lnTo>
                    <a:lnTo>
                      <a:pt x="3509" y="761"/>
                    </a:lnTo>
                    <a:lnTo>
                      <a:pt x="3429" y="663"/>
                    </a:lnTo>
                    <a:lnTo>
                      <a:pt x="3344" y="572"/>
                    </a:lnTo>
                    <a:lnTo>
                      <a:pt x="3253" y="487"/>
                    </a:lnTo>
                    <a:lnTo>
                      <a:pt x="3155" y="407"/>
                    </a:lnTo>
                    <a:lnTo>
                      <a:pt x="3050" y="333"/>
                    </a:lnTo>
                    <a:lnTo>
                      <a:pt x="2937" y="263"/>
                    </a:lnTo>
                    <a:lnTo>
                      <a:pt x="2820" y="200"/>
                    </a:lnTo>
                    <a:lnTo>
                      <a:pt x="2703" y="146"/>
                    </a:lnTo>
                    <a:lnTo>
                      <a:pt x="2585" y="100"/>
                    </a:lnTo>
                    <a:lnTo>
                      <a:pt x="2465" y="64"/>
                    </a:lnTo>
                    <a:lnTo>
                      <a:pt x="2344" y="36"/>
                    </a:lnTo>
                    <a:lnTo>
                      <a:pt x="2219" y="16"/>
                    </a:lnTo>
                    <a:lnTo>
                      <a:pt x="2091" y="4"/>
                    </a:lnTo>
                    <a:lnTo>
                      <a:pt x="1958" y="0"/>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31" name=""/>
              <p:cNvSpPr/>
              <p:nvPr/>
            </p:nvSpPr>
            <p:spPr>
              <a:xfrm>
                <a:off x="2262240" y="3429720"/>
                <a:ext cx="658080" cy="161640"/>
              </a:xfrm>
              <a:custGeom>
                <a:avLst/>
                <a:gdLst>
                  <a:gd name="textAreaLeft" fmla="*/ 0 w 658080"/>
                  <a:gd name="textAreaRight" fmla="*/ 661680 w 658080"/>
                  <a:gd name="textAreaTop" fmla="*/ 0 h 161640"/>
                  <a:gd name="textAreaBottom" fmla="*/ 165240 h 161640"/>
                </a:gdLst>
                <a:ahLst/>
                <a:cxnLst/>
                <a:rect l="textAreaLeft" t="textAreaTop" r="textAreaRight" b="textAreaBottom"/>
                <a:pathLst>
                  <a:path w="1838" h="459">
                    <a:moveTo>
                      <a:pt x="919" y="459"/>
                    </a:moveTo>
                    <a:lnTo>
                      <a:pt x="1608" y="459"/>
                    </a:lnTo>
                    <a:lnTo>
                      <a:pt x="1631" y="458"/>
                    </a:lnTo>
                    <a:lnTo>
                      <a:pt x="1654" y="454"/>
                    </a:lnTo>
                    <a:lnTo>
                      <a:pt x="1676" y="449"/>
                    </a:lnTo>
                    <a:lnTo>
                      <a:pt x="1697" y="441"/>
                    </a:lnTo>
                    <a:lnTo>
                      <a:pt x="1718" y="431"/>
                    </a:lnTo>
                    <a:lnTo>
                      <a:pt x="1737" y="420"/>
                    </a:lnTo>
                    <a:lnTo>
                      <a:pt x="1754" y="406"/>
                    </a:lnTo>
                    <a:lnTo>
                      <a:pt x="1771" y="391"/>
                    </a:lnTo>
                    <a:lnTo>
                      <a:pt x="1785" y="375"/>
                    </a:lnTo>
                    <a:lnTo>
                      <a:pt x="1799" y="357"/>
                    </a:lnTo>
                    <a:lnTo>
                      <a:pt x="1810" y="338"/>
                    </a:lnTo>
                    <a:lnTo>
                      <a:pt x="1820" y="318"/>
                    </a:lnTo>
                    <a:lnTo>
                      <a:pt x="1828" y="297"/>
                    </a:lnTo>
                    <a:lnTo>
                      <a:pt x="1833" y="275"/>
                    </a:lnTo>
                    <a:lnTo>
                      <a:pt x="1837" y="252"/>
                    </a:lnTo>
                    <a:lnTo>
                      <a:pt x="1838" y="229"/>
                    </a:lnTo>
                    <a:lnTo>
                      <a:pt x="1837" y="206"/>
                    </a:lnTo>
                    <a:lnTo>
                      <a:pt x="1833" y="183"/>
                    </a:lnTo>
                    <a:lnTo>
                      <a:pt x="1828" y="161"/>
                    </a:lnTo>
                    <a:lnTo>
                      <a:pt x="1820" y="140"/>
                    </a:lnTo>
                    <a:lnTo>
                      <a:pt x="1810" y="120"/>
                    </a:lnTo>
                    <a:lnTo>
                      <a:pt x="1799" y="101"/>
                    </a:lnTo>
                    <a:lnTo>
                      <a:pt x="1785" y="83"/>
                    </a:lnTo>
                    <a:lnTo>
                      <a:pt x="1771" y="67"/>
                    </a:lnTo>
                    <a:lnTo>
                      <a:pt x="1754" y="52"/>
                    </a:lnTo>
                    <a:lnTo>
                      <a:pt x="1737" y="39"/>
                    </a:lnTo>
                    <a:lnTo>
                      <a:pt x="1718" y="28"/>
                    </a:lnTo>
                    <a:lnTo>
                      <a:pt x="1697" y="18"/>
                    </a:lnTo>
                    <a:lnTo>
                      <a:pt x="1676" y="10"/>
                    </a:lnTo>
                    <a:lnTo>
                      <a:pt x="1654" y="5"/>
                    </a:lnTo>
                    <a:lnTo>
                      <a:pt x="1631" y="1"/>
                    </a:lnTo>
                    <a:lnTo>
                      <a:pt x="1608" y="0"/>
                    </a:lnTo>
                    <a:lnTo>
                      <a:pt x="229" y="0"/>
                    </a:lnTo>
                    <a:lnTo>
                      <a:pt x="205" y="1"/>
                    </a:lnTo>
                    <a:lnTo>
                      <a:pt x="183" y="5"/>
                    </a:lnTo>
                    <a:lnTo>
                      <a:pt x="161" y="10"/>
                    </a:lnTo>
                    <a:lnTo>
                      <a:pt x="140" y="18"/>
                    </a:lnTo>
                    <a:lnTo>
                      <a:pt x="120" y="28"/>
                    </a:lnTo>
                    <a:lnTo>
                      <a:pt x="101" y="39"/>
                    </a:lnTo>
                    <a:lnTo>
                      <a:pt x="83" y="52"/>
                    </a:lnTo>
                    <a:lnTo>
                      <a:pt x="67" y="67"/>
                    </a:lnTo>
                    <a:lnTo>
                      <a:pt x="52" y="83"/>
                    </a:lnTo>
                    <a:lnTo>
                      <a:pt x="39" y="101"/>
                    </a:lnTo>
                    <a:lnTo>
                      <a:pt x="28" y="120"/>
                    </a:lnTo>
                    <a:lnTo>
                      <a:pt x="18" y="140"/>
                    </a:lnTo>
                    <a:lnTo>
                      <a:pt x="10" y="161"/>
                    </a:lnTo>
                    <a:lnTo>
                      <a:pt x="5" y="183"/>
                    </a:lnTo>
                    <a:lnTo>
                      <a:pt x="1" y="206"/>
                    </a:lnTo>
                    <a:lnTo>
                      <a:pt x="0" y="229"/>
                    </a:lnTo>
                    <a:lnTo>
                      <a:pt x="1" y="252"/>
                    </a:lnTo>
                    <a:lnTo>
                      <a:pt x="5" y="275"/>
                    </a:lnTo>
                    <a:lnTo>
                      <a:pt x="10" y="297"/>
                    </a:lnTo>
                    <a:lnTo>
                      <a:pt x="18" y="318"/>
                    </a:lnTo>
                    <a:lnTo>
                      <a:pt x="28" y="338"/>
                    </a:lnTo>
                    <a:lnTo>
                      <a:pt x="39" y="357"/>
                    </a:lnTo>
                    <a:lnTo>
                      <a:pt x="52" y="375"/>
                    </a:lnTo>
                    <a:lnTo>
                      <a:pt x="67" y="391"/>
                    </a:lnTo>
                    <a:lnTo>
                      <a:pt x="83" y="406"/>
                    </a:lnTo>
                    <a:lnTo>
                      <a:pt x="101" y="420"/>
                    </a:lnTo>
                    <a:lnTo>
                      <a:pt x="120" y="431"/>
                    </a:lnTo>
                    <a:lnTo>
                      <a:pt x="140" y="441"/>
                    </a:lnTo>
                    <a:lnTo>
                      <a:pt x="161" y="449"/>
                    </a:lnTo>
                    <a:lnTo>
                      <a:pt x="183" y="454"/>
                    </a:lnTo>
                    <a:lnTo>
                      <a:pt x="205" y="458"/>
                    </a:lnTo>
                    <a:lnTo>
                      <a:pt x="229" y="459"/>
                    </a:lnTo>
                    <a:lnTo>
                      <a:pt x="919" y="459"/>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32" name=""/>
              <p:cNvSpPr/>
              <p:nvPr/>
            </p:nvSpPr>
            <p:spPr>
              <a:xfrm>
                <a:off x="2325960" y="3592800"/>
                <a:ext cx="530280" cy="162000"/>
              </a:xfrm>
              <a:custGeom>
                <a:avLst/>
                <a:gdLst>
                  <a:gd name="textAreaLeft" fmla="*/ 0 w 530280"/>
                  <a:gd name="textAreaRight" fmla="*/ 533880 w 530280"/>
                  <a:gd name="textAreaTop" fmla="*/ 0 h 162000"/>
                  <a:gd name="textAreaBottom" fmla="*/ 165600 h 162000"/>
                </a:gdLst>
                <a:ahLst/>
                <a:cxnLst/>
                <a:rect l="textAreaLeft" t="textAreaTop" r="textAreaRight" b="textAreaBottom"/>
                <a:pathLst>
                  <a:path w="1483" h="460">
                    <a:moveTo>
                      <a:pt x="742" y="460"/>
                    </a:moveTo>
                    <a:lnTo>
                      <a:pt x="1254" y="460"/>
                    </a:lnTo>
                    <a:lnTo>
                      <a:pt x="1277" y="459"/>
                    </a:lnTo>
                    <a:lnTo>
                      <a:pt x="1300" y="455"/>
                    </a:lnTo>
                    <a:lnTo>
                      <a:pt x="1322" y="450"/>
                    </a:lnTo>
                    <a:lnTo>
                      <a:pt x="1343" y="442"/>
                    </a:lnTo>
                    <a:lnTo>
                      <a:pt x="1363" y="432"/>
                    </a:lnTo>
                    <a:lnTo>
                      <a:pt x="1382" y="421"/>
                    </a:lnTo>
                    <a:lnTo>
                      <a:pt x="1400" y="407"/>
                    </a:lnTo>
                    <a:lnTo>
                      <a:pt x="1416" y="393"/>
                    </a:lnTo>
                    <a:lnTo>
                      <a:pt x="1431" y="376"/>
                    </a:lnTo>
                    <a:lnTo>
                      <a:pt x="1444" y="359"/>
                    </a:lnTo>
                    <a:lnTo>
                      <a:pt x="1455" y="340"/>
                    </a:lnTo>
                    <a:lnTo>
                      <a:pt x="1465" y="319"/>
                    </a:lnTo>
                    <a:lnTo>
                      <a:pt x="1473" y="298"/>
                    </a:lnTo>
                    <a:lnTo>
                      <a:pt x="1478" y="276"/>
                    </a:lnTo>
                    <a:lnTo>
                      <a:pt x="1482" y="253"/>
                    </a:lnTo>
                    <a:lnTo>
                      <a:pt x="1483" y="230"/>
                    </a:lnTo>
                    <a:lnTo>
                      <a:pt x="1483" y="230"/>
                    </a:lnTo>
                    <a:lnTo>
                      <a:pt x="1482" y="206"/>
                    </a:lnTo>
                    <a:lnTo>
                      <a:pt x="1478" y="184"/>
                    </a:lnTo>
                    <a:lnTo>
                      <a:pt x="1473" y="162"/>
                    </a:lnTo>
                    <a:lnTo>
                      <a:pt x="1465" y="140"/>
                    </a:lnTo>
                    <a:lnTo>
                      <a:pt x="1455" y="120"/>
                    </a:lnTo>
                    <a:lnTo>
                      <a:pt x="1444" y="101"/>
                    </a:lnTo>
                    <a:lnTo>
                      <a:pt x="1431" y="84"/>
                    </a:lnTo>
                    <a:lnTo>
                      <a:pt x="1416" y="67"/>
                    </a:lnTo>
                    <a:lnTo>
                      <a:pt x="1400" y="53"/>
                    </a:lnTo>
                    <a:lnTo>
                      <a:pt x="1382" y="39"/>
                    </a:lnTo>
                    <a:lnTo>
                      <a:pt x="1363" y="28"/>
                    </a:lnTo>
                    <a:lnTo>
                      <a:pt x="1343" y="18"/>
                    </a:lnTo>
                    <a:lnTo>
                      <a:pt x="1322" y="10"/>
                    </a:lnTo>
                    <a:lnTo>
                      <a:pt x="1300" y="5"/>
                    </a:lnTo>
                    <a:lnTo>
                      <a:pt x="1277" y="1"/>
                    </a:lnTo>
                    <a:lnTo>
                      <a:pt x="1254" y="0"/>
                    </a:lnTo>
                    <a:lnTo>
                      <a:pt x="230" y="0"/>
                    </a:lnTo>
                    <a:lnTo>
                      <a:pt x="206" y="1"/>
                    </a:lnTo>
                    <a:lnTo>
                      <a:pt x="184" y="5"/>
                    </a:lnTo>
                    <a:lnTo>
                      <a:pt x="162" y="10"/>
                    </a:lnTo>
                    <a:lnTo>
                      <a:pt x="140" y="18"/>
                    </a:lnTo>
                    <a:lnTo>
                      <a:pt x="120" y="28"/>
                    </a:lnTo>
                    <a:lnTo>
                      <a:pt x="101" y="39"/>
                    </a:lnTo>
                    <a:lnTo>
                      <a:pt x="84" y="53"/>
                    </a:lnTo>
                    <a:lnTo>
                      <a:pt x="67" y="67"/>
                    </a:lnTo>
                    <a:lnTo>
                      <a:pt x="53" y="84"/>
                    </a:lnTo>
                    <a:lnTo>
                      <a:pt x="39" y="101"/>
                    </a:lnTo>
                    <a:lnTo>
                      <a:pt x="28" y="120"/>
                    </a:lnTo>
                    <a:lnTo>
                      <a:pt x="18" y="140"/>
                    </a:lnTo>
                    <a:lnTo>
                      <a:pt x="10" y="162"/>
                    </a:lnTo>
                    <a:lnTo>
                      <a:pt x="5" y="184"/>
                    </a:lnTo>
                    <a:lnTo>
                      <a:pt x="1" y="206"/>
                    </a:lnTo>
                    <a:lnTo>
                      <a:pt x="0" y="230"/>
                    </a:lnTo>
                    <a:lnTo>
                      <a:pt x="0" y="230"/>
                    </a:lnTo>
                    <a:lnTo>
                      <a:pt x="1" y="253"/>
                    </a:lnTo>
                    <a:lnTo>
                      <a:pt x="5" y="276"/>
                    </a:lnTo>
                    <a:lnTo>
                      <a:pt x="10" y="298"/>
                    </a:lnTo>
                    <a:lnTo>
                      <a:pt x="18" y="319"/>
                    </a:lnTo>
                    <a:lnTo>
                      <a:pt x="28" y="340"/>
                    </a:lnTo>
                    <a:lnTo>
                      <a:pt x="39" y="359"/>
                    </a:lnTo>
                    <a:lnTo>
                      <a:pt x="53" y="376"/>
                    </a:lnTo>
                    <a:lnTo>
                      <a:pt x="67" y="393"/>
                    </a:lnTo>
                    <a:lnTo>
                      <a:pt x="84" y="407"/>
                    </a:lnTo>
                    <a:lnTo>
                      <a:pt x="101" y="421"/>
                    </a:lnTo>
                    <a:lnTo>
                      <a:pt x="120" y="432"/>
                    </a:lnTo>
                    <a:lnTo>
                      <a:pt x="140" y="442"/>
                    </a:lnTo>
                    <a:lnTo>
                      <a:pt x="162" y="450"/>
                    </a:lnTo>
                    <a:lnTo>
                      <a:pt x="184" y="455"/>
                    </a:lnTo>
                    <a:lnTo>
                      <a:pt x="206" y="459"/>
                    </a:lnTo>
                    <a:lnTo>
                      <a:pt x="230" y="460"/>
                    </a:lnTo>
                    <a:lnTo>
                      <a:pt x="742" y="460"/>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33" name=""/>
              <p:cNvSpPr/>
              <p:nvPr/>
            </p:nvSpPr>
            <p:spPr>
              <a:xfrm>
                <a:off x="2273760" y="2201040"/>
                <a:ext cx="642240" cy="1225440"/>
              </a:xfrm>
              <a:custGeom>
                <a:avLst/>
                <a:gdLst>
                  <a:gd name="textAreaLeft" fmla="*/ 0 w 642240"/>
                  <a:gd name="textAreaRight" fmla="*/ 645840 w 642240"/>
                  <a:gd name="textAreaTop" fmla="*/ 0 h 1225440"/>
                  <a:gd name="textAreaBottom" fmla="*/ 1229040 h 1225440"/>
                </a:gdLst>
                <a:ahLst/>
                <a:cxnLst/>
                <a:rect l="textAreaLeft" t="textAreaTop" r="textAreaRight" b="textAreaBottom"/>
                <a:pathLst>
                  <a:path w="1794" h="3414">
                    <a:moveTo>
                      <a:pt x="651" y="3414"/>
                    </a:moveTo>
                    <a:lnTo>
                      <a:pt x="665" y="2552"/>
                    </a:lnTo>
                    <a:lnTo>
                      <a:pt x="673" y="2098"/>
                    </a:lnTo>
                    <a:lnTo>
                      <a:pt x="683" y="1805"/>
                    </a:lnTo>
                    <a:lnTo>
                      <a:pt x="689" y="1752"/>
                    </a:lnTo>
                    <a:lnTo>
                      <a:pt x="702" y="1703"/>
                    </a:lnTo>
                    <a:lnTo>
                      <a:pt x="720" y="1656"/>
                    </a:lnTo>
                    <a:lnTo>
                      <a:pt x="743" y="1612"/>
                    </a:lnTo>
                    <a:lnTo>
                      <a:pt x="772" y="1569"/>
                    </a:lnTo>
                    <a:lnTo>
                      <a:pt x="804" y="1529"/>
                    </a:lnTo>
                    <a:lnTo>
                      <a:pt x="881" y="1454"/>
                    </a:lnTo>
                    <a:lnTo>
                      <a:pt x="971" y="1385"/>
                    </a:lnTo>
                    <a:lnTo>
                      <a:pt x="1069" y="1320"/>
                    </a:lnTo>
                    <a:lnTo>
                      <a:pt x="1280" y="1194"/>
                    </a:lnTo>
                    <a:lnTo>
                      <a:pt x="1484" y="1065"/>
                    </a:lnTo>
                    <a:lnTo>
                      <a:pt x="1576" y="995"/>
                    </a:lnTo>
                    <a:lnTo>
                      <a:pt x="1656" y="918"/>
                    </a:lnTo>
                    <a:lnTo>
                      <a:pt x="1691" y="877"/>
                    </a:lnTo>
                    <a:lnTo>
                      <a:pt x="1721" y="834"/>
                    </a:lnTo>
                    <a:lnTo>
                      <a:pt x="1747" y="789"/>
                    </a:lnTo>
                    <a:lnTo>
                      <a:pt x="1767" y="741"/>
                    </a:lnTo>
                    <a:lnTo>
                      <a:pt x="1782" y="690"/>
                    </a:lnTo>
                    <a:lnTo>
                      <a:pt x="1791" y="637"/>
                    </a:lnTo>
                    <a:lnTo>
                      <a:pt x="1794" y="580"/>
                    </a:lnTo>
                    <a:lnTo>
                      <a:pt x="1790" y="520"/>
                    </a:lnTo>
                    <a:lnTo>
                      <a:pt x="1781" y="472"/>
                    </a:lnTo>
                    <a:lnTo>
                      <a:pt x="1766" y="430"/>
                    </a:lnTo>
                    <a:lnTo>
                      <a:pt x="1746" y="393"/>
                    </a:lnTo>
                    <a:lnTo>
                      <a:pt x="1721" y="362"/>
                    </a:lnTo>
                    <a:lnTo>
                      <a:pt x="1692" y="336"/>
                    </a:lnTo>
                    <a:lnTo>
                      <a:pt x="1659" y="314"/>
                    </a:lnTo>
                    <a:lnTo>
                      <a:pt x="1623" y="298"/>
                    </a:lnTo>
                    <a:lnTo>
                      <a:pt x="1583" y="286"/>
                    </a:lnTo>
                    <a:lnTo>
                      <a:pt x="1541" y="278"/>
                    </a:lnTo>
                    <a:lnTo>
                      <a:pt x="1497" y="274"/>
                    </a:lnTo>
                    <a:lnTo>
                      <a:pt x="1405" y="277"/>
                    </a:lnTo>
                    <a:lnTo>
                      <a:pt x="1309" y="294"/>
                    </a:lnTo>
                    <a:lnTo>
                      <a:pt x="1213" y="322"/>
                    </a:lnTo>
                    <a:lnTo>
                      <a:pt x="1122" y="360"/>
                    </a:lnTo>
                    <a:lnTo>
                      <a:pt x="1037" y="406"/>
                    </a:lnTo>
                    <a:lnTo>
                      <a:pt x="963" y="458"/>
                    </a:lnTo>
                    <a:lnTo>
                      <a:pt x="931" y="486"/>
                    </a:lnTo>
                    <a:lnTo>
                      <a:pt x="903" y="515"/>
                    </a:lnTo>
                    <a:lnTo>
                      <a:pt x="880" y="545"/>
                    </a:lnTo>
                    <a:lnTo>
                      <a:pt x="861" y="574"/>
                    </a:lnTo>
                    <a:lnTo>
                      <a:pt x="848" y="604"/>
                    </a:lnTo>
                    <a:lnTo>
                      <a:pt x="841" y="634"/>
                    </a:lnTo>
                    <a:lnTo>
                      <a:pt x="839" y="664"/>
                    </a:lnTo>
                    <a:lnTo>
                      <a:pt x="845" y="694"/>
                    </a:lnTo>
                    <a:lnTo>
                      <a:pt x="857" y="722"/>
                    </a:lnTo>
                    <a:lnTo>
                      <a:pt x="877" y="750"/>
                    </a:lnTo>
                    <a:lnTo>
                      <a:pt x="895" y="768"/>
                    </a:lnTo>
                    <a:lnTo>
                      <a:pt x="913" y="783"/>
                    </a:lnTo>
                    <a:lnTo>
                      <a:pt x="931" y="793"/>
                    </a:lnTo>
                    <a:lnTo>
                      <a:pt x="949" y="799"/>
                    </a:lnTo>
                    <a:lnTo>
                      <a:pt x="966" y="802"/>
                    </a:lnTo>
                    <a:lnTo>
                      <a:pt x="982" y="801"/>
                    </a:lnTo>
                    <a:lnTo>
                      <a:pt x="999" y="796"/>
                    </a:lnTo>
                    <a:lnTo>
                      <a:pt x="1014" y="789"/>
                    </a:lnTo>
                    <a:lnTo>
                      <a:pt x="1029" y="779"/>
                    </a:lnTo>
                    <a:lnTo>
                      <a:pt x="1043" y="766"/>
                    </a:lnTo>
                    <a:lnTo>
                      <a:pt x="1057" y="750"/>
                    </a:lnTo>
                    <a:lnTo>
                      <a:pt x="1069" y="732"/>
                    </a:lnTo>
                    <a:lnTo>
                      <a:pt x="1090" y="690"/>
                    </a:lnTo>
                    <a:lnTo>
                      <a:pt x="1107" y="642"/>
                    </a:lnTo>
                    <a:lnTo>
                      <a:pt x="1118" y="588"/>
                    </a:lnTo>
                    <a:lnTo>
                      <a:pt x="1123" y="530"/>
                    </a:lnTo>
                    <a:lnTo>
                      <a:pt x="1121" y="470"/>
                    </a:lnTo>
                    <a:lnTo>
                      <a:pt x="1112" y="410"/>
                    </a:lnTo>
                    <a:lnTo>
                      <a:pt x="1095" y="351"/>
                    </a:lnTo>
                    <a:lnTo>
                      <a:pt x="1069" y="295"/>
                    </a:lnTo>
                    <a:lnTo>
                      <a:pt x="1052" y="269"/>
                    </a:lnTo>
                    <a:lnTo>
                      <a:pt x="1033" y="244"/>
                    </a:lnTo>
                    <a:lnTo>
                      <a:pt x="1011" y="220"/>
                    </a:lnTo>
                    <a:lnTo>
                      <a:pt x="987" y="198"/>
                    </a:lnTo>
                    <a:lnTo>
                      <a:pt x="955" y="174"/>
                    </a:lnTo>
                    <a:lnTo>
                      <a:pt x="912" y="147"/>
                    </a:lnTo>
                    <a:lnTo>
                      <a:pt x="861" y="119"/>
                    </a:lnTo>
                    <a:lnTo>
                      <a:pt x="803" y="90"/>
                    </a:lnTo>
                    <a:lnTo>
                      <a:pt x="738" y="64"/>
                    </a:lnTo>
                    <a:lnTo>
                      <a:pt x="669" y="40"/>
                    </a:lnTo>
                    <a:lnTo>
                      <a:pt x="597" y="20"/>
                    </a:lnTo>
                    <a:lnTo>
                      <a:pt x="522" y="6"/>
                    </a:lnTo>
                    <a:lnTo>
                      <a:pt x="447" y="0"/>
                    </a:lnTo>
                    <a:lnTo>
                      <a:pt x="373" y="2"/>
                    </a:lnTo>
                    <a:lnTo>
                      <a:pt x="301" y="15"/>
                    </a:lnTo>
                    <a:lnTo>
                      <a:pt x="266" y="25"/>
                    </a:lnTo>
                    <a:lnTo>
                      <a:pt x="232" y="39"/>
                    </a:lnTo>
                    <a:lnTo>
                      <a:pt x="200" y="56"/>
                    </a:lnTo>
                    <a:lnTo>
                      <a:pt x="168" y="76"/>
                    </a:lnTo>
                    <a:lnTo>
                      <a:pt x="139" y="100"/>
                    </a:lnTo>
                    <a:lnTo>
                      <a:pt x="111" y="127"/>
                    </a:lnTo>
                    <a:lnTo>
                      <a:pt x="84" y="159"/>
                    </a:lnTo>
                    <a:lnTo>
                      <a:pt x="60" y="195"/>
                    </a:lnTo>
                    <a:lnTo>
                      <a:pt x="38" y="235"/>
                    </a:lnTo>
                    <a:lnTo>
                      <a:pt x="19" y="280"/>
                    </a:lnTo>
                    <a:lnTo>
                      <a:pt x="6" y="325"/>
                    </a:lnTo>
                    <a:lnTo>
                      <a:pt x="0" y="371"/>
                    </a:lnTo>
                    <a:lnTo>
                      <a:pt x="2" y="417"/>
                    </a:lnTo>
                    <a:lnTo>
                      <a:pt x="11" y="463"/>
                    </a:lnTo>
                    <a:lnTo>
                      <a:pt x="26" y="510"/>
                    </a:lnTo>
                    <a:lnTo>
                      <a:pt x="47" y="556"/>
                    </a:lnTo>
                    <a:lnTo>
                      <a:pt x="106" y="651"/>
                    </a:lnTo>
                    <a:lnTo>
                      <a:pt x="182" y="745"/>
                    </a:lnTo>
                    <a:lnTo>
                      <a:pt x="273" y="841"/>
                    </a:lnTo>
                    <a:lnTo>
                      <a:pt x="481" y="1031"/>
                    </a:lnTo>
                    <a:lnTo>
                      <a:pt x="700" y="1219"/>
                    </a:lnTo>
                    <a:lnTo>
                      <a:pt x="898" y="1402"/>
                    </a:lnTo>
                    <a:lnTo>
                      <a:pt x="979" y="1492"/>
                    </a:lnTo>
                    <a:lnTo>
                      <a:pt x="1043" y="1580"/>
                    </a:lnTo>
                    <a:lnTo>
                      <a:pt x="1068" y="1623"/>
                    </a:lnTo>
                    <a:lnTo>
                      <a:pt x="1087" y="1665"/>
                    </a:lnTo>
                    <a:lnTo>
                      <a:pt x="1100" y="1707"/>
                    </a:lnTo>
                    <a:lnTo>
                      <a:pt x="1106" y="1748"/>
                    </a:lnTo>
                    <a:lnTo>
                      <a:pt x="1111" y="1906"/>
                    </a:lnTo>
                    <a:lnTo>
                      <a:pt x="1111" y="2136"/>
                    </a:lnTo>
                    <a:lnTo>
                      <a:pt x="1101" y="2694"/>
                    </a:lnTo>
                    <a:lnTo>
                      <a:pt x="1080" y="3414"/>
                    </a:lnTo>
                    <a:lnTo>
                      <a:pt x="651" y="3414"/>
                    </a:lnTo>
                    <a:close/>
                  </a:path>
                </a:pathLst>
              </a:custGeom>
              <a:noFill/>
              <a:ln cap="rnd" w="792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34" name=""/>
              <p:cNvSpPr/>
              <p:nvPr/>
            </p:nvSpPr>
            <p:spPr>
              <a:xfrm>
                <a:off x="2593080" y="1108800"/>
                <a:ext cx="360" cy="24192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35" name=""/>
              <p:cNvSpPr/>
              <p:nvPr/>
            </p:nvSpPr>
            <p:spPr>
              <a:xfrm flipH="1">
                <a:off x="3427560" y="1458720"/>
                <a:ext cx="171360" cy="1710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36" name=""/>
              <p:cNvSpPr/>
              <p:nvPr/>
            </p:nvSpPr>
            <p:spPr>
              <a:xfrm flipH="1">
                <a:off x="3621960" y="2394720"/>
                <a:ext cx="241560" cy="3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37" name=""/>
              <p:cNvSpPr/>
              <p:nvPr/>
            </p:nvSpPr>
            <p:spPr>
              <a:xfrm>
                <a:off x="1587240" y="1458720"/>
                <a:ext cx="171000" cy="17100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38" name=""/>
              <p:cNvSpPr/>
              <p:nvPr/>
            </p:nvSpPr>
            <p:spPr>
              <a:xfrm>
                <a:off x="1322280" y="2394720"/>
                <a:ext cx="241920" cy="3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grpSp>
          <p:nvGrpSpPr>
            <p:cNvPr id="439" name=""/>
            <p:cNvGrpSpPr/>
            <p:nvPr/>
          </p:nvGrpSpPr>
          <p:grpSpPr>
            <a:xfrm>
              <a:off x="1296360" y="1080360"/>
              <a:ext cx="2541600" cy="2646000"/>
              <a:chOff x="1296360" y="1080360"/>
              <a:chExt cx="2541600" cy="2646000"/>
            </a:xfrm>
          </p:grpSpPr>
          <p:sp>
            <p:nvSpPr>
              <p:cNvPr id="440" name=""/>
              <p:cNvSpPr/>
              <p:nvPr/>
            </p:nvSpPr>
            <p:spPr>
              <a:xfrm>
                <a:off x="1862280" y="1703880"/>
                <a:ext cx="1406160" cy="1694160"/>
              </a:xfrm>
              <a:custGeom>
                <a:avLst/>
                <a:gdLst>
                  <a:gd name="textAreaLeft" fmla="*/ 0 w 1406160"/>
                  <a:gd name="textAreaRight" fmla="*/ 1409760 w 1406160"/>
                  <a:gd name="textAreaTop" fmla="*/ 0 h 1694160"/>
                  <a:gd name="textAreaBottom" fmla="*/ 1697760 h 1694160"/>
                </a:gdLst>
                <a:ahLst/>
                <a:cxnLst/>
                <a:rect l="textAreaLeft" t="textAreaTop" r="textAreaRight" b="textAreaBottom"/>
                <a:pathLst>
                  <a:path w="3916" h="4716">
                    <a:moveTo>
                      <a:pt x="1958" y="0"/>
                    </a:moveTo>
                    <a:lnTo>
                      <a:pt x="1958" y="0"/>
                    </a:lnTo>
                    <a:lnTo>
                      <a:pt x="1958" y="0"/>
                    </a:lnTo>
                    <a:lnTo>
                      <a:pt x="1825" y="4"/>
                    </a:lnTo>
                    <a:lnTo>
                      <a:pt x="1697" y="16"/>
                    </a:lnTo>
                    <a:lnTo>
                      <a:pt x="1572" y="36"/>
                    </a:lnTo>
                    <a:lnTo>
                      <a:pt x="1450" y="64"/>
                    </a:lnTo>
                    <a:lnTo>
                      <a:pt x="1331" y="100"/>
                    </a:lnTo>
                    <a:lnTo>
                      <a:pt x="1213" y="146"/>
                    </a:lnTo>
                    <a:lnTo>
                      <a:pt x="1096" y="200"/>
                    </a:lnTo>
                    <a:lnTo>
                      <a:pt x="979" y="263"/>
                    </a:lnTo>
                    <a:lnTo>
                      <a:pt x="866" y="333"/>
                    </a:lnTo>
                    <a:lnTo>
                      <a:pt x="761" y="407"/>
                    </a:lnTo>
                    <a:lnTo>
                      <a:pt x="662" y="486"/>
                    </a:lnTo>
                    <a:lnTo>
                      <a:pt x="571" y="571"/>
                    </a:lnTo>
                    <a:lnTo>
                      <a:pt x="486" y="663"/>
                    </a:lnTo>
                    <a:lnTo>
                      <a:pt x="406" y="761"/>
                    </a:lnTo>
                    <a:lnTo>
                      <a:pt x="332" y="866"/>
                    </a:lnTo>
                    <a:lnTo>
                      <a:pt x="262" y="979"/>
                    </a:lnTo>
                    <a:lnTo>
                      <a:pt x="199" y="1096"/>
                    </a:lnTo>
                    <a:lnTo>
                      <a:pt x="145" y="1213"/>
                    </a:lnTo>
                    <a:lnTo>
                      <a:pt x="100" y="1331"/>
                    </a:lnTo>
                    <a:lnTo>
                      <a:pt x="63" y="1451"/>
                    </a:lnTo>
                    <a:lnTo>
                      <a:pt x="35" y="1572"/>
                    </a:lnTo>
                    <a:lnTo>
                      <a:pt x="16" y="1697"/>
                    </a:lnTo>
                    <a:lnTo>
                      <a:pt x="4" y="1825"/>
                    </a:lnTo>
                    <a:lnTo>
                      <a:pt x="0" y="1958"/>
                    </a:lnTo>
                    <a:lnTo>
                      <a:pt x="0" y="1958"/>
                    </a:lnTo>
                    <a:lnTo>
                      <a:pt x="0" y="1958"/>
                    </a:lnTo>
                    <a:lnTo>
                      <a:pt x="4" y="2090"/>
                    </a:lnTo>
                    <a:lnTo>
                      <a:pt x="16" y="2219"/>
                    </a:lnTo>
                    <a:lnTo>
                      <a:pt x="35" y="2343"/>
                    </a:lnTo>
                    <a:lnTo>
                      <a:pt x="64" y="2465"/>
                    </a:lnTo>
                    <a:lnTo>
                      <a:pt x="100" y="2584"/>
                    </a:lnTo>
                    <a:lnTo>
                      <a:pt x="145" y="2702"/>
                    </a:lnTo>
                    <a:lnTo>
                      <a:pt x="199" y="2818"/>
                    </a:lnTo>
                    <a:lnTo>
                      <a:pt x="262" y="2935"/>
                    </a:lnTo>
                    <a:lnTo>
                      <a:pt x="332" y="3048"/>
                    </a:lnTo>
                    <a:lnTo>
                      <a:pt x="406" y="3153"/>
                    </a:lnTo>
                    <a:lnTo>
                      <a:pt x="486" y="3251"/>
                    </a:lnTo>
                    <a:lnTo>
                      <a:pt x="571" y="3343"/>
                    </a:lnTo>
                    <a:lnTo>
                      <a:pt x="663" y="3428"/>
                    </a:lnTo>
                    <a:lnTo>
                      <a:pt x="761" y="3508"/>
                    </a:lnTo>
                    <a:lnTo>
                      <a:pt x="866" y="3582"/>
                    </a:lnTo>
                    <a:lnTo>
                      <a:pt x="979" y="3652"/>
                    </a:lnTo>
                    <a:lnTo>
                      <a:pt x="1061" y="3697"/>
                    </a:lnTo>
                    <a:lnTo>
                      <a:pt x="1141" y="3736"/>
                    </a:lnTo>
                    <a:lnTo>
                      <a:pt x="1224" y="3771"/>
                    </a:lnTo>
                    <a:lnTo>
                      <a:pt x="1311" y="3804"/>
                    </a:lnTo>
                    <a:lnTo>
                      <a:pt x="1311" y="3807"/>
                    </a:lnTo>
                    <a:lnTo>
                      <a:pt x="1311" y="4486"/>
                    </a:lnTo>
                    <a:lnTo>
                      <a:pt x="1312" y="4509"/>
                    </a:lnTo>
                    <a:lnTo>
                      <a:pt x="1316" y="4532"/>
                    </a:lnTo>
                    <a:lnTo>
                      <a:pt x="1321" y="4554"/>
                    </a:lnTo>
                    <a:lnTo>
                      <a:pt x="1329" y="4575"/>
                    </a:lnTo>
                    <a:lnTo>
                      <a:pt x="1339" y="4595"/>
                    </a:lnTo>
                    <a:lnTo>
                      <a:pt x="1350" y="4614"/>
                    </a:lnTo>
                    <a:lnTo>
                      <a:pt x="1363" y="4632"/>
                    </a:lnTo>
                    <a:lnTo>
                      <a:pt x="1378" y="4648"/>
                    </a:lnTo>
                    <a:lnTo>
                      <a:pt x="1395" y="4663"/>
                    </a:lnTo>
                    <a:lnTo>
                      <a:pt x="1412" y="4676"/>
                    </a:lnTo>
                    <a:lnTo>
                      <a:pt x="1431" y="4688"/>
                    </a:lnTo>
                    <a:lnTo>
                      <a:pt x="1451" y="4698"/>
                    </a:lnTo>
                    <a:lnTo>
                      <a:pt x="1473" y="4705"/>
                    </a:lnTo>
                    <a:lnTo>
                      <a:pt x="1495" y="4711"/>
                    </a:lnTo>
                    <a:lnTo>
                      <a:pt x="1517" y="4715"/>
                    </a:lnTo>
                    <a:lnTo>
                      <a:pt x="1541" y="4716"/>
                    </a:lnTo>
                    <a:lnTo>
                      <a:pt x="2375" y="4716"/>
                    </a:lnTo>
                    <a:lnTo>
                      <a:pt x="2398" y="4715"/>
                    </a:lnTo>
                    <a:lnTo>
                      <a:pt x="2421" y="4711"/>
                    </a:lnTo>
                    <a:lnTo>
                      <a:pt x="2443" y="4705"/>
                    </a:lnTo>
                    <a:lnTo>
                      <a:pt x="2464" y="4698"/>
                    </a:lnTo>
                    <a:lnTo>
                      <a:pt x="2485" y="4688"/>
                    </a:lnTo>
                    <a:lnTo>
                      <a:pt x="2503" y="4676"/>
                    </a:lnTo>
                    <a:lnTo>
                      <a:pt x="2521" y="4663"/>
                    </a:lnTo>
                    <a:lnTo>
                      <a:pt x="2538" y="4648"/>
                    </a:lnTo>
                    <a:lnTo>
                      <a:pt x="2552" y="4632"/>
                    </a:lnTo>
                    <a:lnTo>
                      <a:pt x="2566" y="4614"/>
                    </a:lnTo>
                    <a:lnTo>
                      <a:pt x="2577" y="4595"/>
                    </a:lnTo>
                    <a:lnTo>
                      <a:pt x="2587" y="4575"/>
                    </a:lnTo>
                    <a:lnTo>
                      <a:pt x="2595" y="4554"/>
                    </a:lnTo>
                    <a:lnTo>
                      <a:pt x="2600" y="4532"/>
                    </a:lnTo>
                    <a:lnTo>
                      <a:pt x="2604" y="4509"/>
                    </a:lnTo>
                    <a:lnTo>
                      <a:pt x="2605" y="4486"/>
                    </a:lnTo>
                    <a:lnTo>
                      <a:pt x="2605" y="3807"/>
                    </a:lnTo>
                    <a:lnTo>
                      <a:pt x="2605" y="3807"/>
                    </a:lnTo>
                    <a:lnTo>
                      <a:pt x="2605" y="3806"/>
                    </a:lnTo>
                    <a:lnTo>
                      <a:pt x="2605" y="3806"/>
                    </a:lnTo>
                    <a:lnTo>
                      <a:pt x="2605" y="3806"/>
                    </a:lnTo>
                    <a:lnTo>
                      <a:pt x="2605" y="3806"/>
                    </a:lnTo>
                    <a:lnTo>
                      <a:pt x="2604" y="3805"/>
                    </a:lnTo>
                    <a:lnTo>
                      <a:pt x="2604" y="3805"/>
                    </a:lnTo>
                    <a:lnTo>
                      <a:pt x="2604" y="3805"/>
                    </a:lnTo>
                    <a:lnTo>
                      <a:pt x="2604" y="3804"/>
                    </a:lnTo>
                    <a:lnTo>
                      <a:pt x="2604" y="3804"/>
                    </a:lnTo>
                    <a:lnTo>
                      <a:pt x="2604" y="3804"/>
                    </a:lnTo>
                    <a:lnTo>
                      <a:pt x="2604" y="3804"/>
                    </a:lnTo>
                    <a:lnTo>
                      <a:pt x="2604" y="3804"/>
                    </a:lnTo>
                    <a:lnTo>
                      <a:pt x="2692" y="3771"/>
                    </a:lnTo>
                    <a:lnTo>
                      <a:pt x="2774" y="3736"/>
                    </a:lnTo>
                    <a:lnTo>
                      <a:pt x="2855" y="3697"/>
                    </a:lnTo>
                    <a:lnTo>
                      <a:pt x="2937" y="3652"/>
                    </a:lnTo>
                    <a:lnTo>
                      <a:pt x="3050" y="3582"/>
                    </a:lnTo>
                    <a:lnTo>
                      <a:pt x="3155" y="3508"/>
                    </a:lnTo>
                    <a:lnTo>
                      <a:pt x="3253" y="3428"/>
                    </a:lnTo>
                    <a:lnTo>
                      <a:pt x="3345" y="3343"/>
                    </a:lnTo>
                    <a:lnTo>
                      <a:pt x="3430" y="3251"/>
                    </a:lnTo>
                    <a:lnTo>
                      <a:pt x="3509" y="3153"/>
                    </a:lnTo>
                    <a:lnTo>
                      <a:pt x="3584" y="3048"/>
                    </a:lnTo>
                    <a:lnTo>
                      <a:pt x="3654" y="2935"/>
                    </a:lnTo>
                    <a:lnTo>
                      <a:pt x="3717" y="2818"/>
                    </a:lnTo>
                    <a:lnTo>
                      <a:pt x="3771" y="2702"/>
                    </a:lnTo>
                    <a:lnTo>
                      <a:pt x="3816" y="2584"/>
                    </a:lnTo>
                    <a:lnTo>
                      <a:pt x="3852" y="2465"/>
                    </a:lnTo>
                    <a:lnTo>
                      <a:pt x="3880" y="2343"/>
                    </a:lnTo>
                    <a:lnTo>
                      <a:pt x="3900" y="2219"/>
                    </a:lnTo>
                    <a:lnTo>
                      <a:pt x="3912" y="2090"/>
                    </a:lnTo>
                    <a:lnTo>
                      <a:pt x="3916" y="1958"/>
                    </a:lnTo>
                    <a:lnTo>
                      <a:pt x="3916" y="1958"/>
                    </a:lnTo>
                    <a:lnTo>
                      <a:pt x="3916" y="1958"/>
                    </a:lnTo>
                    <a:lnTo>
                      <a:pt x="3912" y="1825"/>
                    </a:lnTo>
                    <a:lnTo>
                      <a:pt x="3900" y="1697"/>
                    </a:lnTo>
                    <a:lnTo>
                      <a:pt x="3881" y="1572"/>
                    </a:lnTo>
                    <a:lnTo>
                      <a:pt x="3853" y="1451"/>
                    </a:lnTo>
                    <a:lnTo>
                      <a:pt x="3816" y="1331"/>
                    </a:lnTo>
                    <a:lnTo>
                      <a:pt x="3771" y="1213"/>
                    </a:lnTo>
                    <a:lnTo>
                      <a:pt x="3717" y="1096"/>
                    </a:lnTo>
                    <a:lnTo>
                      <a:pt x="3654" y="979"/>
                    </a:lnTo>
                    <a:lnTo>
                      <a:pt x="3584" y="866"/>
                    </a:lnTo>
                    <a:lnTo>
                      <a:pt x="3510" y="761"/>
                    </a:lnTo>
                    <a:lnTo>
                      <a:pt x="3430" y="663"/>
                    </a:lnTo>
                    <a:lnTo>
                      <a:pt x="3345" y="571"/>
                    </a:lnTo>
                    <a:lnTo>
                      <a:pt x="3253" y="486"/>
                    </a:lnTo>
                    <a:lnTo>
                      <a:pt x="3155" y="407"/>
                    </a:lnTo>
                    <a:lnTo>
                      <a:pt x="3050" y="333"/>
                    </a:lnTo>
                    <a:lnTo>
                      <a:pt x="2937" y="263"/>
                    </a:lnTo>
                    <a:lnTo>
                      <a:pt x="2820" y="200"/>
                    </a:lnTo>
                    <a:lnTo>
                      <a:pt x="2703" y="146"/>
                    </a:lnTo>
                    <a:lnTo>
                      <a:pt x="2585" y="100"/>
                    </a:lnTo>
                    <a:lnTo>
                      <a:pt x="2465" y="64"/>
                    </a:lnTo>
                    <a:lnTo>
                      <a:pt x="2344" y="36"/>
                    </a:lnTo>
                    <a:lnTo>
                      <a:pt x="2219" y="16"/>
                    </a:lnTo>
                    <a:lnTo>
                      <a:pt x="2091" y="4"/>
                    </a:lnTo>
                    <a:lnTo>
                      <a:pt x="1958" y="0"/>
                    </a:lnTo>
                    <a:close/>
                  </a:path>
                </a:pathLst>
              </a:custGeom>
              <a:noFill/>
              <a:ln cap="rnd" w="792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41" name=""/>
              <p:cNvSpPr/>
              <p:nvPr/>
            </p:nvSpPr>
            <p:spPr>
              <a:xfrm>
                <a:off x="2236320" y="3401280"/>
                <a:ext cx="658080" cy="161640"/>
              </a:xfrm>
              <a:custGeom>
                <a:avLst/>
                <a:gdLst>
                  <a:gd name="textAreaLeft" fmla="*/ 0 w 658080"/>
                  <a:gd name="textAreaRight" fmla="*/ 661680 w 658080"/>
                  <a:gd name="textAreaTop" fmla="*/ 0 h 161640"/>
                  <a:gd name="textAreaBottom" fmla="*/ 165240 h 161640"/>
                </a:gdLst>
                <a:ahLst/>
                <a:cxnLst/>
                <a:rect l="textAreaLeft" t="textAreaTop" r="textAreaRight" b="textAreaBottom"/>
                <a:pathLst>
                  <a:path w="1838" h="459">
                    <a:moveTo>
                      <a:pt x="919" y="459"/>
                    </a:moveTo>
                    <a:lnTo>
                      <a:pt x="1608" y="459"/>
                    </a:lnTo>
                    <a:lnTo>
                      <a:pt x="1631" y="458"/>
                    </a:lnTo>
                    <a:lnTo>
                      <a:pt x="1654" y="454"/>
                    </a:lnTo>
                    <a:lnTo>
                      <a:pt x="1676" y="449"/>
                    </a:lnTo>
                    <a:lnTo>
                      <a:pt x="1697" y="441"/>
                    </a:lnTo>
                    <a:lnTo>
                      <a:pt x="1718" y="431"/>
                    </a:lnTo>
                    <a:lnTo>
                      <a:pt x="1737" y="420"/>
                    </a:lnTo>
                    <a:lnTo>
                      <a:pt x="1754" y="407"/>
                    </a:lnTo>
                    <a:lnTo>
                      <a:pt x="1771" y="392"/>
                    </a:lnTo>
                    <a:lnTo>
                      <a:pt x="1785" y="376"/>
                    </a:lnTo>
                    <a:lnTo>
                      <a:pt x="1799" y="358"/>
                    </a:lnTo>
                    <a:lnTo>
                      <a:pt x="1810" y="339"/>
                    </a:lnTo>
                    <a:lnTo>
                      <a:pt x="1820" y="319"/>
                    </a:lnTo>
                    <a:lnTo>
                      <a:pt x="1828" y="298"/>
                    </a:lnTo>
                    <a:lnTo>
                      <a:pt x="1833" y="276"/>
                    </a:lnTo>
                    <a:lnTo>
                      <a:pt x="1837" y="253"/>
                    </a:lnTo>
                    <a:lnTo>
                      <a:pt x="1838" y="230"/>
                    </a:lnTo>
                    <a:lnTo>
                      <a:pt x="1837" y="207"/>
                    </a:lnTo>
                    <a:lnTo>
                      <a:pt x="1833" y="184"/>
                    </a:lnTo>
                    <a:lnTo>
                      <a:pt x="1828" y="162"/>
                    </a:lnTo>
                    <a:lnTo>
                      <a:pt x="1820" y="141"/>
                    </a:lnTo>
                    <a:lnTo>
                      <a:pt x="1810" y="121"/>
                    </a:lnTo>
                    <a:lnTo>
                      <a:pt x="1799" y="102"/>
                    </a:lnTo>
                    <a:lnTo>
                      <a:pt x="1785" y="84"/>
                    </a:lnTo>
                    <a:lnTo>
                      <a:pt x="1771" y="68"/>
                    </a:lnTo>
                    <a:lnTo>
                      <a:pt x="1754" y="53"/>
                    </a:lnTo>
                    <a:lnTo>
                      <a:pt x="1737" y="39"/>
                    </a:lnTo>
                    <a:lnTo>
                      <a:pt x="1718" y="28"/>
                    </a:lnTo>
                    <a:lnTo>
                      <a:pt x="1697" y="18"/>
                    </a:lnTo>
                    <a:lnTo>
                      <a:pt x="1676" y="10"/>
                    </a:lnTo>
                    <a:lnTo>
                      <a:pt x="1654" y="5"/>
                    </a:lnTo>
                    <a:lnTo>
                      <a:pt x="1631" y="1"/>
                    </a:lnTo>
                    <a:lnTo>
                      <a:pt x="1608" y="0"/>
                    </a:lnTo>
                    <a:lnTo>
                      <a:pt x="230" y="0"/>
                    </a:lnTo>
                    <a:lnTo>
                      <a:pt x="206" y="1"/>
                    </a:lnTo>
                    <a:lnTo>
                      <a:pt x="184" y="5"/>
                    </a:lnTo>
                    <a:lnTo>
                      <a:pt x="162" y="10"/>
                    </a:lnTo>
                    <a:lnTo>
                      <a:pt x="140" y="18"/>
                    </a:lnTo>
                    <a:lnTo>
                      <a:pt x="120" y="28"/>
                    </a:lnTo>
                    <a:lnTo>
                      <a:pt x="101" y="39"/>
                    </a:lnTo>
                    <a:lnTo>
                      <a:pt x="84" y="53"/>
                    </a:lnTo>
                    <a:lnTo>
                      <a:pt x="67" y="68"/>
                    </a:lnTo>
                    <a:lnTo>
                      <a:pt x="53" y="84"/>
                    </a:lnTo>
                    <a:lnTo>
                      <a:pt x="39" y="102"/>
                    </a:lnTo>
                    <a:lnTo>
                      <a:pt x="28" y="121"/>
                    </a:lnTo>
                    <a:lnTo>
                      <a:pt x="18" y="141"/>
                    </a:lnTo>
                    <a:lnTo>
                      <a:pt x="10" y="162"/>
                    </a:lnTo>
                    <a:lnTo>
                      <a:pt x="5" y="184"/>
                    </a:lnTo>
                    <a:lnTo>
                      <a:pt x="1" y="207"/>
                    </a:lnTo>
                    <a:lnTo>
                      <a:pt x="0" y="230"/>
                    </a:lnTo>
                    <a:lnTo>
                      <a:pt x="1" y="253"/>
                    </a:lnTo>
                    <a:lnTo>
                      <a:pt x="5" y="276"/>
                    </a:lnTo>
                    <a:lnTo>
                      <a:pt x="10" y="298"/>
                    </a:lnTo>
                    <a:lnTo>
                      <a:pt x="18" y="319"/>
                    </a:lnTo>
                    <a:lnTo>
                      <a:pt x="28" y="339"/>
                    </a:lnTo>
                    <a:lnTo>
                      <a:pt x="39" y="358"/>
                    </a:lnTo>
                    <a:lnTo>
                      <a:pt x="53" y="376"/>
                    </a:lnTo>
                    <a:lnTo>
                      <a:pt x="67" y="392"/>
                    </a:lnTo>
                    <a:lnTo>
                      <a:pt x="84" y="407"/>
                    </a:lnTo>
                    <a:lnTo>
                      <a:pt x="101" y="420"/>
                    </a:lnTo>
                    <a:lnTo>
                      <a:pt x="120" y="431"/>
                    </a:lnTo>
                    <a:lnTo>
                      <a:pt x="140" y="441"/>
                    </a:lnTo>
                    <a:lnTo>
                      <a:pt x="162" y="449"/>
                    </a:lnTo>
                    <a:lnTo>
                      <a:pt x="184" y="454"/>
                    </a:lnTo>
                    <a:lnTo>
                      <a:pt x="206" y="458"/>
                    </a:lnTo>
                    <a:lnTo>
                      <a:pt x="230" y="459"/>
                    </a:lnTo>
                    <a:lnTo>
                      <a:pt x="919" y="459"/>
                    </a:lnTo>
                    <a:close/>
                  </a:path>
                </a:pathLst>
              </a:custGeom>
              <a:noFill/>
              <a:ln cap="rnd" w="792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42" name=""/>
              <p:cNvSpPr/>
              <p:nvPr/>
            </p:nvSpPr>
            <p:spPr>
              <a:xfrm>
                <a:off x="2300040" y="3564360"/>
                <a:ext cx="530640" cy="162000"/>
              </a:xfrm>
              <a:custGeom>
                <a:avLst/>
                <a:gdLst>
                  <a:gd name="textAreaLeft" fmla="*/ 0 w 530640"/>
                  <a:gd name="textAreaRight" fmla="*/ 534240 w 530640"/>
                  <a:gd name="textAreaTop" fmla="*/ 0 h 162000"/>
                  <a:gd name="textAreaBottom" fmla="*/ 165600 h 162000"/>
                </a:gdLst>
                <a:ahLst/>
                <a:cxnLst/>
                <a:rect l="textAreaLeft" t="textAreaTop" r="textAreaRight" b="textAreaBottom"/>
                <a:pathLst>
                  <a:path w="1484" h="460">
                    <a:moveTo>
                      <a:pt x="742" y="460"/>
                    </a:moveTo>
                    <a:lnTo>
                      <a:pt x="1254" y="460"/>
                    </a:lnTo>
                    <a:lnTo>
                      <a:pt x="1277" y="459"/>
                    </a:lnTo>
                    <a:lnTo>
                      <a:pt x="1300" y="455"/>
                    </a:lnTo>
                    <a:lnTo>
                      <a:pt x="1322" y="450"/>
                    </a:lnTo>
                    <a:lnTo>
                      <a:pt x="1343" y="442"/>
                    </a:lnTo>
                    <a:lnTo>
                      <a:pt x="1364" y="432"/>
                    </a:lnTo>
                    <a:lnTo>
                      <a:pt x="1383" y="421"/>
                    </a:lnTo>
                    <a:lnTo>
                      <a:pt x="1400" y="407"/>
                    </a:lnTo>
                    <a:lnTo>
                      <a:pt x="1417" y="393"/>
                    </a:lnTo>
                    <a:lnTo>
                      <a:pt x="1431" y="376"/>
                    </a:lnTo>
                    <a:lnTo>
                      <a:pt x="1445" y="359"/>
                    </a:lnTo>
                    <a:lnTo>
                      <a:pt x="1456" y="340"/>
                    </a:lnTo>
                    <a:lnTo>
                      <a:pt x="1466" y="319"/>
                    </a:lnTo>
                    <a:lnTo>
                      <a:pt x="1474" y="298"/>
                    </a:lnTo>
                    <a:lnTo>
                      <a:pt x="1479" y="276"/>
                    </a:lnTo>
                    <a:lnTo>
                      <a:pt x="1483" y="253"/>
                    </a:lnTo>
                    <a:lnTo>
                      <a:pt x="1484" y="230"/>
                    </a:lnTo>
                    <a:lnTo>
                      <a:pt x="1484" y="230"/>
                    </a:lnTo>
                    <a:lnTo>
                      <a:pt x="1483" y="206"/>
                    </a:lnTo>
                    <a:lnTo>
                      <a:pt x="1479" y="184"/>
                    </a:lnTo>
                    <a:lnTo>
                      <a:pt x="1474" y="162"/>
                    </a:lnTo>
                    <a:lnTo>
                      <a:pt x="1466" y="140"/>
                    </a:lnTo>
                    <a:lnTo>
                      <a:pt x="1456" y="120"/>
                    </a:lnTo>
                    <a:lnTo>
                      <a:pt x="1445" y="101"/>
                    </a:lnTo>
                    <a:lnTo>
                      <a:pt x="1431" y="84"/>
                    </a:lnTo>
                    <a:lnTo>
                      <a:pt x="1417" y="67"/>
                    </a:lnTo>
                    <a:lnTo>
                      <a:pt x="1400" y="53"/>
                    </a:lnTo>
                    <a:lnTo>
                      <a:pt x="1383" y="39"/>
                    </a:lnTo>
                    <a:lnTo>
                      <a:pt x="1364" y="28"/>
                    </a:lnTo>
                    <a:lnTo>
                      <a:pt x="1343" y="18"/>
                    </a:lnTo>
                    <a:lnTo>
                      <a:pt x="1322" y="10"/>
                    </a:lnTo>
                    <a:lnTo>
                      <a:pt x="1300" y="5"/>
                    </a:lnTo>
                    <a:lnTo>
                      <a:pt x="1277" y="1"/>
                    </a:lnTo>
                    <a:lnTo>
                      <a:pt x="1254" y="0"/>
                    </a:lnTo>
                    <a:lnTo>
                      <a:pt x="230" y="0"/>
                    </a:lnTo>
                    <a:lnTo>
                      <a:pt x="206" y="1"/>
                    </a:lnTo>
                    <a:lnTo>
                      <a:pt x="184" y="5"/>
                    </a:lnTo>
                    <a:lnTo>
                      <a:pt x="162" y="10"/>
                    </a:lnTo>
                    <a:lnTo>
                      <a:pt x="140" y="18"/>
                    </a:lnTo>
                    <a:lnTo>
                      <a:pt x="120" y="28"/>
                    </a:lnTo>
                    <a:lnTo>
                      <a:pt x="101" y="39"/>
                    </a:lnTo>
                    <a:lnTo>
                      <a:pt x="84" y="53"/>
                    </a:lnTo>
                    <a:lnTo>
                      <a:pt x="67" y="67"/>
                    </a:lnTo>
                    <a:lnTo>
                      <a:pt x="53" y="84"/>
                    </a:lnTo>
                    <a:lnTo>
                      <a:pt x="39" y="101"/>
                    </a:lnTo>
                    <a:lnTo>
                      <a:pt x="28" y="120"/>
                    </a:lnTo>
                    <a:lnTo>
                      <a:pt x="18" y="140"/>
                    </a:lnTo>
                    <a:lnTo>
                      <a:pt x="10" y="162"/>
                    </a:lnTo>
                    <a:lnTo>
                      <a:pt x="5" y="184"/>
                    </a:lnTo>
                    <a:lnTo>
                      <a:pt x="1" y="206"/>
                    </a:lnTo>
                    <a:lnTo>
                      <a:pt x="0" y="230"/>
                    </a:lnTo>
                    <a:lnTo>
                      <a:pt x="0" y="230"/>
                    </a:lnTo>
                    <a:lnTo>
                      <a:pt x="1" y="253"/>
                    </a:lnTo>
                    <a:lnTo>
                      <a:pt x="5" y="276"/>
                    </a:lnTo>
                    <a:lnTo>
                      <a:pt x="10" y="298"/>
                    </a:lnTo>
                    <a:lnTo>
                      <a:pt x="18" y="319"/>
                    </a:lnTo>
                    <a:lnTo>
                      <a:pt x="28" y="340"/>
                    </a:lnTo>
                    <a:lnTo>
                      <a:pt x="39" y="359"/>
                    </a:lnTo>
                    <a:lnTo>
                      <a:pt x="53" y="376"/>
                    </a:lnTo>
                    <a:lnTo>
                      <a:pt x="67" y="393"/>
                    </a:lnTo>
                    <a:lnTo>
                      <a:pt x="84" y="407"/>
                    </a:lnTo>
                    <a:lnTo>
                      <a:pt x="101" y="421"/>
                    </a:lnTo>
                    <a:lnTo>
                      <a:pt x="120" y="432"/>
                    </a:lnTo>
                    <a:lnTo>
                      <a:pt x="140" y="442"/>
                    </a:lnTo>
                    <a:lnTo>
                      <a:pt x="162" y="450"/>
                    </a:lnTo>
                    <a:lnTo>
                      <a:pt x="184" y="455"/>
                    </a:lnTo>
                    <a:lnTo>
                      <a:pt x="206" y="459"/>
                    </a:lnTo>
                    <a:lnTo>
                      <a:pt x="230" y="460"/>
                    </a:lnTo>
                    <a:lnTo>
                      <a:pt x="742" y="460"/>
                    </a:lnTo>
                    <a:close/>
                  </a:path>
                </a:pathLst>
              </a:custGeom>
              <a:noFill/>
              <a:ln cap="rnd" w="792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43" name=""/>
              <p:cNvSpPr/>
              <p:nvPr/>
            </p:nvSpPr>
            <p:spPr>
              <a:xfrm>
                <a:off x="2247840" y="2172600"/>
                <a:ext cx="642240" cy="1225440"/>
              </a:xfrm>
              <a:custGeom>
                <a:avLst/>
                <a:gdLst>
                  <a:gd name="textAreaLeft" fmla="*/ 0 w 642240"/>
                  <a:gd name="textAreaRight" fmla="*/ 645840 w 642240"/>
                  <a:gd name="textAreaTop" fmla="*/ 0 h 1225440"/>
                  <a:gd name="textAreaBottom" fmla="*/ 1229040 h 1225440"/>
                </a:gdLst>
                <a:ahLst/>
                <a:cxnLst/>
                <a:rect l="textAreaLeft" t="textAreaTop" r="textAreaRight" b="textAreaBottom"/>
                <a:pathLst>
                  <a:path w="1794" h="3414">
                    <a:moveTo>
                      <a:pt x="651" y="3414"/>
                    </a:moveTo>
                    <a:lnTo>
                      <a:pt x="665" y="2552"/>
                    </a:lnTo>
                    <a:lnTo>
                      <a:pt x="673" y="2098"/>
                    </a:lnTo>
                    <a:lnTo>
                      <a:pt x="683" y="1805"/>
                    </a:lnTo>
                    <a:lnTo>
                      <a:pt x="689" y="1752"/>
                    </a:lnTo>
                    <a:lnTo>
                      <a:pt x="702" y="1703"/>
                    </a:lnTo>
                    <a:lnTo>
                      <a:pt x="720" y="1656"/>
                    </a:lnTo>
                    <a:lnTo>
                      <a:pt x="744" y="1612"/>
                    </a:lnTo>
                    <a:lnTo>
                      <a:pt x="772" y="1569"/>
                    </a:lnTo>
                    <a:lnTo>
                      <a:pt x="805" y="1529"/>
                    </a:lnTo>
                    <a:lnTo>
                      <a:pt x="882" y="1454"/>
                    </a:lnTo>
                    <a:lnTo>
                      <a:pt x="971" y="1385"/>
                    </a:lnTo>
                    <a:lnTo>
                      <a:pt x="1070" y="1320"/>
                    </a:lnTo>
                    <a:lnTo>
                      <a:pt x="1280" y="1194"/>
                    </a:lnTo>
                    <a:lnTo>
                      <a:pt x="1485" y="1065"/>
                    </a:lnTo>
                    <a:lnTo>
                      <a:pt x="1576" y="995"/>
                    </a:lnTo>
                    <a:lnTo>
                      <a:pt x="1656" y="918"/>
                    </a:lnTo>
                    <a:lnTo>
                      <a:pt x="1691" y="877"/>
                    </a:lnTo>
                    <a:lnTo>
                      <a:pt x="1721" y="834"/>
                    </a:lnTo>
                    <a:lnTo>
                      <a:pt x="1747" y="789"/>
                    </a:lnTo>
                    <a:lnTo>
                      <a:pt x="1767" y="741"/>
                    </a:lnTo>
                    <a:lnTo>
                      <a:pt x="1782" y="690"/>
                    </a:lnTo>
                    <a:lnTo>
                      <a:pt x="1791" y="637"/>
                    </a:lnTo>
                    <a:lnTo>
                      <a:pt x="1794" y="580"/>
                    </a:lnTo>
                    <a:lnTo>
                      <a:pt x="1790" y="520"/>
                    </a:lnTo>
                    <a:lnTo>
                      <a:pt x="1781" y="472"/>
                    </a:lnTo>
                    <a:lnTo>
                      <a:pt x="1766" y="430"/>
                    </a:lnTo>
                    <a:lnTo>
                      <a:pt x="1746" y="393"/>
                    </a:lnTo>
                    <a:lnTo>
                      <a:pt x="1721" y="362"/>
                    </a:lnTo>
                    <a:lnTo>
                      <a:pt x="1692" y="336"/>
                    </a:lnTo>
                    <a:lnTo>
                      <a:pt x="1659" y="314"/>
                    </a:lnTo>
                    <a:lnTo>
                      <a:pt x="1623" y="298"/>
                    </a:lnTo>
                    <a:lnTo>
                      <a:pt x="1583" y="286"/>
                    </a:lnTo>
                    <a:lnTo>
                      <a:pt x="1542" y="278"/>
                    </a:lnTo>
                    <a:lnTo>
                      <a:pt x="1498" y="274"/>
                    </a:lnTo>
                    <a:lnTo>
                      <a:pt x="1405" y="277"/>
                    </a:lnTo>
                    <a:lnTo>
                      <a:pt x="1309" y="294"/>
                    </a:lnTo>
                    <a:lnTo>
                      <a:pt x="1214" y="322"/>
                    </a:lnTo>
                    <a:lnTo>
                      <a:pt x="1122" y="360"/>
                    </a:lnTo>
                    <a:lnTo>
                      <a:pt x="1037" y="406"/>
                    </a:lnTo>
                    <a:lnTo>
                      <a:pt x="963" y="458"/>
                    </a:lnTo>
                    <a:lnTo>
                      <a:pt x="932" y="486"/>
                    </a:lnTo>
                    <a:lnTo>
                      <a:pt x="904" y="515"/>
                    </a:lnTo>
                    <a:lnTo>
                      <a:pt x="880" y="545"/>
                    </a:lnTo>
                    <a:lnTo>
                      <a:pt x="862" y="574"/>
                    </a:lnTo>
                    <a:lnTo>
                      <a:pt x="849" y="604"/>
                    </a:lnTo>
                    <a:lnTo>
                      <a:pt x="841" y="634"/>
                    </a:lnTo>
                    <a:lnTo>
                      <a:pt x="840" y="664"/>
                    </a:lnTo>
                    <a:lnTo>
                      <a:pt x="846" y="694"/>
                    </a:lnTo>
                    <a:lnTo>
                      <a:pt x="858" y="722"/>
                    </a:lnTo>
                    <a:lnTo>
                      <a:pt x="878" y="750"/>
                    </a:lnTo>
                    <a:lnTo>
                      <a:pt x="896" y="768"/>
                    </a:lnTo>
                    <a:lnTo>
                      <a:pt x="914" y="783"/>
                    </a:lnTo>
                    <a:lnTo>
                      <a:pt x="932" y="793"/>
                    </a:lnTo>
                    <a:lnTo>
                      <a:pt x="949" y="799"/>
                    </a:lnTo>
                    <a:lnTo>
                      <a:pt x="966" y="802"/>
                    </a:lnTo>
                    <a:lnTo>
                      <a:pt x="983" y="801"/>
                    </a:lnTo>
                    <a:lnTo>
                      <a:pt x="999" y="796"/>
                    </a:lnTo>
                    <a:lnTo>
                      <a:pt x="1015" y="789"/>
                    </a:lnTo>
                    <a:lnTo>
                      <a:pt x="1030" y="779"/>
                    </a:lnTo>
                    <a:lnTo>
                      <a:pt x="1044" y="766"/>
                    </a:lnTo>
                    <a:lnTo>
                      <a:pt x="1057" y="750"/>
                    </a:lnTo>
                    <a:lnTo>
                      <a:pt x="1069" y="732"/>
                    </a:lnTo>
                    <a:lnTo>
                      <a:pt x="1091" y="691"/>
                    </a:lnTo>
                    <a:lnTo>
                      <a:pt x="1107" y="642"/>
                    </a:lnTo>
                    <a:lnTo>
                      <a:pt x="1118" y="588"/>
                    </a:lnTo>
                    <a:lnTo>
                      <a:pt x="1124" y="530"/>
                    </a:lnTo>
                    <a:lnTo>
                      <a:pt x="1122" y="471"/>
                    </a:lnTo>
                    <a:lnTo>
                      <a:pt x="1113" y="411"/>
                    </a:lnTo>
                    <a:lnTo>
                      <a:pt x="1095" y="352"/>
                    </a:lnTo>
                    <a:lnTo>
                      <a:pt x="1069" y="296"/>
                    </a:lnTo>
                    <a:lnTo>
                      <a:pt x="1053" y="269"/>
                    </a:lnTo>
                    <a:lnTo>
                      <a:pt x="1034" y="244"/>
                    </a:lnTo>
                    <a:lnTo>
                      <a:pt x="1012" y="220"/>
                    </a:lnTo>
                    <a:lnTo>
                      <a:pt x="988" y="198"/>
                    </a:lnTo>
                    <a:lnTo>
                      <a:pt x="955" y="174"/>
                    </a:lnTo>
                    <a:lnTo>
                      <a:pt x="913" y="147"/>
                    </a:lnTo>
                    <a:lnTo>
                      <a:pt x="862" y="119"/>
                    </a:lnTo>
                    <a:lnTo>
                      <a:pt x="803" y="90"/>
                    </a:lnTo>
                    <a:lnTo>
                      <a:pt x="739" y="64"/>
                    </a:lnTo>
                    <a:lnTo>
                      <a:pt x="669" y="40"/>
                    </a:lnTo>
                    <a:lnTo>
                      <a:pt x="597" y="20"/>
                    </a:lnTo>
                    <a:lnTo>
                      <a:pt x="523" y="6"/>
                    </a:lnTo>
                    <a:lnTo>
                      <a:pt x="448" y="0"/>
                    </a:lnTo>
                    <a:lnTo>
                      <a:pt x="373" y="2"/>
                    </a:lnTo>
                    <a:lnTo>
                      <a:pt x="301" y="15"/>
                    </a:lnTo>
                    <a:lnTo>
                      <a:pt x="266" y="25"/>
                    </a:lnTo>
                    <a:lnTo>
                      <a:pt x="232" y="39"/>
                    </a:lnTo>
                    <a:lnTo>
                      <a:pt x="200" y="56"/>
                    </a:lnTo>
                    <a:lnTo>
                      <a:pt x="168" y="76"/>
                    </a:lnTo>
                    <a:lnTo>
                      <a:pt x="139" y="100"/>
                    </a:lnTo>
                    <a:lnTo>
                      <a:pt x="111" y="127"/>
                    </a:lnTo>
                    <a:lnTo>
                      <a:pt x="84" y="159"/>
                    </a:lnTo>
                    <a:lnTo>
                      <a:pt x="60" y="195"/>
                    </a:lnTo>
                    <a:lnTo>
                      <a:pt x="38" y="235"/>
                    </a:lnTo>
                    <a:lnTo>
                      <a:pt x="19" y="280"/>
                    </a:lnTo>
                    <a:lnTo>
                      <a:pt x="6" y="325"/>
                    </a:lnTo>
                    <a:lnTo>
                      <a:pt x="0" y="371"/>
                    </a:lnTo>
                    <a:lnTo>
                      <a:pt x="2" y="417"/>
                    </a:lnTo>
                    <a:lnTo>
                      <a:pt x="11" y="463"/>
                    </a:lnTo>
                    <a:lnTo>
                      <a:pt x="26" y="510"/>
                    </a:lnTo>
                    <a:lnTo>
                      <a:pt x="47" y="556"/>
                    </a:lnTo>
                    <a:lnTo>
                      <a:pt x="106" y="651"/>
                    </a:lnTo>
                    <a:lnTo>
                      <a:pt x="182" y="745"/>
                    </a:lnTo>
                    <a:lnTo>
                      <a:pt x="273" y="841"/>
                    </a:lnTo>
                    <a:lnTo>
                      <a:pt x="482" y="1031"/>
                    </a:lnTo>
                    <a:lnTo>
                      <a:pt x="700" y="1219"/>
                    </a:lnTo>
                    <a:lnTo>
                      <a:pt x="898" y="1402"/>
                    </a:lnTo>
                    <a:lnTo>
                      <a:pt x="979" y="1492"/>
                    </a:lnTo>
                    <a:lnTo>
                      <a:pt x="1044" y="1580"/>
                    </a:lnTo>
                    <a:lnTo>
                      <a:pt x="1069" y="1623"/>
                    </a:lnTo>
                    <a:lnTo>
                      <a:pt x="1088" y="1665"/>
                    </a:lnTo>
                    <a:lnTo>
                      <a:pt x="1101" y="1707"/>
                    </a:lnTo>
                    <a:lnTo>
                      <a:pt x="1107" y="1748"/>
                    </a:lnTo>
                    <a:lnTo>
                      <a:pt x="1111" y="1906"/>
                    </a:lnTo>
                    <a:lnTo>
                      <a:pt x="1111" y="2136"/>
                    </a:lnTo>
                    <a:lnTo>
                      <a:pt x="1101" y="2694"/>
                    </a:lnTo>
                    <a:lnTo>
                      <a:pt x="1080" y="3414"/>
                    </a:lnTo>
                    <a:lnTo>
                      <a:pt x="651" y="3414"/>
                    </a:lnTo>
                    <a:close/>
                  </a:path>
                </a:pathLst>
              </a:custGeom>
              <a:noFill/>
              <a:ln cap="rnd" w="79200">
                <a:solidFill>
                  <a:srgbClr val="000000"/>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44" name=""/>
              <p:cNvSpPr/>
              <p:nvPr/>
            </p:nvSpPr>
            <p:spPr>
              <a:xfrm>
                <a:off x="2567160" y="1080360"/>
                <a:ext cx="360" cy="241920"/>
              </a:xfrm>
              <a:prstGeom prst="line">
                <a:avLst/>
              </a:prstGeom>
              <a:ln cap="rnd" w="792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45" name=""/>
              <p:cNvSpPr/>
              <p:nvPr/>
            </p:nvSpPr>
            <p:spPr>
              <a:xfrm flipH="1">
                <a:off x="3402000" y="1430280"/>
                <a:ext cx="171000" cy="171360"/>
              </a:xfrm>
              <a:prstGeom prst="line">
                <a:avLst/>
              </a:prstGeom>
              <a:ln cap="rnd" w="792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46" name=""/>
              <p:cNvSpPr/>
              <p:nvPr/>
            </p:nvSpPr>
            <p:spPr>
              <a:xfrm flipH="1">
                <a:off x="3596040" y="2366280"/>
                <a:ext cx="241920" cy="360"/>
              </a:xfrm>
              <a:prstGeom prst="line">
                <a:avLst/>
              </a:prstGeom>
              <a:ln cap="rnd" w="792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47" name=""/>
              <p:cNvSpPr/>
              <p:nvPr/>
            </p:nvSpPr>
            <p:spPr>
              <a:xfrm>
                <a:off x="1561320" y="1430280"/>
                <a:ext cx="171000" cy="171360"/>
              </a:xfrm>
              <a:prstGeom prst="line">
                <a:avLst/>
              </a:prstGeom>
              <a:ln cap="rnd" w="792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sp>
            <p:nvSpPr>
              <p:cNvPr id="448" name=""/>
              <p:cNvSpPr/>
              <p:nvPr/>
            </p:nvSpPr>
            <p:spPr>
              <a:xfrm>
                <a:off x="1296360" y="2366280"/>
                <a:ext cx="241920" cy="360"/>
              </a:xfrm>
              <a:prstGeom prst="line">
                <a:avLst/>
              </a:prstGeom>
              <a:ln cap="rnd" w="79200">
                <a:solidFill>
                  <a:srgbClr val="000000"/>
                </a:solidFill>
                <a:round/>
              </a:ln>
            </p:spPr>
            <p:style>
              <a:lnRef idx="0"/>
              <a:fillRef idx="0"/>
              <a:effectRef idx="0"/>
              <a:fontRef idx="minor"/>
            </p:style>
            <p:txBody>
              <a:bodyPr lIns="0" rIns="0" tIns="0" bIns="0" anchor="ctr">
                <a:noAutofit/>
              </a:bodyPr>
              <a:p>
                <a:endParaRPr b="1" lang="en-GB" sz="1400" strike="noStrike" u="none">
                  <a:solidFill>
                    <a:srgbClr val="000000"/>
                  </a:solidFill>
                  <a:effectLst/>
                  <a:uFillTx/>
                  <a:latin typeface="Noto Sans"/>
                  <a:ea typeface="DejaVu Sans"/>
                </a:endParaRPr>
              </a:p>
            </p:txBody>
          </p:sp>
        </p:grpSp>
        <p:sp>
          <p:nvSpPr>
            <p:cNvPr id="449" name=""/>
            <p:cNvSpPr/>
            <p:nvPr/>
          </p:nvSpPr>
          <p:spPr>
            <a:xfrm flipH="1">
              <a:off x="3079080" y="3203640"/>
              <a:ext cx="114480" cy="11412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450" name=""/>
            <p:cNvSpPr/>
            <p:nvPr/>
          </p:nvSpPr>
          <p:spPr>
            <a:xfrm>
              <a:off x="3079080" y="3203640"/>
              <a:ext cx="114480" cy="11412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451" name=""/>
            <p:cNvSpPr/>
            <p:nvPr/>
          </p:nvSpPr>
          <p:spPr>
            <a:xfrm flipH="1">
              <a:off x="1981800" y="1584000"/>
              <a:ext cx="114480" cy="11412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452" name=""/>
            <p:cNvSpPr/>
            <p:nvPr/>
          </p:nvSpPr>
          <p:spPr>
            <a:xfrm>
              <a:off x="1981800" y="1584000"/>
              <a:ext cx="114480" cy="114120"/>
            </a:xfrm>
            <a:prstGeom prst="line">
              <a:avLst/>
            </a:prstGeom>
            <a:ln cap="rnd" w="54000">
              <a:solidFill>
                <a:srgbClr val="000000"/>
              </a:solidFill>
              <a:round/>
            </a:ln>
          </p:spPr>
          <p:style>
            <a:lnRef idx="0"/>
            <a:fillRef idx="0"/>
            <a:effectRef idx="0"/>
            <a:fontRef idx="minor"/>
          </p:style>
          <p:txBody>
            <a:bodyPr lIns="0" rIns="0" tIns="0" bIns="0" anchor="ctr" anchorCtr="1">
              <a:noAutofit/>
            </a:bodyPr>
            <a:p>
              <a:endParaRPr b="1" lang="en-GB" sz="1400" strike="noStrike" u="none">
                <a:solidFill>
                  <a:srgbClr val="000000"/>
                </a:solidFill>
                <a:effectLst/>
                <a:uFillTx/>
                <a:latin typeface="Noto Sans"/>
                <a:ea typeface="DejaVu Sans"/>
              </a:endParaRPr>
            </a:p>
          </p:txBody>
        </p:sp>
        <p:sp>
          <p:nvSpPr>
            <p:cNvPr id="453" name=""/>
            <p:cNvSpPr/>
            <p:nvPr/>
          </p:nvSpPr>
          <p:spPr>
            <a:xfrm>
              <a:off x="1798200" y="3458880"/>
              <a:ext cx="163800" cy="182880"/>
            </a:xfrm>
            <a:custGeom>
              <a:avLst/>
              <a:gdLst>
                <a:gd name="textAreaLeft" fmla="*/ 0 w 163800"/>
                <a:gd name="textAreaRight" fmla="*/ 167400 w 163800"/>
                <a:gd name="textAreaTop" fmla="*/ 0 h 182880"/>
                <a:gd name="textAreaBottom" fmla="*/ 186480 h 182880"/>
              </a:gdLst>
              <a:ahLst/>
              <a:cxnLst/>
              <a:rect l="textAreaLeft" t="textAreaTop" r="textAreaRight" b="textAreaBottom"/>
              <a:pathLst>
                <a:path w="465" h="518">
                  <a:moveTo>
                    <a:pt x="0" y="518"/>
                  </a:moveTo>
                  <a:lnTo>
                    <a:pt x="465" y="353"/>
                  </a:lnTo>
                  <a:lnTo>
                    <a:pt x="93" y="0"/>
                  </a:lnTo>
                  <a:lnTo>
                    <a:pt x="0" y="518"/>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54" name=""/>
            <p:cNvSpPr/>
            <p:nvPr/>
          </p:nvSpPr>
          <p:spPr>
            <a:xfrm>
              <a:off x="3641760" y="2671560"/>
              <a:ext cx="165600" cy="180000"/>
            </a:xfrm>
            <a:custGeom>
              <a:avLst/>
              <a:gdLst>
                <a:gd name="textAreaLeft" fmla="*/ 0 w 165600"/>
                <a:gd name="textAreaRight" fmla="*/ 169200 w 165600"/>
                <a:gd name="textAreaTop" fmla="*/ 0 h 180000"/>
                <a:gd name="textAreaBottom" fmla="*/ 183600 h 180000"/>
              </a:gdLst>
              <a:ahLst/>
              <a:cxnLst/>
              <a:rect l="textAreaLeft" t="textAreaTop" r="textAreaRight" b="textAreaBottom"/>
              <a:pathLst>
                <a:path w="470" h="510">
                  <a:moveTo>
                    <a:pt x="0" y="238"/>
                  </a:moveTo>
                  <a:lnTo>
                    <a:pt x="412" y="510"/>
                  </a:lnTo>
                  <a:lnTo>
                    <a:pt x="470" y="0"/>
                  </a:lnTo>
                  <a:lnTo>
                    <a:pt x="0" y="238"/>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55" name=""/>
            <p:cNvSpPr/>
            <p:nvPr/>
          </p:nvSpPr>
          <p:spPr>
            <a:xfrm>
              <a:off x="1088640" y="1644840"/>
              <a:ext cx="184320" cy="162000"/>
            </a:xfrm>
            <a:custGeom>
              <a:avLst/>
              <a:gdLst>
                <a:gd name="textAreaLeft" fmla="*/ 0 w 184320"/>
                <a:gd name="textAreaRight" fmla="*/ 187920 w 184320"/>
                <a:gd name="textAreaTop" fmla="*/ 0 h 162000"/>
                <a:gd name="textAreaBottom" fmla="*/ 165600 h 162000"/>
              </a:gdLst>
              <a:ahLst/>
              <a:cxnLst/>
              <a:rect l="textAreaLeft" t="textAreaTop" r="textAreaRight" b="textAreaBottom"/>
              <a:pathLst>
                <a:path w="522" h="460">
                  <a:moveTo>
                    <a:pt x="0" y="66"/>
                  </a:moveTo>
                  <a:lnTo>
                    <a:pt x="297" y="460"/>
                  </a:lnTo>
                  <a:lnTo>
                    <a:pt x="522" y="0"/>
                  </a:lnTo>
                  <a:lnTo>
                    <a:pt x="0" y="66"/>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56" name=""/>
            <p:cNvSpPr/>
            <p:nvPr/>
          </p:nvSpPr>
          <p:spPr>
            <a:xfrm>
              <a:off x="3659760" y="1647360"/>
              <a:ext cx="191880" cy="192240"/>
            </a:xfrm>
            <a:custGeom>
              <a:avLst/>
              <a:gdLst>
                <a:gd name="textAreaLeft" fmla="*/ 0 w 191880"/>
                <a:gd name="textAreaRight" fmla="*/ 195480 w 191880"/>
                <a:gd name="textAreaTop" fmla="*/ 0 h 192240"/>
                <a:gd name="textAreaBottom" fmla="*/ 195840 h 192240"/>
              </a:gdLst>
              <a:ahLst/>
              <a:cxnLst/>
              <a:rect l="textAreaLeft" t="textAreaTop" r="textAreaRight" b="textAreaBottom"/>
              <a:pathLst>
                <a:path w="543" h="544">
                  <a:moveTo>
                    <a:pt x="543" y="272"/>
                  </a:moveTo>
                  <a:lnTo>
                    <a:pt x="542" y="290"/>
                  </a:lnTo>
                  <a:lnTo>
                    <a:pt x="541" y="308"/>
                  </a:lnTo>
                  <a:lnTo>
                    <a:pt x="538" y="326"/>
                  </a:lnTo>
                  <a:lnTo>
                    <a:pt x="534" y="342"/>
                  </a:lnTo>
                  <a:lnTo>
                    <a:pt x="529" y="359"/>
                  </a:lnTo>
                  <a:lnTo>
                    <a:pt x="523" y="375"/>
                  </a:lnTo>
                  <a:lnTo>
                    <a:pt x="516" y="392"/>
                  </a:lnTo>
                  <a:lnTo>
                    <a:pt x="507" y="408"/>
                  </a:lnTo>
                  <a:lnTo>
                    <a:pt x="497" y="424"/>
                  </a:lnTo>
                  <a:lnTo>
                    <a:pt x="487" y="438"/>
                  </a:lnTo>
                  <a:lnTo>
                    <a:pt x="476" y="452"/>
                  </a:lnTo>
                  <a:lnTo>
                    <a:pt x="464" y="465"/>
                  </a:lnTo>
                  <a:lnTo>
                    <a:pt x="451" y="477"/>
                  </a:lnTo>
                  <a:lnTo>
                    <a:pt x="437" y="488"/>
                  </a:lnTo>
                  <a:lnTo>
                    <a:pt x="423" y="498"/>
                  </a:lnTo>
                  <a:lnTo>
                    <a:pt x="407" y="508"/>
                  </a:lnTo>
                  <a:lnTo>
                    <a:pt x="391" y="517"/>
                  </a:lnTo>
                  <a:lnTo>
                    <a:pt x="375" y="524"/>
                  </a:lnTo>
                  <a:lnTo>
                    <a:pt x="358" y="530"/>
                  </a:lnTo>
                  <a:lnTo>
                    <a:pt x="342" y="535"/>
                  </a:lnTo>
                  <a:lnTo>
                    <a:pt x="325" y="539"/>
                  </a:lnTo>
                  <a:lnTo>
                    <a:pt x="308" y="542"/>
                  </a:lnTo>
                  <a:lnTo>
                    <a:pt x="290" y="543"/>
                  </a:lnTo>
                  <a:lnTo>
                    <a:pt x="272" y="544"/>
                  </a:lnTo>
                  <a:lnTo>
                    <a:pt x="254" y="543"/>
                  </a:lnTo>
                  <a:lnTo>
                    <a:pt x="236" y="542"/>
                  </a:lnTo>
                  <a:lnTo>
                    <a:pt x="218" y="539"/>
                  </a:lnTo>
                  <a:lnTo>
                    <a:pt x="202" y="535"/>
                  </a:lnTo>
                  <a:lnTo>
                    <a:pt x="185" y="530"/>
                  </a:lnTo>
                  <a:lnTo>
                    <a:pt x="169" y="524"/>
                  </a:lnTo>
                  <a:lnTo>
                    <a:pt x="152" y="517"/>
                  </a:lnTo>
                  <a:lnTo>
                    <a:pt x="136" y="508"/>
                  </a:lnTo>
                  <a:lnTo>
                    <a:pt x="120" y="498"/>
                  </a:lnTo>
                  <a:lnTo>
                    <a:pt x="106" y="488"/>
                  </a:lnTo>
                  <a:lnTo>
                    <a:pt x="92" y="477"/>
                  </a:lnTo>
                  <a:lnTo>
                    <a:pt x="79" y="465"/>
                  </a:lnTo>
                  <a:lnTo>
                    <a:pt x="67" y="452"/>
                  </a:lnTo>
                  <a:lnTo>
                    <a:pt x="56" y="438"/>
                  </a:lnTo>
                  <a:lnTo>
                    <a:pt x="46" y="424"/>
                  </a:lnTo>
                  <a:lnTo>
                    <a:pt x="36" y="408"/>
                  </a:lnTo>
                  <a:lnTo>
                    <a:pt x="27" y="392"/>
                  </a:lnTo>
                  <a:lnTo>
                    <a:pt x="20" y="375"/>
                  </a:lnTo>
                  <a:lnTo>
                    <a:pt x="14" y="359"/>
                  </a:lnTo>
                  <a:lnTo>
                    <a:pt x="9" y="342"/>
                  </a:lnTo>
                  <a:lnTo>
                    <a:pt x="5" y="326"/>
                  </a:lnTo>
                  <a:lnTo>
                    <a:pt x="2" y="308"/>
                  </a:lnTo>
                  <a:lnTo>
                    <a:pt x="1" y="290"/>
                  </a:lnTo>
                  <a:lnTo>
                    <a:pt x="0" y="272"/>
                  </a:lnTo>
                  <a:lnTo>
                    <a:pt x="1" y="254"/>
                  </a:lnTo>
                  <a:lnTo>
                    <a:pt x="2" y="236"/>
                  </a:lnTo>
                  <a:lnTo>
                    <a:pt x="5" y="218"/>
                  </a:lnTo>
                  <a:lnTo>
                    <a:pt x="9" y="202"/>
                  </a:lnTo>
                  <a:lnTo>
                    <a:pt x="14" y="185"/>
                  </a:lnTo>
                  <a:lnTo>
                    <a:pt x="20" y="169"/>
                  </a:lnTo>
                  <a:lnTo>
                    <a:pt x="27" y="152"/>
                  </a:lnTo>
                  <a:lnTo>
                    <a:pt x="36" y="136"/>
                  </a:lnTo>
                  <a:lnTo>
                    <a:pt x="46" y="120"/>
                  </a:lnTo>
                  <a:lnTo>
                    <a:pt x="56" y="106"/>
                  </a:lnTo>
                  <a:lnTo>
                    <a:pt x="67" y="92"/>
                  </a:lnTo>
                  <a:lnTo>
                    <a:pt x="79" y="80"/>
                  </a:lnTo>
                  <a:lnTo>
                    <a:pt x="92" y="68"/>
                  </a:lnTo>
                  <a:lnTo>
                    <a:pt x="106" y="57"/>
                  </a:lnTo>
                  <a:lnTo>
                    <a:pt x="120" y="47"/>
                  </a:lnTo>
                  <a:lnTo>
                    <a:pt x="136" y="37"/>
                  </a:lnTo>
                  <a:lnTo>
                    <a:pt x="152" y="28"/>
                  </a:lnTo>
                  <a:lnTo>
                    <a:pt x="169" y="21"/>
                  </a:lnTo>
                  <a:lnTo>
                    <a:pt x="185" y="14"/>
                  </a:lnTo>
                  <a:lnTo>
                    <a:pt x="202" y="9"/>
                  </a:lnTo>
                  <a:lnTo>
                    <a:pt x="218" y="5"/>
                  </a:lnTo>
                  <a:lnTo>
                    <a:pt x="236" y="2"/>
                  </a:lnTo>
                  <a:lnTo>
                    <a:pt x="254" y="1"/>
                  </a:lnTo>
                  <a:lnTo>
                    <a:pt x="272" y="0"/>
                  </a:lnTo>
                  <a:lnTo>
                    <a:pt x="290" y="1"/>
                  </a:lnTo>
                  <a:lnTo>
                    <a:pt x="308" y="2"/>
                  </a:lnTo>
                  <a:lnTo>
                    <a:pt x="325" y="5"/>
                  </a:lnTo>
                  <a:lnTo>
                    <a:pt x="342" y="9"/>
                  </a:lnTo>
                  <a:lnTo>
                    <a:pt x="358" y="14"/>
                  </a:lnTo>
                  <a:lnTo>
                    <a:pt x="375" y="21"/>
                  </a:lnTo>
                  <a:lnTo>
                    <a:pt x="391" y="28"/>
                  </a:lnTo>
                  <a:lnTo>
                    <a:pt x="407" y="37"/>
                  </a:lnTo>
                  <a:lnTo>
                    <a:pt x="423" y="47"/>
                  </a:lnTo>
                  <a:lnTo>
                    <a:pt x="437" y="57"/>
                  </a:lnTo>
                  <a:lnTo>
                    <a:pt x="451" y="68"/>
                  </a:lnTo>
                  <a:lnTo>
                    <a:pt x="464" y="80"/>
                  </a:lnTo>
                  <a:lnTo>
                    <a:pt x="476" y="92"/>
                  </a:lnTo>
                  <a:lnTo>
                    <a:pt x="487" y="106"/>
                  </a:lnTo>
                  <a:lnTo>
                    <a:pt x="497" y="120"/>
                  </a:lnTo>
                  <a:lnTo>
                    <a:pt x="507" y="136"/>
                  </a:lnTo>
                  <a:lnTo>
                    <a:pt x="516" y="152"/>
                  </a:lnTo>
                  <a:lnTo>
                    <a:pt x="523" y="169"/>
                  </a:lnTo>
                  <a:lnTo>
                    <a:pt x="529" y="185"/>
                  </a:lnTo>
                  <a:lnTo>
                    <a:pt x="534" y="202"/>
                  </a:lnTo>
                  <a:lnTo>
                    <a:pt x="538" y="218"/>
                  </a:lnTo>
                  <a:lnTo>
                    <a:pt x="541" y="236"/>
                  </a:lnTo>
                  <a:lnTo>
                    <a:pt x="542" y="254"/>
                  </a:lnTo>
                  <a:lnTo>
                    <a:pt x="543" y="272"/>
                  </a:lnTo>
                  <a:close/>
                </a:path>
              </a:pathLst>
            </a:custGeom>
            <a:noFill/>
            <a:ln cap="rnd" w="54000">
              <a:solidFill>
                <a:srgbClr val="000000"/>
              </a:solidFill>
              <a:round/>
            </a:ln>
          </p:spPr>
          <p:style>
            <a:lnRef idx="0"/>
            <a:fillRef idx="0"/>
            <a:effectRef idx="0"/>
            <a:fontRef idx="minor"/>
          </p:style>
          <p:txBody>
            <a:bodyPr lIns="0" rIns="0" tIns="0" bIns="0" anchor="ctr" anchorCtr="1">
              <a:noAutofit/>
            </a:bodyPr>
            <a:p>
              <a:pPr algn="ctr">
                <a:lnSpc>
                  <a:spcPct val="100000"/>
                </a:lnSpc>
              </a:pPr>
              <a:endParaRPr b="1" lang="en-GB" sz="1400" strike="noStrike" u="none">
                <a:solidFill>
                  <a:srgbClr val="000000"/>
                </a:solidFill>
                <a:effectLst/>
                <a:uFillTx/>
                <a:latin typeface="Noto Sans"/>
                <a:ea typeface="DejaVu Sans"/>
              </a:endParaRPr>
            </a:p>
          </p:txBody>
        </p:sp>
      </p:grpSp>
      <p:grpSp>
        <p:nvGrpSpPr>
          <p:cNvPr id="457" name=""/>
          <p:cNvGrpSpPr/>
          <p:nvPr/>
        </p:nvGrpSpPr>
        <p:grpSpPr>
          <a:xfrm>
            <a:off x="1951200" y="307080"/>
            <a:ext cx="7445880" cy="4259880"/>
            <a:chOff x="1951200" y="307080"/>
            <a:chExt cx="7445880" cy="4259880"/>
          </a:xfrm>
        </p:grpSpPr>
        <p:grpSp>
          <p:nvGrpSpPr>
            <p:cNvPr id="458" name=""/>
            <p:cNvGrpSpPr/>
            <p:nvPr/>
          </p:nvGrpSpPr>
          <p:grpSpPr>
            <a:xfrm>
              <a:off x="7599600" y="307080"/>
              <a:ext cx="1797480" cy="1523880"/>
              <a:chOff x="7599600" y="307080"/>
              <a:chExt cx="1797480" cy="1523880"/>
            </a:xfrm>
          </p:grpSpPr>
          <p:sp>
            <p:nvSpPr>
              <p:cNvPr id="459" name=""/>
              <p:cNvSpPr/>
              <p:nvPr/>
            </p:nvSpPr>
            <p:spPr>
              <a:xfrm flipV="1">
                <a:off x="8079480" y="1476000"/>
                <a:ext cx="99360" cy="14724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60" name=""/>
              <p:cNvSpPr/>
              <p:nvPr/>
            </p:nvSpPr>
            <p:spPr>
              <a:xfrm flipV="1">
                <a:off x="7599600" y="955800"/>
                <a:ext cx="176400" cy="327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61" name=""/>
              <p:cNvSpPr/>
              <p:nvPr/>
            </p:nvSpPr>
            <p:spPr>
              <a:xfrm>
                <a:off x="7820640" y="307080"/>
                <a:ext cx="150120" cy="1011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62" name=""/>
              <p:cNvSpPr/>
              <p:nvPr/>
            </p:nvSpPr>
            <p:spPr>
              <a:xfrm flipH="1" flipV="1">
                <a:off x="8811720" y="1655280"/>
                <a:ext cx="35640" cy="17568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63" name=""/>
              <p:cNvSpPr/>
              <p:nvPr/>
            </p:nvSpPr>
            <p:spPr>
              <a:xfrm flipH="1" flipV="1">
                <a:off x="9246960" y="1270080"/>
                <a:ext cx="150120" cy="10152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grpSp>
        <p:sp>
          <p:nvSpPr>
            <p:cNvPr id="464" name=""/>
            <p:cNvSpPr/>
            <p:nvPr/>
          </p:nvSpPr>
          <p:spPr>
            <a:xfrm>
              <a:off x="1951200" y="4389480"/>
              <a:ext cx="164520" cy="177480"/>
            </a:xfrm>
            <a:custGeom>
              <a:avLst/>
              <a:gdLst>
                <a:gd name="textAreaLeft" fmla="*/ 0 w 164520"/>
                <a:gd name="textAreaRight" fmla="*/ 168120 w 164520"/>
                <a:gd name="textAreaTop" fmla="*/ 0 h 177480"/>
                <a:gd name="textAreaBottom" fmla="*/ 181080 h 177480"/>
              </a:gdLst>
              <a:ahLst/>
              <a:cxnLst/>
              <a:rect l="textAreaLeft" t="textAreaTop" r="textAreaRight" b="textAreaBottom"/>
              <a:pathLst>
                <a:path w="467" h="503">
                  <a:moveTo>
                    <a:pt x="0" y="230"/>
                  </a:moveTo>
                  <a:lnTo>
                    <a:pt x="404" y="503"/>
                  </a:lnTo>
                  <a:lnTo>
                    <a:pt x="467" y="0"/>
                  </a:lnTo>
                  <a:lnTo>
                    <a:pt x="0" y="230"/>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sp>
          <p:nvSpPr>
            <p:cNvPr id="465" name=""/>
            <p:cNvSpPr/>
            <p:nvPr/>
          </p:nvSpPr>
          <p:spPr>
            <a:xfrm flipH="1">
              <a:off x="5312880" y="867960"/>
              <a:ext cx="164160" cy="1641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66" name=""/>
            <p:cNvSpPr/>
            <p:nvPr/>
          </p:nvSpPr>
          <p:spPr>
            <a:xfrm>
              <a:off x="5312880" y="867960"/>
              <a:ext cx="164160" cy="164160"/>
            </a:xfrm>
            <a:prstGeom prst="line">
              <a:avLst/>
            </a:prstGeom>
            <a:ln cap="rnd" w="79200">
              <a:solidFill>
                <a:srgbClr val="ffffff"/>
              </a:solidFill>
              <a:round/>
            </a:ln>
          </p:spPr>
          <p:style>
            <a:lnRef idx="0"/>
            <a:fillRef idx="0"/>
            <a:effectRef idx="0"/>
            <a:fontRef idx="minor"/>
          </p:style>
          <p:txBody>
            <a:bodyPr lIns="0" rIns="0" tIns="0" bIns="0" anchor="ctr">
              <a:noAutofit/>
            </a:bodyPr>
            <a:p>
              <a:endParaRPr b="1" lang="en-GB" sz="1400" strike="noStrike" u="none">
                <a:solidFill>
                  <a:srgbClr val="ffffff"/>
                </a:solidFill>
                <a:effectLst/>
                <a:uFillTx/>
                <a:latin typeface="Noto Sans"/>
                <a:ea typeface="DejaVu Sans"/>
              </a:endParaRPr>
            </a:p>
          </p:txBody>
        </p:sp>
        <p:sp>
          <p:nvSpPr>
            <p:cNvPr id="467" name=""/>
            <p:cNvSpPr/>
            <p:nvPr/>
          </p:nvSpPr>
          <p:spPr>
            <a:xfrm>
              <a:off x="7007400" y="2572920"/>
              <a:ext cx="186840" cy="186840"/>
            </a:xfrm>
            <a:custGeom>
              <a:avLst/>
              <a:gdLst>
                <a:gd name="textAreaLeft" fmla="*/ 0 w 186840"/>
                <a:gd name="textAreaRight" fmla="*/ 190440 w 186840"/>
                <a:gd name="textAreaTop" fmla="*/ 0 h 186840"/>
                <a:gd name="textAreaBottom" fmla="*/ 190440 h 186840"/>
              </a:gdLst>
              <a:ahLst/>
              <a:cxnLst/>
              <a:rect l="textAreaLeft" t="textAreaTop" r="textAreaRight" b="textAreaBottom"/>
              <a:pathLst>
                <a:path w="529" h="529">
                  <a:moveTo>
                    <a:pt x="529" y="265"/>
                  </a:moveTo>
                  <a:lnTo>
                    <a:pt x="528" y="283"/>
                  </a:lnTo>
                  <a:lnTo>
                    <a:pt x="527" y="300"/>
                  </a:lnTo>
                  <a:lnTo>
                    <a:pt x="524" y="317"/>
                  </a:lnTo>
                  <a:lnTo>
                    <a:pt x="520" y="333"/>
                  </a:lnTo>
                  <a:lnTo>
                    <a:pt x="516" y="349"/>
                  </a:lnTo>
                  <a:lnTo>
                    <a:pt x="510" y="365"/>
                  </a:lnTo>
                  <a:lnTo>
                    <a:pt x="502" y="381"/>
                  </a:lnTo>
                  <a:lnTo>
                    <a:pt x="494" y="397"/>
                  </a:lnTo>
                  <a:lnTo>
                    <a:pt x="485" y="412"/>
                  </a:lnTo>
                  <a:lnTo>
                    <a:pt x="475" y="426"/>
                  </a:lnTo>
                  <a:lnTo>
                    <a:pt x="464" y="440"/>
                  </a:lnTo>
                  <a:lnTo>
                    <a:pt x="452" y="452"/>
                  </a:lnTo>
                  <a:lnTo>
                    <a:pt x="440" y="464"/>
                  </a:lnTo>
                  <a:lnTo>
                    <a:pt x="426" y="475"/>
                  </a:lnTo>
                  <a:lnTo>
                    <a:pt x="412" y="485"/>
                  </a:lnTo>
                  <a:lnTo>
                    <a:pt x="397" y="494"/>
                  </a:lnTo>
                  <a:lnTo>
                    <a:pt x="381" y="502"/>
                  </a:lnTo>
                  <a:lnTo>
                    <a:pt x="365" y="510"/>
                  </a:lnTo>
                  <a:lnTo>
                    <a:pt x="350" y="516"/>
                  </a:lnTo>
                  <a:lnTo>
                    <a:pt x="333" y="520"/>
                  </a:lnTo>
                  <a:lnTo>
                    <a:pt x="317" y="524"/>
                  </a:lnTo>
                  <a:lnTo>
                    <a:pt x="300" y="527"/>
                  </a:lnTo>
                  <a:lnTo>
                    <a:pt x="283" y="528"/>
                  </a:lnTo>
                  <a:lnTo>
                    <a:pt x="265" y="529"/>
                  </a:lnTo>
                  <a:lnTo>
                    <a:pt x="247" y="528"/>
                  </a:lnTo>
                  <a:lnTo>
                    <a:pt x="230" y="527"/>
                  </a:lnTo>
                  <a:lnTo>
                    <a:pt x="213" y="524"/>
                  </a:lnTo>
                  <a:lnTo>
                    <a:pt x="196" y="520"/>
                  </a:lnTo>
                  <a:lnTo>
                    <a:pt x="180" y="516"/>
                  </a:lnTo>
                  <a:lnTo>
                    <a:pt x="164" y="510"/>
                  </a:lnTo>
                  <a:lnTo>
                    <a:pt x="148" y="502"/>
                  </a:lnTo>
                  <a:lnTo>
                    <a:pt x="132" y="494"/>
                  </a:lnTo>
                  <a:lnTo>
                    <a:pt x="117" y="485"/>
                  </a:lnTo>
                  <a:lnTo>
                    <a:pt x="103" y="475"/>
                  </a:lnTo>
                  <a:lnTo>
                    <a:pt x="89" y="464"/>
                  </a:lnTo>
                  <a:lnTo>
                    <a:pt x="77" y="452"/>
                  </a:lnTo>
                  <a:lnTo>
                    <a:pt x="65" y="440"/>
                  </a:lnTo>
                  <a:lnTo>
                    <a:pt x="55" y="426"/>
                  </a:lnTo>
                  <a:lnTo>
                    <a:pt x="44" y="412"/>
                  </a:lnTo>
                  <a:lnTo>
                    <a:pt x="35" y="397"/>
                  </a:lnTo>
                  <a:lnTo>
                    <a:pt x="26" y="381"/>
                  </a:lnTo>
                  <a:lnTo>
                    <a:pt x="19" y="365"/>
                  </a:lnTo>
                  <a:lnTo>
                    <a:pt x="13" y="350"/>
                  </a:lnTo>
                  <a:lnTo>
                    <a:pt x="8" y="333"/>
                  </a:lnTo>
                  <a:lnTo>
                    <a:pt x="5" y="317"/>
                  </a:lnTo>
                  <a:lnTo>
                    <a:pt x="2" y="300"/>
                  </a:lnTo>
                  <a:lnTo>
                    <a:pt x="0" y="283"/>
                  </a:lnTo>
                  <a:lnTo>
                    <a:pt x="0" y="265"/>
                  </a:lnTo>
                  <a:lnTo>
                    <a:pt x="0" y="247"/>
                  </a:lnTo>
                  <a:lnTo>
                    <a:pt x="2" y="230"/>
                  </a:lnTo>
                  <a:lnTo>
                    <a:pt x="5" y="213"/>
                  </a:lnTo>
                  <a:lnTo>
                    <a:pt x="8" y="196"/>
                  </a:lnTo>
                  <a:lnTo>
                    <a:pt x="13" y="180"/>
                  </a:lnTo>
                  <a:lnTo>
                    <a:pt x="19" y="164"/>
                  </a:lnTo>
                  <a:lnTo>
                    <a:pt x="26" y="148"/>
                  </a:lnTo>
                  <a:lnTo>
                    <a:pt x="35" y="132"/>
                  </a:lnTo>
                  <a:lnTo>
                    <a:pt x="44" y="117"/>
                  </a:lnTo>
                  <a:lnTo>
                    <a:pt x="55" y="103"/>
                  </a:lnTo>
                  <a:lnTo>
                    <a:pt x="65" y="89"/>
                  </a:lnTo>
                  <a:lnTo>
                    <a:pt x="77" y="77"/>
                  </a:lnTo>
                  <a:lnTo>
                    <a:pt x="89" y="65"/>
                  </a:lnTo>
                  <a:lnTo>
                    <a:pt x="103" y="55"/>
                  </a:lnTo>
                  <a:lnTo>
                    <a:pt x="117" y="44"/>
                  </a:lnTo>
                  <a:lnTo>
                    <a:pt x="132" y="35"/>
                  </a:lnTo>
                  <a:lnTo>
                    <a:pt x="148" y="26"/>
                  </a:lnTo>
                  <a:lnTo>
                    <a:pt x="164" y="19"/>
                  </a:lnTo>
                  <a:lnTo>
                    <a:pt x="180" y="13"/>
                  </a:lnTo>
                  <a:lnTo>
                    <a:pt x="196" y="8"/>
                  </a:lnTo>
                  <a:lnTo>
                    <a:pt x="212" y="5"/>
                  </a:lnTo>
                  <a:lnTo>
                    <a:pt x="229" y="2"/>
                  </a:lnTo>
                  <a:lnTo>
                    <a:pt x="247" y="0"/>
                  </a:lnTo>
                  <a:lnTo>
                    <a:pt x="265" y="0"/>
                  </a:lnTo>
                  <a:lnTo>
                    <a:pt x="283" y="0"/>
                  </a:lnTo>
                  <a:lnTo>
                    <a:pt x="300" y="2"/>
                  </a:lnTo>
                  <a:lnTo>
                    <a:pt x="317" y="5"/>
                  </a:lnTo>
                  <a:lnTo>
                    <a:pt x="333" y="8"/>
                  </a:lnTo>
                  <a:lnTo>
                    <a:pt x="349" y="13"/>
                  </a:lnTo>
                  <a:lnTo>
                    <a:pt x="365" y="19"/>
                  </a:lnTo>
                  <a:lnTo>
                    <a:pt x="381" y="26"/>
                  </a:lnTo>
                  <a:lnTo>
                    <a:pt x="397" y="35"/>
                  </a:lnTo>
                  <a:lnTo>
                    <a:pt x="412" y="44"/>
                  </a:lnTo>
                  <a:lnTo>
                    <a:pt x="426" y="55"/>
                  </a:lnTo>
                  <a:lnTo>
                    <a:pt x="440" y="65"/>
                  </a:lnTo>
                  <a:lnTo>
                    <a:pt x="452" y="77"/>
                  </a:lnTo>
                  <a:lnTo>
                    <a:pt x="464" y="89"/>
                  </a:lnTo>
                  <a:lnTo>
                    <a:pt x="475" y="103"/>
                  </a:lnTo>
                  <a:lnTo>
                    <a:pt x="485" y="117"/>
                  </a:lnTo>
                  <a:lnTo>
                    <a:pt x="494" y="132"/>
                  </a:lnTo>
                  <a:lnTo>
                    <a:pt x="502" y="148"/>
                  </a:lnTo>
                  <a:lnTo>
                    <a:pt x="510" y="164"/>
                  </a:lnTo>
                  <a:lnTo>
                    <a:pt x="516" y="180"/>
                  </a:lnTo>
                  <a:lnTo>
                    <a:pt x="520" y="196"/>
                  </a:lnTo>
                  <a:lnTo>
                    <a:pt x="524" y="212"/>
                  </a:lnTo>
                  <a:lnTo>
                    <a:pt x="527" y="229"/>
                  </a:lnTo>
                  <a:lnTo>
                    <a:pt x="528" y="247"/>
                  </a:lnTo>
                  <a:lnTo>
                    <a:pt x="529" y="265"/>
                  </a:lnTo>
                  <a:close/>
                </a:path>
              </a:pathLst>
            </a:custGeom>
            <a:noFill/>
            <a:ln cap="rnd" w="54000">
              <a:solidFill>
                <a:srgbClr val="ffffff"/>
              </a:solidFill>
              <a:round/>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ffffff"/>
                </a:solidFill>
                <a:effectLst/>
                <a:uFillTx/>
                <a:latin typeface="Noto Sans"/>
                <a:ea typeface="DejaVu Sans"/>
              </a:endParaRPr>
            </a:p>
          </p:txBody>
        </p:sp>
      </p:grpSp>
      <p:sp>
        <p:nvSpPr>
          <p:cNvPr id="468" name="PlaceHolder 1"/>
          <p:cNvSpPr>
            <a:spLocks noGrp="1"/>
          </p:cNvSpPr>
          <p:nvPr>
            <p:ph type="title"/>
          </p:nvPr>
        </p:nvSpPr>
        <p:spPr>
          <a:xfrm>
            <a:off x="4320000" y="2019240"/>
            <a:ext cx="5036400" cy="274680"/>
          </a:xfrm>
          <a:prstGeom prst="rect">
            <a:avLst/>
          </a:prstGeom>
          <a:noFill/>
          <a:ln w="0">
            <a:noFill/>
          </a:ln>
        </p:spPr>
        <p:txBody>
          <a:bodyPr lIns="0" rIns="0" tIns="0" bIns="0" anchor="ctr">
            <a:spAutoFit/>
          </a:bodyPr>
          <a:p>
            <a:pPr indent="0">
              <a:buNone/>
            </a:pPr>
            <a:r>
              <a:rPr b="0" lang="en-GB" sz="1800" strike="noStrike" u="none">
                <a:solidFill>
                  <a:srgbClr val="000000"/>
                </a:solidFill>
                <a:effectLst/>
                <a:uFillTx/>
                <a:latin typeface="Arial"/>
              </a:rPr>
              <a:t>Click to edit the title text format</a:t>
            </a:r>
            <a:endParaRPr b="0" lang="en-GB" sz="1800" strike="noStrike" u="none">
              <a:solidFill>
                <a:srgbClr val="000000"/>
              </a:solidFill>
              <a:effectLst/>
              <a:uFillTx/>
              <a:latin typeface="Arial"/>
            </a:endParaRPr>
          </a:p>
        </p:txBody>
      </p:sp>
      <p:sp>
        <p:nvSpPr>
          <p:cNvPr id="469" name="PlaceHolder 2"/>
          <p:cNvSpPr>
            <a:spLocks noGrp="1"/>
          </p:cNvSpPr>
          <p:nvPr>
            <p:ph type="body"/>
          </p:nvPr>
        </p:nvSpPr>
        <p:spPr>
          <a:xfrm>
            <a:off x="4320000" y="2880000"/>
            <a:ext cx="5036400" cy="1796400"/>
          </a:xfrm>
          <a:prstGeom prst="rect">
            <a:avLst/>
          </a:prstGeom>
          <a:noFill/>
          <a:ln w="0">
            <a:noFill/>
          </a:ln>
        </p:spPr>
        <p:txBody>
          <a:bodyPr lIns="0" rIns="0" tIns="0" bIns="0" anchor="t">
            <a:normAutofit fontScale="85000" lnSpcReduction="19999"/>
          </a:bodyPr>
          <a:p>
            <a:pPr marL="432000" indent="-324000">
              <a:spcBef>
                <a:spcPts val="1417"/>
              </a:spcBef>
              <a:buClr>
                <a:srgbClr val="000000"/>
              </a:buClr>
              <a:buSzPct val="45000"/>
              <a:buFont typeface="Wingdings" charset="2"/>
              <a:buChar char=""/>
            </a:pPr>
            <a:r>
              <a:rPr b="0" lang="en-GB" sz="1800" strike="noStrike" u="none">
                <a:solidFill>
                  <a:srgbClr val="000000"/>
                </a:solidFill>
                <a:effectLst/>
                <a:uFillTx/>
                <a:latin typeface="Arial"/>
              </a:rPr>
              <a:t>Click to edit the outline text format</a:t>
            </a:r>
            <a:endParaRPr b="0" lang="en-GB"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GB" sz="1800" strike="noStrike" u="none">
                <a:solidFill>
                  <a:srgbClr val="000000"/>
                </a:solidFill>
                <a:effectLst/>
                <a:uFillTx/>
                <a:latin typeface="Arial"/>
              </a:rPr>
              <a:t>Second Outline Level</a:t>
            </a:r>
            <a:endParaRPr b="0" lang="en-GB"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GB" sz="1800" strike="noStrike" u="none">
                <a:solidFill>
                  <a:srgbClr val="000000"/>
                </a:solidFill>
                <a:effectLst/>
                <a:uFillTx/>
                <a:latin typeface="Arial"/>
              </a:rPr>
              <a:t>Third Outline Level</a:t>
            </a:r>
            <a:endParaRPr b="0" lang="en-GB"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GB" sz="1800" strike="noStrike" u="none">
                <a:solidFill>
                  <a:srgbClr val="000000"/>
                </a:solidFill>
                <a:effectLst/>
                <a:uFillTx/>
                <a:latin typeface="Arial"/>
              </a:rPr>
              <a:t>Fourth Outline Level</a:t>
            </a:r>
            <a:endParaRPr b="0" lang="en-GB"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Fifth Outline Level</a:t>
            </a:r>
            <a:endParaRPr b="0" lang="en-GB"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Sixth Outline Level</a:t>
            </a:r>
            <a:endParaRPr b="0" lang="en-GB"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GB" sz="1800" strike="noStrike" u="none">
                <a:solidFill>
                  <a:srgbClr val="000000"/>
                </a:solidFill>
                <a:effectLst/>
                <a:uFillTx/>
                <a:latin typeface="Arial"/>
              </a:rPr>
              <a:t>Seventh Outline Level</a:t>
            </a:r>
            <a:endParaRPr b="0" lang="en-GB" sz="1800" strike="noStrike" u="none">
              <a:solidFill>
                <a:srgbClr val="000000"/>
              </a:solidFill>
              <a:effectLst/>
              <a:uFillTx/>
              <a:latin typeface="Arial"/>
            </a:endParaRPr>
          </a:p>
        </p:txBody>
      </p:sp>
      <p:sp>
        <p:nvSpPr>
          <p:cNvPr id="470" name="PlaceHolder 3"/>
          <p:cNvSpPr>
            <a:spLocks noGrp="1"/>
          </p:cNvSpPr>
          <p:nvPr>
            <p:ph type="ftr" idx="34"/>
          </p:nvPr>
        </p:nvSpPr>
        <p:spPr>
          <a:xfrm>
            <a:off x="3420000" y="5238000"/>
            <a:ext cx="3236400" cy="239040"/>
          </a:xfrm>
          <a:prstGeom prst="rect">
            <a:avLst/>
          </a:prstGeom>
          <a:noFill/>
          <a:ln w="0">
            <a:noFill/>
          </a:ln>
        </p:spPr>
        <p:txBody>
          <a:bodyPr lIns="0" rIns="0" tIns="0" bIns="0" anchor="t">
            <a:noAutofit/>
          </a:bodyPr>
          <a:lstStyle>
            <a:lvl1pPr indent="0" algn="ctr">
              <a:lnSpc>
                <a:spcPct val="100000"/>
              </a:lnSpc>
              <a:buNone/>
              <a:tabLst>
                <a:tab algn="l" pos="0"/>
              </a:tabLst>
              <a:defRPr b="0" lang="en-GB" sz="1400" strike="noStrike" u="none">
                <a:solidFill>
                  <a:srgbClr val="000000"/>
                </a:solidFill>
                <a:effectLst/>
                <a:uFillTx/>
                <a:latin typeface="Noto Sans"/>
              </a:defRPr>
            </a:lvl1pPr>
          </a:lstStyle>
          <a:p>
            <a:pPr indent="0" algn="ctr">
              <a:lnSpc>
                <a:spcPct val="100000"/>
              </a:lnSpc>
              <a:buNone/>
              <a:tabLst>
                <a:tab algn="l" pos="0"/>
              </a:tabLst>
            </a:pPr>
            <a:r>
              <a:rPr b="0" lang="en-GB" sz="1400" strike="noStrike" u="none">
                <a:solidFill>
                  <a:srgbClr val="000000"/>
                </a:solidFill>
                <a:effectLst/>
                <a:uFillTx/>
                <a:latin typeface="Noto Sans"/>
              </a:rPr>
              <a:t>&lt;footer&gt;</a:t>
            </a:r>
            <a:endParaRPr b="0" lang="en-GB" sz="1400" strike="noStrike" u="none">
              <a:solidFill>
                <a:srgbClr val="000000"/>
              </a:solidFill>
              <a:effectLst/>
              <a:uFillTx/>
              <a:latin typeface="Times New Roman"/>
            </a:endParaRPr>
          </a:p>
        </p:txBody>
      </p:sp>
      <p:sp>
        <p:nvSpPr>
          <p:cNvPr id="471" name="PlaceHolder 4"/>
          <p:cNvSpPr>
            <a:spLocks noGrp="1"/>
          </p:cNvSpPr>
          <p:nvPr>
            <p:ph type="sldNum" idx="35"/>
          </p:nvPr>
        </p:nvSpPr>
        <p:spPr>
          <a:xfrm>
            <a:off x="7228800" y="5238000"/>
            <a:ext cx="2343600" cy="239040"/>
          </a:xfrm>
          <a:prstGeom prst="rect">
            <a:avLst/>
          </a:prstGeom>
          <a:noFill/>
          <a:ln w="0">
            <a:noFill/>
          </a:ln>
        </p:spPr>
        <p:txBody>
          <a:bodyPr lIns="0" rIns="0" tIns="0" bIns="0" anchor="t">
            <a:noAutofit/>
          </a:bodyPr>
          <a:lstStyle>
            <a:lvl1pPr indent="0" algn="r">
              <a:lnSpc>
                <a:spcPct val="100000"/>
              </a:lnSpc>
              <a:buNone/>
              <a:tabLst>
                <a:tab algn="l" pos="0"/>
              </a:tabLst>
              <a:defRPr b="0" lang="en-GB" sz="1400" strike="noStrike" u="none">
                <a:solidFill>
                  <a:srgbClr val="000000"/>
                </a:solidFill>
                <a:effectLst/>
                <a:uFillTx/>
                <a:latin typeface="Noto Sans"/>
              </a:defRPr>
            </a:lvl1pPr>
          </a:lstStyle>
          <a:p>
            <a:pPr indent="0" algn="r">
              <a:lnSpc>
                <a:spcPct val="100000"/>
              </a:lnSpc>
              <a:buNone/>
              <a:tabLst>
                <a:tab algn="l" pos="0"/>
              </a:tabLst>
            </a:pPr>
            <a:fld id="{F7167346-991E-4ABC-9AC0-F425CCAF636C}" type="slidenum">
              <a:rPr b="0" lang="en-GB" sz="1400" strike="noStrike" u="none">
                <a:solidFill>
                  <a:srgbClr val="000000"/>
                </a:solidFill>
                <a:effectLst/>
                <a:uFillTx/>
                <a:latin typeface="Noto Sans"/>
              </a:rPr>
              <a:t>&lt;number&gt;</a:t>
            </a:fld>
            <a:endParaRPr b="0" lang="en-GB" sz="1400" strike="noStrike" u="none">
              <a:solidFill>
                <a:srgbClr val="000000"/>
              </a:solidFill>
              <a:effectLst/>
              <a:uFillTx/>
              <a:latin typeface="Times New Roman"/>
            </a:endParaRPr>
          </a:p>
        </p:txBody>
      </p:sp>
      <p:sp>
        <p:nvSpPr>
          <p:cNvPr id="472" name="PlaceHolder 5"/>
          <p:cNvSpPr>
            <a:spLocks noGrp="1"/>
          </p:cNvSpPr>
          <p:nvPr>
            <p:ph type="dt" idx="36"/>
          </p:nvPr>
        </p:nvSpPr>
        <p:spPr>
          <a:xfrm>
            <a:off x="504000" y="5238000"/>
            <a:ext cx="2343600" cy="239040"/>
          </a:xfrm>
          <a:prstGeom prst="rect">
            <a:avLst/>
          </a:prstGeom>
          <a:noFill/>
          <a:ln w="0">
            <a:noFill/>
          </a:ln>
        </p:spPr>
        <p:txBody>
          <a:bodyPr lIns="0" rIns="0" tIns="0" bIns="0" anchor="t">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
          <p:cNvSpPr/>
          <p:nvPr/>
        </p:nvSpPr>
        <p:spPr>
          <a:xfrm>
            <a:off x="4320000" y="2880000"/>
            <a:ext cx="5036760" cy="1076760"/>
          </a:xfrm>
          <a:custGeom>
            <a:avLst/>
            <a:gdLst>
              <a:gd name="textAreaLeft" fmla="*/ 0 w 5036760"/>
              <a:gd name="textAreaRight" fmla="*/ 5040360 w 5036760"/>
              <a:gd name="textAreaTop" fmla="*/ 0 h 1076760"/>
              <a:gd name="textAreaBottom" fmla="*/ 1080360 h 1076760"/>
            </a:gdLst>
            <a:ahLst/>
            <a:cxnLst/>
            <a:rect l="textAreaLeft" t="textAreaTop" r="textAreaRight" b="textAreaBottom"/>
            <a:pathLst>
              <a:path w="14001" h="3001">
                <a:moveTo>
                  <a:pt x="7001" y="3001"/>
                </a:moveTo>
                <a:lnTo>
                  <a:pt x="12388" y="3001"/>
                </a:lnTo>
                <a:lnTo>
                  <a:pt x="12555" y="2994"/>
                </a:lnTo>
                <a:lnTo>
                  <a:pt x="12714" y="2968"/>
                </a:lnTo>
                <a:lnTo>
                  <a:pt x="12866" y="2931"/>
                </a:lnTo>
                <a:lnTo>
                  <a:pt x="13018" y="2883"/>
                </a:lnTo>
                <a:lnTo>
                  <a:pt x="13154" y="2821"/>
                </a:lnTo>
                <a:lnTo>
                  <a:pt x="13291" y="2743"/>
                </a:lnTo>
                <a:lnTo>
                  <a:pt x="13413" y="2659"/>
                </a:lnTo>
                <a:lnTo>
                  <a:pt x="13530" y="2563"/>
                </a:lnTo>
                <a:lnTo>
                  <a:pt x="13633" y="2452"/>
                </a:lnTo>
                <a:lnTo>
                  <a:pt x="13724" y="2342"/>
                </a:lnTo>
                <a:lnTo>
                  <a:pt x="13807" y="2217"/>
                </a:lnTo>
                <a:lnTo>
                  <a:pt x="13876" y="2084"/>
                </a:lnTo>
                <a:lnTo>
                  <a:pt x="13929" y="1944"/>
                </a:lnTo>
                <a:lnTo>
                  <a:pt x="13967" y="1801"/>
                </a:lnTo>
                <a:lnTo>
                  <a:pt x="13993" y="1653"/>
                </a:lnTo>
                <a:lnTo>
                  <a:pt x="14001" y="1499"/>
                </a:lnTo>
                <a:lnTo>
                  <a:pt x="14001" y="1499"/>
                </a:lnTo>
                <a:lnTo>
                  <a:pt x="13993" y="1344"/>
                </a:lnTo>
                <a:lnTo>
                  <a:pt x="13967" y="1197"/>
                </a:lnTo>
                <a:lnTo>
                  <a:pt x="13929" y="1057"/>
                </a:lnTo>
                <a:lnTo>
                  <a:pt x="13876" y="913"/>
                </a:lnTo>
                <a:lnTo>
                  <a:pt x="13807" y="784"/>
                </a:lnTo>
                <a:lnTo>
                  <a:pt x="13724" y="659"/>
                </a:lnTo>
                <a:lnTo>
                  <a:pt x="13633" y="549"/>
                </a:lnTo>
                <a:lnTo>
                  <a:pt x="13530" y="438"/>
                </a:lnTo>
                <a:lnTo>
                  <a:pt x="13413" y="342"/>
                </a:lnTo>
                <a:lnTo>
                  <a:pt x="13291" y="258"/>
                </a:lnTo>
                <a:lnTo>
                  <a:pt x="13154" y="180"/>
                </a:lnTo>
                <a:lnTo>
                  <a:pt x="13018" y="118"/>
                </a:lnTo>
                <a:lnTo>
                  <a:pt x="12866" y="70"/>
                </a:lnTo>
                <a:lnTo>
                  <a:pt x="12714" y="33"/>
                </a:lnTo>
                <a:lnTo>
                  <a:pt x="12555" y="7"/>
                </a:lnTo>
                <a:lnTo>
                  <a:pt x="12388" y="0"/>
                </a:lnTo>
                <a:lnTo>
                  <a:pt x="1617" y="0"/>
                </a:lnTo>
                <a:lnTo>
                  <a:pt x="1454" y="7"/>
                </a:lnTo>
                <a:lnTo>
                  <a:pt x="1291" y="33"/>
                </a:lnTo>
                <a:lnTo>
                  <a:pt x="1135" y="70"/>
                </a:lnTo>
                <a:lnTo>
                  <a:pt x="987" y="118"/>
                </a:lnTo>
                <a:lnTo>
                  <a:pt x="847" y="180"/>
                </a:lnTo>
                <a:lnTo>
                  <a:pt x="710" y="258"/>
                </a:lnTo>
                <a:lnTo>
                  <a:pt x="588" y="342"/>
                </a:lnTo>
                <a:lnTo>
                  <a:pt x="471" y="438"/>
                </a:lnTo>
                <a:lnTo>
                  <a:pt x="368" y="549"/>
                </a:lnTo>
                <a:lnTo>
                  <a:pt x="277" y="659"/>
                </a:lnTo>
                <a:lnTo>
                  <a:pt x="194" y="784"/>
                </a:lnTo>
                <a:lnTo>
                  <a:pt x="125" y="913"/>
                </a:lnTo>
                <a:lnTo>
                  <a:pt x="72" y="1057"/>
                </a:lnTo>
                <a:lnTo>
                  <a:pt x="34" y="1197"/>
                </a:lnTo>
                <a:lnTo>
                  <a:pt x="8" y="1344"/>
                </a:lnTo>
                <a:lnTo>
                  <a:pt x="0" y="1499"/>
                </a:lnTo>
                <a:lnTo>
                  <a:pt x="0" y="1499"/>
                </a:lnTo>
                <a:lnTo>
                  <a:pt x="8" y="1653"/>
                </a:lnTo>
                <a:lnTo>
                  <a:pt x="34" y="1801"/>
                </a:lnTo>
                <a:lnTo>
                  <a:pt x="72" y="1944"/>
                </a:lnTo>
                <a:lnTo>
                  <a:pt x="125" y="2084"/>
                </a:lnTo>
                <a:lnTo>
                  <a:pt x="194" y="2217"/>
                </a:lnTo>
                <a:lnTo>
                  <a:pt x="277" y="2342"/>
                </a:lnTo>
                <a:lnTo>
                  <a:pt x="368" y="2452"/>
                </a:lnTo>
                <a:lnTo>
                  <a:pt x="471" y="2563"/>
                </a:lnTo>
                <a:lnTo>
                  <a:pt x="588" y="2659"/>
                </a:lnTo>
                <a:lnTo>
                  <a:pt x="710" y="2743"/>
                </a:lnTo>
                <a:lnTo>
                  <a:pt x="847" y="2821"/>
                </a:lnTo>
                <a:lnTo>
                  <a:pt x="987" y="2883"/>
                </a:lnTo>
                <a:lnTo>
                  <a:pt x="1135" y="2931"/>
                </a:lnTo>
                <a:lnTo>
                  <a:pt x="1291" y="2968"/>
                </a:lnTo>
                <a:lnTo>
                  <a:pt x="1454" y="2994"/>
                </a:lnTo>
                <a:lnTo>
                  <a:pt x="1617" y="3001"/>
                </a:lnTo>
                <a:lnTo>
                  <a:pt x="7001" y="3001"/>
                </a:lnTo>
                <a:close/>
              </a:path>
            </a:pathLst>
          </a:custGeom>
          <a:solidFill>
            <a:srgbClr val="ffffff"/>
          </a:solidFill>
          <a:ln w="0">
            <a:noFill/>
          </a:ln>
        </p:spPr>
        <p:style>
          <a:lnRef idx="0"/>
          <a:fillRef idx="0"/>
          <a:effectRef idx="0"/>
          <a:fontRef idx="minor"/>
        </p:style>
        <p:txBody>
          <a:bodyPr lIns="0" rIns="0" tIns="0" bIns="0" anchor="ctr">
            <a:noAutofit/>
          </a:bodyPr>
          <a:p>
            <a:pPr algn="ctr">
              <a:lnSpc>
                <a:spcPct val="100000"/>
              </a:lnSpc>
            </a:pPr>
            <a:endParaRPr b="1" lang="en-GB" sz="1400" strike="noStrike" u="none">
              <a:solidFill>
                <a:srgbClr val="000000"/>
              </a:solidFill>
              <a:effectLst/>
              <a:uFillTx/>
              <a:latin typeface="Noto Sans"/>
              <a:ea typeface="DejaVu Sans"/>
            </a:endParaRPr>
          </a:p>
        </p:txBody>
      </p:sp>
      <p:sp>
        <p:nvSpPr>
          <p:cNvPr id="476" name="PlaceHolder 1"/>
          <p:cNvSpPr>
            <a:spLocks noGrp="1"/>
          </p:cNvSpPr>
          <p:nvPr>
            <p:ph type="title"/>
          </p:nvPr>
        </p:nvSpPr>
        <p:spPr>
          <a:xfrm>
            <a:off x="4320000" y="1800000"/>
            <a:ext cx="5036400" cy="896400"/>
          </a:xfrm>
          <a:prstGeom prst="rect">
            <a:avLst/>
          </a:prstGeom>
          <a:noFill/>
          <a:ln w="0">
            <a:noFill/>
          </a:ln>
        </p:spPr>
        <p:txBody>
          <a:bodyPr lIns="0" rIns="0" tIns="0" bIns="0" anchor="ctr">
            <a:normAutofit/>
          </a:bodyPr>
          <a:p>
            <a:pPr indent="0" algn="ctr">
              <a:lnSpc>
                <a:spcPct val="100000"/>
              </a:lnSpc>
              <a:buNone/>
              <a:tabLst>
                <a:tab algn="l" pos="0"/>
              </a:tabLst>
            </a:pPr>
            <a:r>
              <a:rPr b="1" lang="en-GB" sz="4400" strike="noStrike" u="wavy">
                <a:solidFill>
                  <a:srgbClr val="000000"/>
                </a:solidFill>
                <a:effectLst/>
                <a:uFillTx/>
                <a:latin typeface="Noto Sans Arabic"/>
              </a:rPr>
              <a:t>: </a:t>
            </a:r>
            <a:r>
              <a:rPr b="1" lang="hi-IN" sz="4400" strike="noStrike" u="wavy">
                <a:solidFill>
                  <a:srgbClr val="000000"/>
                </a:solidFill>
                <a:effectLst/>
                <a:uFillTx/>
                <a:latin typeface="Noto Sans Arabic"/>
                <a:cs typeface="Noto Sans Arabic"/>
              </a:rPr>
              <a:t>بحث حول</a:t>
            </a:r>
            <a:endParaRPr b="0" lang="en-GB" sz="4400" strike="noStrike" u="none">
              <a:solidFill>
                <a:srgbClr val="000000"/>
              </a:solidFill>
              <a:effectLst/>
              <a:uFillTx/>
              <a:latin typeface="Arial"/>
            </a:endParaRPr>
          </a:p>
        </p:txBody>
      </p:sp>
      <p:sp>
        <p:nvSpPr>
          <p:cNvPr id="477" name="PlaceHolder 2"/>
          <p:cNvSpPr>
            <a:spLocks noGrp="1"/>
          </p:cNvSpPr>
          <p:nvPr>
            <p:ph type="subTitle"/>
          </p:nvPr>
        </p:nvSpPr>
        <p:spPr>
          <a:xfrm>
            <a:off x="4320000" y="2880000"/>
            <a:ext cx="5036400" cy="1076400"/>
          </a:xfrm>
          <a:prstGeom prst="rect">
            <a:avLst/>
          </a:prstGeom>
          <a:noFill/>
          <a:ln w="0">
            <a:noFill/>
          </a:ln>
        </p:spPr>
        <p:txBody>
          <a:bodyPr lIns="0" rIns="0" tIns="0" bIns="0" anchor="ctr">
            <a:normAutofit/>
          </a:bodyPr>
          <a:p>
            <a:pPr indent="0" algn="ctr">
              <a:lnSpc>
                <a:spcPct val="100000"/>
              </a:lnSpc>
              <a:buNone/>
              <a:tabLst>
                <a:tab algn="l" pos="0"/>
              </a:tabLst>
            </a:pPr>
            <a:r>
              <a:rPr b="1" lang="hi-IN" sz="3200" strike="noStrike" u="none">
                <a:solidFill>
                  <a:srgbClr val="000000"/>
                </a:solidFill>
                <a:effectLst/>
                <a:uFillTx/>
                <a:latin typeface="Noto Sans Arabic"/>
                <a:cs typeface="Noto Sans Arabic"/>
              </a:rPr>
              <a:t>الاستهلاك و المنفعة الاقتصادية</a:t>
            </a:r>
            <a:endParaRPr b="0" lang="en-GB"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ubTitle"/>
          </p:nvPr>
        </p:nvSpPr>
        <p:spPr>
          <a:xfrm>
            <a:off x="810000" y="108000"/>
            <a:ext cx="3308400" cy="478800"/>
          </a:xfrm>
          <a:prstGeom prst="rect">
            <a:avLst/>
          </a:prstGeom>
          <a:noFill/>
          <a:ln w="0">
            <a:noFill/>
          </a:ln>
        </p:spPr>
        <p:txBody>
          <a:bodyPr lIns="0" rIns="0" tIns="0" bIns="0" anchor="ctr">
            <a:normAutofit/>
          </a:bodyPr>
          <a:p>
            <a:pPr algn="ctr">
              <a:lnSpc>
                <a:spcPct val="100000"/>
              </a:lnSpc>
            </a:pPr>
            <a:r>
              <a:rPr b="1" lang="hi-IN" sz="2800" strike="noStrike" u="none">
                <a:solidFill>
                  <a:srgbClr val="000000"/>
                </a:solidFill>
                <a:effectLst/>
                <a:uFillTx/>
                <a:latin typeface="Noto Sans Arabic"/>
                <a:cs typeface="Noto Sans Arabic"/>
              </a:rPr>
              <a:t>تمهيد</a:t>
            </a:r>
            <a:endParaRPr b="0" lang="en-GB" sz="2800" strike="noStrike" u="none">
              <a:solidFill>
                <a:srgbClr val="000000"/>
              </a:solidFill>
              <a:effectLst/>
              <a:uFillTx/>
              <a:latin typeface="Arial"/>
            </a:endParaRPr>
          </a:p>
        </p:txBody>
      </p:sp>
      <p:sp>
        <p:nvSpPr>
          <p:cNvPr id="479" name="PlaceHolder 2"/>
          <p:cNvSpPr>
            <a:spLocks noGrp="1"/>
          </p:cNvSpPr>
          <p:nvPr>
            <p:ph/>
          </p:nvPr>
        </p:nvSpPr>
        <p:spPr>
          <a:xfrm>
            <a:off x="720000" y="1620000"/>
            <a:ext cx="8492400" cy="3596400"/>
          </a:xfrm>
          <a:prstGeom prst="rect">
            <a:avLst/>
          </a:prstGeom>
          <a:noFill/>
          <a:ln w="0">
            <a:noFill/>
          </a:ln>
        </p:spPr>
        <p:txBody>
          <a:bodyPr lIns="0" rIns="0" tIns="0" bIns="0" anchor="t">
            <a:normAutofit/>
          </a:bodyPr>
          <a:p>
            <a:pPr marL="432000" indent="0" algn="r">
              <a:lnSpc>
                <a:spcPct val="100000"/>
              </a:lnSpc>
              <a:spcBef>
                <a:spcPts val="1417"/>
              </a:spcBef>
              <a:buNone/>
              <a:tabLst>
                <a:tab algn="l" pos="0"/>
              </a:tabLst>
            </a:pPr>
            <a:r>
              <a:rPr b="0" lang="hi-IN" sz="2000" strike="noStrike" u="none">
                <a:solidFill>
                  <a:srgbClr val="000000"/>
                </a:solidFill>
                <a:effectLst/>
                <a:uFillTx/>
                <a:latin typeface="Noto Sans Arabic"/>
                <a:cs typeface="Noto Sans Arabic"/>
              </a:rPr>
              <a:t>تزداد احتياجات الانسان بشكل مستمر مع مرور الوقت في ضل عدة اسباب منها التطور التيكنولوجي و تحسن المستوى المعيشي وبالتالي ارتفع استهلاك الافراد والمجمعات للمنتوجات و السلع حيث اصبح من الضروري التعامل مع هذه العمليات برشد و عقلانية و الاخذ بعين الاعتبار الدخل المحدود و الاسعار السائدة في السوق من اجل تحقيق اكبر منفعة</a:t>
            </a:r>
            <a:endParaRPr b="0" lang="en-GB" sz="2000" strike="noStrike" u="none">
              <a:solidFill>
                <a:srgbClr val="000000"/>
              </a:solidFill>
              <a:effectLst/>
              <a:uFillTx/>
              <a:latin typeface="Arial"/>
            </a:endParaRPr>
          </a:p>
          <a:p>
            <a:pPr marL="432000" indent="0" algn="r">
              <a:lnSpc>
                <a:spcPct val="100000"/>
              </a:lnSpc>
              <a:spcBef>
                <a:spcPts val="1417"/>
              </a:spcBef>
              <a:buNone/>
              <a:tabLst>
                <a:tab algn="l" pos="0"/>
              </a:tabLst>
            </a:pPr>
            <a:r>
              <a:rPr b="0" lang="hi-IN" sz="2000" strike="noStrike" u="none">
                <a:solidFill>
                  <a:srgbClr val="000000"/>
                </a:solidFill>
                <a:effectLst/>
                <a:uFillTx/>
                <a:latin typeface="Noto Sans Arabic"/>
                <a:cs typeface="Noto Sans Arabic"/>
              </a:rPr>
              <a:t>و للتقليل من الاضرار الجانبية للاستهلاك يجب فهم سلوك المستهلك وكيفية اتخاذه قراراته الاقتصادية مثل مذا و كم يستهلك و قياس المنفعة المتحصل عليها بعد كل عملية استهلاك لمعرفة كيفية تحقيق اكبر اشباع فالمنفعة ليست فقط كمية مادية بل تستطيع ان تكون نفسية او اجتماعية مما يتسبب في جعل العلاقة بين الاستهلاك والمنفعة الاقتصادية متعددة الجوانب</a:t>
            </a:r>
            <a:endParaRPr b="0" lang="en-GB"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4320000" y="1800000"/>
            <a:ext cx="5036400" cy="716400"/>
          </a:xfrm>
          <a:prstGeom prst="rect">
            <a:avLst/>
          </a:prstGeom>
          <a:noFill/>
          <a:ln w="0">
            <a:noFill/>
          </a:ln>
        </p:spPr>
        <p:txBody>
          <a:bodyPr lIns="0" rIns="0" tIns="0" bIns="0" anchor="ctr" anchorCtr="1">
            <a:normAutofit/>
          </a:bodyPr>
          <a:p>
            <a:pPr indent="0" algn="ctr">
              <a:lnSpc>
                <a:spcPct val="100000"/>
              </a:lnSpc>
              <a:buNone/>
              <a:tabLst>
                <a:tab algn="l" pos="0"/>
              </a:tabLst>
            </a:pPr>
            <a:r>
              <a:rPr b="1" lang="en-GB" sz="3600" strike="noStrike" u="wavy">
                <a:solidFill>
                  <a:srgbClr val="000000"/>
                </a:solidFill>
                <a:effectLst/>
                <a:uFillTx/>
                <a:latin typeface="Noto sans Arabic"/>
              </a:rPr>
              <a:t>:</a:t>
            </a:r>
            <a:r>
              <a:rPr b="1" lang="hi-IN" sz="3600" strike="noStrike" u="wavy">
                <a:solidFill>
                  <a:srgbClr val="000000"/>
                </a:solidFill>
                <a:effectLst/>
                <a:uFillTx/>
                <a:latin typeface="Noto sans Arabic"/>
                <a:cs typeface="Noto sans Arabic"/>
              </a:rPr>
              <a:t>الاشكالية</a:t>
            </a:r>
            <a:endParaRPr b="0" lang="en-GB" sz="3600" strike="noStrike" u="none">
              <a:solidFill>
                <a:srgbClr val="000000"/>
              </a:solidFill>
              <a:effectLst/>
              <a:uFillTx/>
              <a:latin typeface="Arial"/>
            </a:endParaRPr>
          </a:p>
        </p:txBody>
      </p:sp>
      <p:sp>
        <p:nvSpPr>
          <p:cNvPr id="481" name="PlaceHolder 2"/>
          <p:cNvSpPr>
            <a:spLocks noGrp="1"/>
          </p:cNvSpPr>
          <p:nvPr>
            <p:ph type="subTitle"/>
          </p:nvPr>
        </p:nvSpPr>
        <p:spPr>
          <a:xfrm>
            <a:off x="3780360" y="2696400"/>
            <a:ext cx="5036400" cy="1803600"/>
          </a:xfrm>
          <a:prstGeom prst="rect">
            <a:avLst/>
          </a:prstGeom>
          <a:noFill/>
          <a:ln w="0">
            <a:noFill/>
          </a:ln>
        </p:spPr>
        <p:txBody>
          <a:bodyPr lIns="0" rIns="0" tIns="0" bIns="0" anchor="ctr" anchorCtr="1">
            <a:spAutoFit/>
          </a:bodyPr>
          <a:p>
            <a:pPr indent="0" algn="r">
              <a:lnSpc>
                <a:spcPct val="100000"/>
              </a:lnSpc>
              <a:buNone/>
              <a:tabLst>
                <a:tab algn="l" pos="0"/>
              </a:tabLst>
            </a:pPr>
            <a:r>
              <a:rPr b="1" lang="hi-IN" sz="3600" strike="noStrike" u="none">
                <a:solidFill>
                  <a:srgbClr val="000000"/>
                </a:solidFill>
                <a:effectLst/>
                <a:uFillTx/>
                <a:latin typeface="Noto sans Arabic"/>
                <a:cs typeface="Noto sans Arabic"/>
              </a:rPr>
              <a:t>مالعلاقة بين الاستهلاك</a:t>
            </a:r>
            <a:endParaRPr b="0" lang="en-GB" sz="3600" strike="noStrike" u="none">
              <a:solidFill>
                <a:srgbClr val="000000"/>
              </a:solidFill>
              <a:effectLst/>
              <a:uFillTx/>
              <a:latin typeface="Arial"/>
            </a:endParaRPr>
          </a:p>
          <a:p>
            <a:pPr indent="0" algn="r">
              <a:lnSpc>
                <a:spcPct val="100000"/>
              </a:lnSpc>
              <a:buNone/>
              <a:tabLst>
                <a:tab algn="l" pos="0"/>
              </a:tabLst>
            </a:pPr>
            <a:r>
              <a:rPr b="1" lang="hi-IN" sz="3600" strike="noStrike" u="none">
                <a:solidFill>
                  <a:srgbClr val="000000"/>
                </a:solidFill>
                <a:effectLst/>
                <a:uFillTx/>
                <a:latin typeface="Noto sans Arabic"/>
                <a:cs typeface="Noto sans Arabic"/>
              </a:rPr>
              <a:t>و المنفعة الاقتصادية ؟</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title"/>
          </p:nvPr>
        </p:nvSpPr>
        <p:spPr>
          <a:xfrm>
            <a:off x="5292000" y="226080"/>
            <a:ext cx="4316400" cy="2048400"/>
          </a:xfrm>
          <a:prstGeom prst="rect">
            <a:avLst/>
          </a:prstGeom>
          <a:noFill/>
          <a:ln w="0">
            <a:noFill/>
          </a:ln>
        </p:spPr>
        <p:txBody>
          <a:bodyPr lIns="0" rIns="0" tIns="0" bIns="0" anchor="ctr" anchorCtr="1">
            <a:normAutofit/>
          </a:bodyPr>
          <a:p>
            <a:pPr indent="0" algn="r">
              <a:lnSpc>
                <a:spcPct val="100000"/>
              </a:lnSpc>
              <a:buNone/>
              <a:tabLst>
                <a:tab algn="l" pos="0"/>
              </a:tabLst>
            </a:pPr>
            <a:r>
              <a:rPr b="1" lang="en-GB" sz="4400" strike="noStrike" u="wavy">
                <a:solidFill>
                  <a:srgbClr val="000000"/>
                </a:solidFill>
                <a:effectLst/>
                <a:uFillTx/>
                <a:latin typeface="Noto Sans Arabic"/>
              </a:rPr>
              <a:t>:</a:t>
            </a:r>
            <a:r>
              <a:rPr b="1" lang="hi-IN" sz="4400" strike="noStrike" u="wavy">
                <a:solidFill>
                  <a:srgbClr val="000000"/>
                </a:solidFill>
                <a:effectLst/>
                <a:uFillTx/>
                <a:latin typeface="Noto Sans Arabic"/>
                <a:cs typeface="Noto Sans Arabic"/>
              </a:rPr>
              <a:t>الاسئلة الجزئية</a:t>
            </a:r>
            <a:endParaRPr b="0" lang="en-GB" sz="4400" strike="noStrike" u="none">
              <a:solidFill>
                <a:srgbClr val="000000"/>
              </a:solidFill>
              <a:effectLst/>
              <a:uFillTx/>
              <a:latin typeface="Arial"/>
            </a:endParaRPr>
          </a:p>
        </p:txBody>
      </p:sp>
      <p:sp>
        <p:nvSpPr>
          <p:cNvPr id="483" name="PlaceHolder 2"/>
          <p:cNvSpPr>
            <a:spLocks noGrp="1"/>
          </p:cNvSpPr>
          <p:nvPr>
            <p:ph/>
          </p:nvPr>
        </p:nvSpPr>
        <p:spPr>
          <a:xfrm>
            <a:off x="1656000" y="720000"/>
            <a:ext cx="3632400" cy="1328400"/>
          </a:xfrm>
          <a:prstGeom prst="rect">
            <a:avLst/>
          </a:prstGeom>
          <a:noFill/>
          <a:ln w="0">
            <a:noFill/>
          </a:ln>
        </p:spPr>
        <p:txBody>
          <a:bodyPr lIns="0" rIns="0" tIns="0" bIns="0" anchor="t" anchorCtr="1">
            <a:normAutofit fontScale="85000" lnSpcReduction="9999"/>
          </a:bodyPr>
          <a:p>
            <a:pPr marL="432000" indent="-324000" algn="r">
              <a:lnSpc>
                <a:spcPct val="100000"/>
              </a:lnSpc>
              <a:spcBef>
                <a:spcPts val="1417"/>
              </a:spcBef>
              <a:buClr>
                <a:srgbClr val="000000"/>
              </a:buClr>
              <a:buSzPct val="45000"/>
              <a:buFont typeface="Wingdings" charset="2"/>
              <a:buChar char=""/>
            </a:pPr>
            <a:r>
              <a:rPr b="0" lang="hi-IN" sz="3200" strike="noStrike" u="none">
                <a:solidFill>
                  <a:srgbClr val="000000"/>
                </a:solidFill>
                <a:effectLst/>
                <a:uFillTx/>
                <a:latin typeface="Noto Sans Arabic"/>
                <a:cs typeface="Noto Sans Arabic"/>
              </a:rPr>
              <a:t>ماذا يقصد بالاستهلاك</a:t>
            </a:r>
            <a:endParaRPr b="0" lang="en-GB" sz="3200" strike="noStrike" u="none">
              <a:solidFill>
                <a:srgbClr val="000000"/>
              </a:solidFill>
              <a:effectLst/>
              <a:uFillTx/>
              <a:latin typeface="Arial"/>
            </a:endParaRPr>
          </a:p>
          <a:p>
            <a:pPr marL="432000" indent="-324000" algn="r">
              <a:lnSpc>
                <a:spcPct val="100000"/>
              </a:lnSpc>
              <a:spcBef>
                <a:spcPts val="1417"/>
              </a:spcBef>
              <a:buClr>
                <a:srgbClr val="000000"/>
              </a:buClr>
              <a:buSzPct val="45000"/>
              <a:buFont typeface="Wingdings" charset="2"/>
              <a:buChar char=""/>
            </a:pPr>
            <a:r>
              <a:rPr b="0" lang="hi-IN" sz="3200" strike="noStrike" u="none">
                <a:solidFill>
                  <a:srgbClr val="000000"/>
                </a:solidFill>
                <a:effectLst/>
                <a:uFillTx/>
                <a:latin typeface="Noto Sans Arabic"/>
                <a:cs typeface="Noto Sans Arabic"/>
              </a:rPr>
              <a:t>مفهوم المنفعة الاقتصادية</a:t>
            </a:r>
            <a:endParaRPr b="0" lang="en-GB" sz="3200" strike="noStrike" u="none">
              <a:solidFill>
                <a:srgbClr val="000000"/>
              </a:solidFill>
              <a:effectLst/>
              <a:uFillTx/>
              <a:latin typeface="Arial"/>
            </a:endParaRPr>
          </a:p>
        </p:txBody>
      </p:sp>
      <p:sp>
        <p:nvSpPr>
          <p:cNvPr id="484" name="PlaceHolder 3"/>
          <p:cNvSpPr>
            <a:spLocks noGrp="1"/>
          </p:cNvSpPr>
          <p:nvPr>
            <p:ph/>
          </p:nvPr>
        </p:nvSpPr>
        <p:spPr>
          <a:xfrm>
            <a:off x="1656000" y="2358000"/>
            <a:ext cx="3632400" cy="1328400"/>
          </a:xfrm>
          <a:prstGeom prst="rect">
            <a:avLst/>
          </a:prstGeom>
          <a:noFill/>
          <a:ln w="0">
            <a:noFill/>
          </a:ln>
        </p:spPr>
        <p:txBody>
          <a:bodyPr lIns="0" rIns="0" tIns="0" bIns="0" anchor="t" anchorCtr="1">
            <a:normAutofit/>
          </a:bodyPr>
          <a:p>
            <a:pPr marL="432000" indent="-324000" algn="r">
              <a:lnSpc>
                <a:spcPct val="100000"/>
              </a:lnSpc>
              <a:spcBef>
                <a:spcPts val="1417"/>
              </a:spcBef>
              <a:buClr>
                <a:srgbClr val="000000"/>
              </a:buClr>
              <a:buSzPct val="45000"/>
              <a:buFont typeface="Wingdings" charset="2"/>
              <a:buChar char=""/>
            </a:pPr>
            <a:r>
              <a:rPr b="0" lang="hi-IN" sz="3200" strike="noStrike" u="none">
                <a:solidFill>
                  <a:srgbClr val="000000"/>
                </a:solidFill>
                <a:effectLst/>
                <a:uFillTx/>
                <a:latin typeface="Noto Sans Arabic"/>
                <a:cs typeface="Noto Sans Arabic"/>
              </a:rPr>
              <a:t>كيف يمكن قياس المنفعة الاقتصادية</a:t>
            </a:r>
            <a:endParaRPr b="0" lang="en-GB" sz="3200" strike="noStrike" u="none">
              <a:solidFill>
                <a:srgbClr val="000000"/>
              </a:solidFill>
              <a:effectLst/>
              <a:uFillTx/>
              <a:latin typeface="Arial"/>
            </a:endParaRPr>
          </a:p>
        </p:txBody>
      </p:sp>
      <p:sp>
        <p:nvSpPr>
          <p:cNvPr id="485" name="PlaceHolder 4"/>
          <p:cNvSpPr>
            <a:spLocks noGrp="1"/>
          </p:cNvSpPr>
          <p:nvPr>
            <p:ph/>
          </p:nvPr>
        </p:nvSpPr>
        <p:spPr>
          <a:xfrm>
            <a:off x="6660000" y="2278080"/>
            <a:ext cx="2948400" cy="1328400"/>
          </a:xfrm>
          <a:prstGeom prst="rect">
            <a:avLst/>
          </a:prstGeom>
          <a:noFill/>
          <a:ln w="0">
            <a:noFill/>
          </a:ln>
        </p:spPr>
        <p:txBody>
          <a:bodyPr lIns="0" rIns="0" tIns="0" bIns="0" anchor="t" anchorCtr="1">
            <a:normAutofit fontScale="85000" lnSpcReduction="9999"/>
          </a:bodyPr>
          <a:p>
            <a:pPr marL="432000" indent="-324000" algn="r">
              <a:lnSpc>
                <a:spcPct val="100000"/>
              </a:lnSpc>
              <a:spcBef>
                <a:spcPts val="1417"/>
              </a:spcBef>
              <a:buClr>
                <a:srgbClr val="000000"/>
              </a:buClr>
              <a:buSzPct val="45000"/>
              <a:buFont typeface="Wingdings" charset="2"/>
              <a:buChar char=""/>
            </a:pPr>
            <a:r>
              <a:rPr b="0" lang="hi-IN" sz="3200" strike="noStrike" u="none">
                <a:solidFill>
                  <a:srgbClr val="000000"/>
                </a:solidFill>
                <a:effectLst/>
                <a:uFillTx/>
                <a:latin typeface="Noto Sans Arabic"/>
                <a:cs typeface="Noto Sans Arabic"/>
              </a:rPr>
              <a:t>ما هي العوامل التي تؤثر على سلوك المستهلك</a:t>
            </a:r>
            <a:endParaRPr b="0" lang="en-GB" sz="3200" strike="noStrike" u="none">
              <a:solidFill>
                <a:srgbClr val="000000"/>
              </a:solidFill>
              <a:effectLst/>
              <a:uFillTx/>
              <a:latin typeface="Arial"/>
            </a:endParaRPr>
          </a:p>
        </p:txBody>
      </p:sp>
      <p:sp>
        <p:nvSpPr>
          <p:cNvPr id="486" name="PlaceHolder 5"/>
          <p:cNvSpPr>
            <a:spLocks noGrp="1"/>
          </p:cNvSpPr>
          <p:nvPr>
            <p:ph/>
          </p:nvPr>
        </p:nvSpPr>
        <p:spPr>
          <a:xfrm>
            <a:off x="6660000" y="4060800"/>
            <a:ext cx="2948400" cy="1328400"/>
          </a:xfrm>
          <a:prstGeom prst="rect">
            <a:avLst/>
          </a:prstGeom>
          <a:noFill/>
          <a:ln w="0">
            <a:noFill/>
          </a:ln>
        </p:spPr>
        <p:txBody>
          <a:bodyPr lIns="0" rIns="0" tIns="0" bIns="0" anchor="t" anchorCtr="1">
            <a:normAutofit fontScale="85000" lnSpcReduction="19999"/>
          </a:bodyPr>
          <a:p>
            <a:pPr marL="432000" indent="-324000" algn="r">
              <a:lnSpc>
                <a:spcPct val="100000"/>
              </a:lnSpc>
              <a:spcBef>
                <a:spcPts val="1417"/>
              </a:spcBef>
              <a:buClr>
                <a:srgbClr val="000000"/>
              </a:buClr>
              <a:buSzPct val="45000"/>
              <a:buFont typeface="Wingdings" charset="2"/>
              <a:buChar char=""/>
            </a:pPr>
            <a:r>
              <a:rPr b="0" lang="hi-IN" sz="3200" strike="noStrike" u="none">
                <a:solidFill>
                  <a:srgbClr val="000000"/>
                </a:solidFill>
                <a:effectLst/>
                <a:uFillTx/>
                <a:latin typeface="Noto Sans Arabic"/>
                <a:cs typeface="Noto Sans Arabic"/>
              </a:rPr>
              <a:t>كيف يؤثر الاستهلاك على طلب وعرض السلعة</a:t>
            </a:r>
            <a:endParaRPr b="0" lang="en-GB"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ubTitle"/>
          </p:nvPr>
        </p:nvSpPr>
        <p:spPr>
          <a:xfrm>
            <a:off x="4320000" y="2160000"/>
            <a:ext cx="4316400" cy="1503720"/>
          </a:xfrm>
          <a:prstGeom prst="rect">
            <a:avLst/>
          </a:prstGeom>
          <a:noFill/>
          <a:ln w="0">
            <a:noFill/>
          </a:ln>
        </p:spPr>
        <p:txBody>
          <a:bodyPr lIns="0" rIns="0" tIns="0" bIns="0" anchor="t" anchorCtr="1">
            <a:spAutoFit/>
          </a:bodyPr>
          <a:p>
            <a:pPr algn="r">
              <a:lnSpc>
                <a:spcPct val="100000"/>
              </a:lnSpc>
            </a:pPr>
            <a:r>
              <a:rPr b="1" lang="hi-IN" sz="3200" strike="noStrike" u="none">
                <a:solidFill>
                  <a:srgbClr val="000000"/>
                </a:solidFill>
                <a:effectLst/>
                <a:uFillTx/>
                <a:latin typeface="Noto Sans Arabic"/>
                <a:cs typeface="Noto Sans Arabic"/>
              </a:rPr>
              <a:t>مذا يقصد بالاستهلاك؟ و ما هو مفهوم المنفعة الاقتصادية؟</a:t>
            </a:r>
            <a:endParaRPr b="0" lang="en-GB" sz="3200" strike="noStrike" u="none">
              <a:solidFill>
                <a:srgbClr val="000000"/>
              </a:solidFill>
              <a:effectLst/>
              <a:uFillTx/>
              <a:latin typeface="Arial"/>
            </a:endParaRPr>
          </a:p>
        </p:txBody>
      </p:sp>
      <p:sp>
        <p:nvSpPr>
          <p:cNvPr id="488" name="PlaceHolder 2"/>
          <p:cNvSpPr>
            <a:spLocks noGrp="1"/>
          </p:cNvSpPr>
          <p:nvPr>
            <p:ph type="title"/>
          </p:nvPr>
        </p:nvSpPr>
        <p:spPr>
          <a:xfrm>
            <a:off x="2474280" y="1686240"/>
            <a:ext cx="2098800" cy="2244600"/>
          </a:xfrm>
          <a:prstGeom prst="rect">
            <a:avLst/>
          </a:prstGeom>
          <a:noFill/>
          <a:ln w="0">
            <a:noFill/>
          </a:ln>
        </p:spPr>
        <p:txBody>
          <a:bodyPr lIns="0" rIns="0" tIns="0" bIns="0" anchor="ctr">
            <a:normAutofit/>
          </a:bodyPr>
          <a:p>
            <a:pPr indent="0">
              <a:lnSpc>
                <a:spcPct val="100000"/>
              </a:lnSpc>
              <a:buNone/>
              <a:tabLst>
                <a:tab algn="l" pos="0"/>
              </a:tabLst>
            </a:pPr>
            <a:r>
              <a:rPr b="0" lang="en-GB" sz="13000" strike="noStrike" u="none">
                <a:solidFill>
                  <a:srgbClr val="000000"/>
                </a:solidFill>
                <a:effectLst/>
                <a:uFillTx/>
                <a:latin typeface="Noto Sans"/>
              </a:rPr>
              <a:t>01</a:t>
            </a:r>
            <a:endParaRPr b="0" lang="en-GB" sz="13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nSpc>
                <a:spcPct val="100000"/>
              </a:lnSpc>
              <a:buNone/>
              <a:tabLst>
                <a:tab algn="l" pos="0"/>
              </a:tabLst>
            </a:pPr>
            <a:r>
              <a:rPr b="1" lang="hi-IN" sz="2400" strike="noStrike" u="none">
                <a:solidFill>
                  <a:srgbClr val="000000"/>
                </a:solidFill>
                <a:effectLst/>
                <a:uFillTx/>
                <a:latin typeface="Noto Sans Arabic"/>
                <a:cs typeface="Noto Sans Arabic"/>
              </a:rPr>
              <a:t>مذا يقصد بالاستهلاك ؟</a:t>
            </a:r>
            <a:endParaRPr b="0" lang="en-GB" sz="2400" strike="noStrike" u="none">
              <a:solidFill>
                <a:srgbClr val="000000"/>
              </a:solidFill>
              <a:effectLst/>
              <a:uFillTx/>
              <a:latin typeface="Arial"/>
            </a:endParaRPr>
          </a:p>
        </p:txBody>
      </p:sp>
      <p:sp>
        <p:nvSpPr>
          <p:cNvPr id="490"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1.1</a:t>
            </a:r>
            <a:endParaRPr b="0" lang="en-GB" sz="3600" strike="noStrike" u="none">
              <a:solidFill>
                <a:srgbClr val="000000"/>
              </a:solidFill>
              <a:effectLst/>
              <a:uFillTx/>
              <a:latin typeface="Arial"/>
            </a:endParaRPr>
          </a:p>
        </p:txBody>
      </p:sp>
      <p:sp>
        <p:nvSpPr>
          <p:cNvPr id="491"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indent="0" algn="r">
              <a:lnSpc>
                <a:spcPct val="100000"/>
              </a:lnSpc>
              <a:spcBef>
                <a:spcPts val="1191"/>
              </a:spcBef>
              <a:spcAft>
                <a:spcPts val="992"/>
              </a:spcAft>
              <a:buNone/>
              <a:tabLst>
                <a:tab algn="l" pos="0"/>
              </a:tabLst>
            </a:pPr>
            <a:r>
              <a:rPr b="1" lang="hi-IN" sz="3200" strike="noStrike" u="none">
                <a:solidFill>
                  <a:srgbClr val="000000"/>
                </a:solidFill>
                <a:effectLst/>
                <a:uFillTx/>
                <a:latin typeface="Noto Sans Arabic"/>
                <a:cs typeface="Noto Sans Arabic"/>
              </a:rPr>
              <a:t>لغة</a:t>
            </a:r>
            <a:r>
              <a:rPr b="0" lang="en-GB" sz="3200" strike="noStrike" u="none">
                <a:solidFill>
                  <a:srgbClr val="000000"/>
                </a:solidFill>
                <a:effectLst/>
                <a:uFillTx/>
                <a:latin typeface="Noto Sans Arabic"/>
              </a:rPr>
              <a:t> : من الفعل "هَلَكَ" و يعني إنفاق أو استعمال الشيء حتى فنائه أو نقصه</a:t>
            </a:r>
            <a:endParaRPr b="0" lang="en-GB" sz="3200" strike="noStrike" u="none">
              <a:solidFill>
                <a:srgbClr val="000000"/>
              </a:solidFill>
              <a:effectLst/>
              <a:uFillTx/>
              <a:latin typeface="Arial"/>
            </a:endParaRPr>
          </a:p>
          <a:p>
            <a:pPr indent="0" algn="r">
              <a:lnSpc>
                <a:spcPct val="100000"/>
              </a:lnSpc>
              <a:spcBef>
                <a:spcPts val="1191"/>
              </a:spcBef>
              <a:spcAft>
                <a:spcPts val="992"/>
              </a:spcAft>
              <a:buNone/>
              <a:tabLst>
                <a:tab algn="l" pos="0"/>
              </a:tabLst>
            </a:pPr>
            <a:r>
              <a:rPr b="1" lang="hi-IN" sz="3200" strike="noStrike" u="none">
                <a:solidFill>
                  <a:srgbClr val="000000"/>
                </a:solidFill>
                <a:effectLst/>
                <a:uFillTx/>
                <a:latin typeface="Noto Sans Arabic"/>
                <a:cs typeface="Noto Sans Arabic"/>
              </a:rPr>
              <a:t>اصطلاحا</a:t>
            </a:r>
            <a:r>
              <a:rPr b="0" lang="en-GB" sz="3200" strike="noStrike" u="none">
                <a:solidFill>
                  <a:srgbClr val="000000"/>
                </a:solidFill>
                <a:effectLst/>
                <a:uFillTx/>
                <a:latin typeface="Noto Sans Arabic"/>
              </a:rPr>
              <a:t> : الاستهلاك هو استخدام السلع والخدمات لإشباع الحاجات والرغبات الإنسانية، سواء كان ذلك فور  إنتاجها أو بعد فترة من الزمن حسب تعريف بول سامويلسون</a:t>
            </a:r>
            <a:endParaRPr b="0" lang="en-GB" sz="3200" strike="noStrike" u="none">
              <a:solidFill>
                <a:srgbClr val="000000"/>
              </a:solidFill>
              <a:effectLst/>
              <a:uFillTx/>
              <a:latin typeface="Arial"/>
            </a:endParaRPr>
          </a:p>
        </p:txBody>
      </p:sp>
      <p:sp>
        <p:nvSpPr>
          <p:cNvPr id="492" name="PlaceHolder 8"/>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pPr>
            <a:r>
              <a:rPr b="0" lang="hi-IN" sz="2800" strike="noStrike" u="none">
                <a:solidFill>
                  <a:srgbClr val="000000"/>
                </a:solidFill>
                <a:effectLst/>
                <a:uFillTx/>
                <a:latin typeface="Noto Sans Arabic"/>
                <a:cs typeface="Noto Sans Arabic"/>
              </a:rPr>
              <a:t>الاستهلاك</a:t>
            </a:r>
            <a:endParaRPr b="0" lang="en-GB"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nSpc>
                <a:spcPct val="100000"/>
              </a:lnSpc>
              <a:buNone/>
              <a:tabLst>
                <a:tab algn="l" pos="0"/>
              </a:tabLst>
            </a:pPr>
            <a:r>
              <a:rPr b="0" lang="hi-IN" sz="3200" strike="noStrike" u="none">
                <a:solidFill>
                  <a:srgbClr val="000000"/>
                </a:solidFill>
                <a:effectLst/>
                <a:uFillTx/>
                <a:latin typeface="Noto Sans Arabic"/>
                <a:cs typeface="Noto Sans Arabic"/>
              </a:rPr>
              <a:t>ما مفهوم المنفعة الاقتصادية ؟</a:t>
            </a:r>
            <a:endParaRPr b="0" lang="en-GB" sz="3200" strike="noStrike" u="none">
              <a:solidFill>
                <a:srgbClr val="000000"/>
              </a:solidFill>
              <a:effectLst/>
              <a:uFillTx/>
              <a:latin typeface="Arial"/>
            </a:endParaRPr>
          </a:p>
        </p:txBody>
      </p:sp>
      <p:sp>
        <p:nvSpPr>
          <p:cNvPr id="494" name="PlaceHolder 2"/>
          <p:cNvSpPr>
            <a:spLocks noGrp="1"/>
          </p:cNvSpPr>
          <p:nvPr>
            <p:ph type="subTitle"/>
          </p:nvPr>
        </p:nvSpPr>
        <p:spPr>
          <a:xfrm>
            <a:off x="2160000" y="10836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2.1</a:t>
            </a:r>
            <a:endParaRPr b="0" lang="en-GB" sz="3600" strike="noStrike" u="none">
              <a:solidFill>
                <a:srgbClr val="000000"/>
              </a:solidFill>
              <a:effectLst/>
              <a:uFillTx/>
              <a:latin typeface="Arial"/>
            </a:endParaRPr>
          </a:p>
        </p:txBody>
      </p:sp>
      <p:sp>
        <p:nvSpPr>
          <p:cNvPr id="495"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lnSpcReduction="9999"/>
          </a:bodyPr>
          <a:p>
            <a:pPr indent="0" algn="r">
              <a:lnSpc>
                <a:spcPct val="100000"/>
              </a:lnSpc>
              <a:spcBef>
                <a:spcPts val="1191"/>
              </a:spcBef>
              <a:spcAft>
                <a:spcPts val="992"/>
              </a:spcAft>
              <a:buNone/>
              <a:tabLst>
                <a:tab algn="l" pos="0"/>
              </a:tabLst>
            </a:pPr>
            <a:r>
              <a:rPr b="1" lang="hi-IN" sz="3200" strike="noStrike" u="none">
                <a:solidFill>
                  <a:srgbClr val="000000"/>
                </a:solidFill>
                <a:effectLst/>
                <a:uFillTx/>
                <a:latin typeface="Noto Sans Arabic"/>
                <a:cs typeface="Noto Sans Arabic"/>
              </a:rPr>
              <a:t>لغة</a:t>
            </a:r>
            <a:r>
              <a:rPr b="0" lang="en-GB" sz="3200" strike="noStrike" u="none">
                <a:solidFill>
                  <a:srgbClr val="000000"/>
                </a:solidFill>
                <a:effectLst/>
                <a:uFillTx/>
                <a:latin typeface="Noto Sans Arabic"/>
              </a:rPr>
              <a:t> : المنفعة في اللغة تعني الفائدة أو ما يُنتفع به، ويقال نَفَعَ الشيء اي أفاد واستُفيد منه</a:t>
            </a:r>
            <a:r>
              <a:rPr b="0" lang="en-GB" sz="3200" strike="noStrike" u="none">
                <a:solidFill>
                  <a:srgbClr val="000000"/>
                </a:solidFill>
                <a:effectLst/>
                <a:uFillTx/>
                <a:latin typeface="Noto Sans Arabic"/>
              </a:rPr>
              <a:t> </a:t>
            </a:r>
            <a:endParaRPr b="0" lang="en-GB" sz="3200" strike="noStrike" u="none">
              <a:solidFill>
                <a:srgbClr val="000000"/>
              </a:solidFill>
              <a:effectLst/>
              <a:uFillTx/>
              <a:latin typeface="Arial"/>
            </a:endParaRPr>
          </a:p>
          <a:p>
            <a:pPr indent="0" algn="r">
              <a:lnSpc>
                <a:spcPct val="100000"/>
              </a:lnSpc>
              <a:spcBef>
                <a:spcPts val="1191"/>
              </a:spcBef>
              <a:spcAft>
                <a:spcPts val="992"/>
              </a:spcAft>
              <a:buNone/>
              <a:tabLst>
                <a:tab algn="l" pos="0"/>
              </a:tabLst>
            </a:pPr>
            <a:r>
              <a:rPr b="1" lang="hi-IN" sz="3200" strike="noStrike" u="none">
                <a:solidFill>
                  <a:srgbClr val="000000"/>
                </a:solidFill>
                <a:effectLst/>
                <a:uFillTx/>
                <a:latin typeface="Noto Sans Arabic"/>
                <a:cs typeface="Noto Sans Arabic"/>
              </a:rPr>
              <a:t>اصطلاحا</a:t>
            </a:r>
            <a:r>
              <a:rPr b="0" lang="en-GB" sz="3200" strike="noStrike" u="none">
                <a:solidFill>
                  <a:srgbClr val="000000"/>
                </a:solidFill>
                <a:effectLst/>
                <a:uFillTx/>
                <a:latin typeface="Noto Sans Arabic"/>
              </a:rPr>
              <a:t> : المنفعة هي درجة الإشباع أو احساس الرضا و السعادة الذي يحصل عليه الفرد نتيجة استهلاكه لسلعة أو خدمة معينة  و يقول ألفرد مارشال ان المنفعة هي القدرة التي تمتلكها السلعة على إشباع حاجة الإنسان أو رغبة لديه، سواء بطريقة مباشرة أو غير مباشرة</a:t>
            </a:r>
            <a:r>
              <a:rPr b="0" lang="en-GB" sz="3200" strike="noStrike" u="none">
                <a:solidFill>
                  <a:srgbClr val="000000"/>
                </a:solidFill>
                <a:effectLst/>
                <a:uFillTx/>
                <a:latin typeface="Noto Sans Arabic"/>
              </a:rPr>
              <a:t> </a:t>
            </a:r>
            <a:endParaRPr b="0" lang="en-GB" sz="3200" strike="noStrike" u="none">
              <a:solidFill>
                <a:srgbClr val="000000"/>
              </a:solidFill>
              <a:effectLst/>
              <a:uFillTx/>
              <a:latin typeface="Arial"/>
            </a:endParaRPr>
          </a:p>
        </p:txBody>
      </p:sp>
      <p:sp>
        <p:nvSpPr>
          <p:cNvPr id="496" name="PlaceHolder 12"/>
          <p:cNvSpPr/>
          <p:nvPr/>
        </p:nvSpPr>
        <p:spPr>
          <a:xfrm>
            <a:off x="468720" y="10836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pPr>
            <a:r>
              <a:rPr b="0" lang="hi-IN" sz="2800" strike="noStrike" u="none">
                <a:solidFill>
                  <a:srgbClr val="000000"/>
                </a:solidFill>
                <a:effectLst/>
                <a:uFillTx/>
                <a:latin typeface="Noto Sans Arabic"/>
                <a:cs typeface="Noto Sans Arabic"/>
              </a:rPr>
              <a:t>المنفعة الاقتصادية</a:t>
            </a:r>
            <a:endParaRPr b="0" lang="en-GB"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ubTitle"/>
          </p:nvPr>
        </p:nvSpPr>
        <p:spPr>
          <a:xfrm>
            <a:off x="4320000" y="2160000"/>
            <a:ext cx="4316400" cy="1649160"/>
          </a:xfrm>
          <a:prstGeom prst="rect">
            <a:avLst/>
          </a:prstGeom>
          <a:noFill/>
          <a:ln w="0">
            <a:noFill/>
          </a:ln>
        </p:spPr>
        <p:txBody>
          <a:bodyPr lIns="0" rIns="0" tIns="0" bIns="0" anchor="t" anchorCtr="1">
            <a:spAutoFit/>
          </a:bodyPr>
          <a:p>
            <a:pPr marL="432000" indent="-324000" algn="r">
              <a:lnSpc>
                <a:spcPct val="100000"/>
              </a:lnSpc>
              <a:spcBef>
                <a:spcPts val="1417"/>
              </a:spcBef>
              <a:buClr>
                <a:srgbClr val="000000"/>
              </a:buClr>
              <a:buSzPct val="45000"/>
              <a:buFont typeface="Wingdings" charset="2"/>
              <a:buChar char=""/>
            </a:pPr>
            <a:r>
              <a:rPr b="1" lang="hi-IN" sz="3600" strike="noStrike" u="none">
                <a:solidFill>
                  <a:srgbClr val="000000"/>
                </a:solidFill>
                <a:effectLst/>
                <a:uFillTx/>
                <a:latin typeface="Noto Sans Arabic"/>
                <a:cs typeface="Noto Sans Arabic"/>
              </a:rPr>
              <a:t>كيف يمكن قياس المنفعة الاقتصادية ؟</a:t>
            </a:r>
            <a:endParaRPr b="0" lang="en-GB" sz="3600" strike="noStrike" u="none">
              <a:solidFill>
                <a:srgbClr val="000000"/>
              </a:solidFill>
              <a:effectLst/>
              <a:uFillTx/>
              <a:latin typeface="Arial"/>
            </a:endParaRPr>
          </a:p>
        </p:txBody>
      </p:sp>
      <p:sp>
        <p:nvSpPr>
          <p:cNvPr id="498" name="PlaceHolder 2"/>
          <p:cNvSpPr>
            <a:spLocks noGrp="1"/>
          </p:cNvSpPr>
          <p:nvPr>
            <p:ph type="title"/>
          </p:nvPr>
        </p:nvSpPr>
        <p:spPr>
          <a:xfrm>
            <a:off x="2474280" y="1686240"/>
            <a:ext cx="2098800" cy="2244600"/>
          </a:xfrm>
          <a:prstGeom prst="rect">
            <a:avLst/>
          </a:prstGeom>
          <a:noFill/>
          <a:ln w="0">
            <a:noFill/>
          </a:ln>
        </p:spPr>
        <p:txBody>
          <a:bodyPr lIns="0" rIns="0" tIns="0" bIns="0" anchor="ctr">
            <a:normAutofit/>
          </a:bodyPr>
          <a:p>
            <a:pPr indent="0">
              <a:lnSpc>
                <a:spcPct val="100000"/>
              </a:lnSpc>
              <a:buNone/>
              <a:tabLst>
                <a:tab algn="l" pos="0"/>
              </a:tabLst>
            </a:pPr>
            <a:r>
              <a:rPr b="0" lang="en-GB" sz="13000" strike="noStrike" u="none">
                <a:solidFill>
                  <a:srgbClr val="000000"/>
                </a:solidFill>
                <a:effectLst/>
                <a:uFillTx/>
                <a:latin typeface="Noto Sans"/>
              </a:rPr>
              <a:t>02</a:t>
            </a:r>
            <a:endParaRPr b="0" lang="en-GB" sz="13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ubTitle"/>
          </p:nvPr>
        </p:nvSpPr>
        <p:spPr>
          <a:xfrm>
            <a:off x="3600000" y="108000"/>
            <a:ext cx="3308400" cy="478800"/>
          </a:xfrm>
          <a:prstGeom prst="rect">
            <a:avLst/>
          </a:prstGeom>
          <a:noFill/>
          <a:ln w="0">
            <a:noFill/>
          </a:ln>
        </p:spPr>
        <p:txBody>
          <a:bodyPr lIns="0" rIns="0" tIns="0" bIns="0" anchor="ctr">
            <a:normAutofit lnSpcReduction="9999"/>
          </a:bodyPr>
          <a:p>
            <a:pPr>
              <a:lnSpc>
                <a:spcPct val="100000"/>
              </a:lnSpc>
            </a:pPr>
            <a:r>
              <a:rPr b="0" lang="en-GB" sz="3200" strike="noStrike" u="none">
                <a:solidFill>
                  <a:srgbClr val="000000"/>
                </a:solidFill>
                <a:effectLst/>
                <a:uFillTx/>
                <a:latin typeface="Noto Sans Arabic"/>
              </a:rPr>
              <a:t>2</a:t>
            </a:r>
            <a:endParaRPr b="0" lang="en-GB" sz="3200" strike="noStrike" u="none">
              <a:solidFill>
                <a:srgbClr val="000000"/>
              </a:solidFill>
              <a:effectLst/>
              <a:uFillTx/>
              <a:latin typeface="Arial"/>
            </a:endParaRPr>
          </a:p>
        </p:txBody>
      </p:sp>
      <p:sp>
        <p:nvSpPr>
          <p:cNvPr id="500" name="PlaceHolder 2"/>
          <p:cNvSpPr>
            <a:spLocks noGrp="1"/>
          </p:cNvSpPr>
          <p:nvPr>
            <p:ph/>
          </p:nvPr>
        </p:nvSpPr>
        <p:spPr>
          <a:xfrm>
            <a:off x="720000" y="1511280"/>
            <a:ext cx="8492400" cy="3596400"/>
          </a:xfrm>
          <a:prstGeom prst="rect">
            <a:avLst/>
          </a:prstGeom>
          <a:noFill/>
          <a:ln w="0">
            <a:noFill/>
          </a:ln>
        </p:spPr>
        <p:txBody>
          <a:bodyPr lIns="0" rIns="0" tIns="0" bIns="0" anchor="t" anchorCtr="1">
            <a:normAutofit lnSpcReduction="9999"/>
          </a:bodyPr>
          <a:p>
            <a:pPr indent="0" algn="r">
              <a:lnSpc>
                <a:spcPct val="100000"/>
              </a:lnSpc>
              <a:buNone/>
              <a:tabLst>
                <a:tab algn="l" pos="0"/>
              </a:tabLst>
            </a:pPr>
            <a:r>
              <a:rPr b="0" lang="hi-IN" sz="3600" strike="noStrike" u="none">
                <a:solidFill>
                  <a:srgbClr val="000000"/>
                </a:solidFill>
                <a:effectLst/>
                <a:uFillTx/>
                <a:latin typeface="Noto Sans Arabic"/>
                <a:cs typeface="Noto Sans Arabic"/>
              </a:rPr>
              <a:t>المنفعة الاقتصادية ليست حتمية او دقيقة تقاس بعلاقة رياضية ثابتة بل هناك عدة فرضيات و نظريات لقياسها نظرا لاختلاف العلماء حولها و اهمها</a:t>
            </a:r>
            <a:endParaRPr b="0" lang="en-GB" sz="3600" strike="noStrike" u="none">
              <a:solidFill>
                <a:srgbClr val="000000"/>
              </a:solidFill>
              <a:effectLst/>
              <a:uFillTx/>
              <a:latin typeface="Arial"/>
            </a:endParaRPr>
          </a:p>
          <a:p>
            <a:pPr indent="0" algn="r">
              <a:lnSpc>
                <a:spcPct val="100000"/>
              </a:lnSpc>
              <a:buNone/>
              <a:tabLst>
                <a:tab algn="l" pos="0"/>
              </a:tabLst>
            </a:pPr>
            <a:endParaRPr b="0" lang="en-GB" sz="2800" strike="noStrike" u="none">
              <a:solidFill>
                <a:srgbClr val="000000"/>
              </a:solidFill>
              <a:effectLst/>
              <a:uFillTx/>
              <a:latin typeface="Arial"/>
            </a:endParaRPr>
          </a:p>
          <a:p>
            <a:pPr indent="0" algn="r">
              <a:lnSpc>
                <a:spcPct val="100000"/>
              </a:lnSpc>
              <a:buNone/>
              <a:tabLst>
                <a:tab algn="l" pos="0"/>
              </a:tabLst>
            </a:pPr>
            <a:r>
              <a:rPr b="1" lang="hi-IN" sz="3600" strike="noStrike" u="none">
                <a:solidFill>
                  <a:srgbClr val="000000"/>
                </a:solidFill>
                <a:effectLst/>
                <a:uFillTx/>
                <a:latin typeface="Noto Sans Arabic"/>
                <a:cs typeface="Noto Sans Arabic"/>
              </a:rPr>
              <a:t>الاولى </a:t>
            </a:r>
            <a:r>
              <a:rPr b="0" lang="hi-IN" sz="3600" strike="noStrike" u="none">
                <a:solidFill>
                  <a:srgbClr val="000000"/>
                </a:solidFill>
                <a:effectLst/>
                <a:uFillTx/>
                <a:latin typeface="Noto Sans Arabic"/>
                <a:cs typeface="Noto Sans Arabic"/>
              </a:rPr>
              <a:t>منفعة الكمية (العددية و المقاسة )</a:t>
            </a:r>
            <a:endParaRPr b="0" lang="en-GB" sz="3600" strike="noStrike" u="none">
              <a:solidFill>
                <a:srgbClr val="000000"/>
              </a:solidFill>
              <a:effectLst/>
              <a:uFillTx/>
              <a:latin typeface="Arial"/>
            </a:endParaRPr>
          </a:p>
          <a:p>
            <a:pPr indent="0" algn="r">
              <a:lnSpc>
                <a:spcPct val="100000"/>
              </a:lnSpc>
              <a:buNone/>
              <a:tabLst>
                <a:tab algn="l" pos="0"/>
              </a:tabLst>
            </a:pPr>
            <a:r>
              <a:rPr b="1" lang="hi-IN" sz="3600" strike="noStrike" u="none">
                <a:solidFill>
                  <a:srgbClr val="000000"/>
                </a:solidFill>
                <a:effectLst/>
                <a:uFillTx/>
                <a:latin typeface="Noto Sans Arabic"/>
                <a:cs typeface="Noto Sans Arabic"/>
              </a:rPr>
              <a:t>و الثانية</a:t>
            </a:r>
            <a:r>
              <a:rPr b="0" lang="en-GB" sz="3600" strike="noStrike" u="none">
                <a:solidFill>
                  <a:srgbClr val="000000"/>
                </a:solidFill>
                <a:effectLst/>
                <a:uFillTx/>
                <a:latin typeface="Noto Sans Arabic"/>
              </a:rPr>
              <a:t> المنفعة الترتيبية</a:t>
            </a:r>
            <a:endParaRPr b="0" lang="en-GB" sz="3600" strike="noStrike" u="none">
              <a:solidFill>
                <a:srgbClr val="000000"/>
              </a:solidFill>
              <a:effectLst/>
              <a:uFillTx/>
              <a:latin typeface="Arial"/>
            </a:endParaRPr>
          </a:p>
        </p:txBody>
      </p:sp>
      <p:sp>
        <p:nvSpPr>
          <p:cNvPr id="501" name="PlaceHolder 22"/>
          <p:cNvSpPr/>
          <p:nvPr/>
        </p:nvSpPr>
        <p:spPr>
          <a:xfrm>
            <a:off x="504000" y="576360"/>
            <a:ext cx="9068400" cy="942840"/>
          </a:xfrm>
          <a:prstGeom prst="rect">
            <a:avLst/>
          </a:prstGeom>
          <a:noFill/>
          <a:ln w="0">
            <a:noFill/>
          </a:ln>
        </p:spPr>
        <p:style>
          <a:lnRef idx="0"/>
          <a:fillRef idx="0"/>
          <a:effectRef idx="0"/>
          <a:fontRef idx="minor"/>
        </p:style>
        <p:txBody>
          <a:bodyPr lIns="0" rIns="0" tIns="0" bIns="0" anchor="ctr">
            <a:normAutofit/>
          </a:bodyPr>
          <a:p>
            <a:pPr algn="ctr">
              <a:lnSpc>
                <a:spcPct val="100000"/>
              </a:lnSpc>
            </a:pPr>
            <a:r>
              <a:rPr b="1" lang="hi-IN" sz="4400" strike="noStrike" u="wavy">
                <a:solidFill>
                  <a:srgbClr val="000000"/>
                </a:solidFill>
                <a:effectLst/>
                <a:uFillTx/>
                <a:latin typeface="Noto Sans Arabic"/>
                <a:cs typeface="Noto Sans Arabic"/>
              </a:rPr>
              <a:t>طرق قياس المنفعة الاقتصادية</a:t>
            </a:r>
            <a:endParaRPr b="0" lang="en-GB" sz="4400" strike="noStrike" u="none">
              <a:solidFill>
                <a:srgbClr val="000000"/>
              </a:solidFill>
              <a:effectLst/>
              <a:uFillTx/>
              <a:latin typeface="Arial"/>
            </a:endParaRPr>
          </a:p>
        </p:txBody>
      </p:sp>
      <p:sp>
        <p:nvSpPr>
          <p:cNvPr id="502" name="PlaceHolder 23"/>
          <p:cNvSpPr/>
          <p:nvPr/>
        </p:nvSpPr>
        <p:spPr>
          <a:xfrm>
            <a:off x="900000" y="49680"/>
            <a:ext cx="3237120" cy="537120"/>
          </a:xfrm>
          <a:prstGeom prst="rect">
            <a:avLst/>
          </a:prstGeom>
          <a:noFill/>
          <a:ln w="0">
            <a:noFill/>
          </a:ln>
        </p:spPr>
        <p:style>
          <a:lnRef idx="0"/>
          <a:fillRef idx="0"/>
          <a:effectRef idx="0"/>
          <a:fontRef idx="minor"/>
        </p:style>
        <p:txBody>
          <a:bodyPr lIns="0" rIns="0" tIns="0" bIns="0" anchor="ctr">
            <a:normAutofit/>
          </a:bodyPr>
          <a:p>
            <a:pPr>
              <a:lnSpc>
                <a:spcPct val="100000"/>
              </a:lnSpc>
            </a:pPr>
            <a:r>
              <a:rPr b="0" lang="hi-IN" sz="1800" strike="noStrike" u="none">
                <a:solidFill>
                  <a:srgbClr val="000000"/>
                </a:solidFill>
                <a:effectLst/>
                <a:uFillTx/>
                <a:latin typeface="Noto Sans Arabic"/>
                <a:cs typeface="Noto Sans Arabic"/>
              </a:rPr>
              <a:t>قياس المنفعة</a:t>
            </a:r>
            <a:endParaRPr b="0" lang="en-GB"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hi-IN" sz="4400" strike="noStrike" u="wavy">
                <a:solidFill>
                  <a:srgbClr val="000000"/>
                </a:solidFill>
                <a:effectLst/>
                <a:uFillTx/>
                <a:latin typeface="Noto Sans Arabic"/>
                <a:cs typeface="Noto Sans Arabic"/>
              </a:rPr>
              <a:t>اساسيات المنفعة الكمية</a:t>
            </a:r>
            <a:endParaRPr b="0" lang="en-GB" sz="4400" strike="noStrike" u="none">
              <a:solidFill>
                <a:srgbClr val="000000"/>
              </a:solidFill>
              <a:effectLst/>
              <a:uFillTx/>
              <a:latin typeface="Arial"/>
            </a:endParaRPr>
          </a:p>
        </p:txBody>
      </p:sp>
      <p:sp>
        <p:nvSpPr>
          <p:cNvPr id="504"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1.2</a:t>
            </a:r>
            <a:endParaRPr b="0" lang="en-GB" sz="3600" strike="noStrike" u="none">
              <a:solidFill>
                <a:srgbClr val="000000"/>
              </a:solidFill>
              <a:effectLst/>
              <a:uFillTx/>
              <a:latin typeface="Arial"/>
            </a:endParaRPr>
          </a:p>
        </p:txBody>
      </p:sp>
      <p:sp>
        <p:nvSpPr>
          <p:cNvPr id="505"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hi-IN" sz="3200" strike="noStrike" u="none">
                <a:solidFill>
                  <a:srgbClr val="000000"/>
                </a:solidFill>
                <a:effectLst/>
                <a:uFillTx/>
                <a:latin typeface="Noto Sans Arabic"/>
                <a:cs typeface="Noto Sans Arabic"/>
              </a:rPr>
              <a:t>حسب نظرية المنفعة الكمية فان السلعة تنقسم لوحدات و على المستهلك ان يبحث عن نوع و عدد الوحدات التي تشبع حاجياته و تحقق له التوازن</a:t>
            </a:r>
            <a:endParaRPr b="0" lang="en-GB" sz="3200" strike="noStrike" u="none">
              <a:solidFill>
                <a:srgbClr val="000000"/>
              </a:solidFill>
              <a:effectLst/>
              <a:uFillTx/>
              <a:latin typeface="Arial"/>
            </a:endParaRPr>
          </a:p>
          <a:p>
            <a:pPr marL="432000" indent="0" algn="r">
              <a:lnSpc>
                <a:spcPct val="100000"/>
              </a:lnSpc>
              <a:spcBef>
                <a:spcPts val="1417"/>
              </a:spcBef>
              <a:buNone/>
              <a:tabLst>
                <a:tab algn="l" pos="0"/>
              </a:tabLst>
            </a:pPr>
            <a:r>
              <a:rPr b="0" lang="hi-IN" sz="3200" strike="noStrike" u="none">
                <a:solidFill>
                  <a:srgbClr val="000000"/>
                </a:solidFill>
                <a:effectLst/>
                <a:uFillTx/>
                <a:latin typeface="Noto Sans Arabic"/>
                <a:cs typeface="Noto Sans Arabic"/>
              </a:rPr>
              <a:t>الهدف من النظرية هو معرفة كيفية تحقيق اكبر المنفعة من السلعة و قياسها</a:t>
            </a:r>
            <a:endParaRPr b="0" lang="en-GB" sz="3200" strike="noStrike" u="none">
              <a:solidFill>
                <a:srgbClr val="000000"/>
              </a:solidFill>
              <a:effectLst/>
              <a:uFillTx/>
              <a:latin typeface="Arial"/>
            </a:endParaRPr>
          </a:p>
          <a:p>
            <a:pPr marL="432000" indent="0" algn="r">
              <a:lnSpc>
                <a:spcPct val="100000"/>
              </a:lnSpc>
              <a:spcBef>
                <a:spcPts val="1417"/>
              </a:spcBef>
              <a:buNone/>
              <a:tabLst>
                <a:tab algn="l" pos="0"/>
              </a:tabLst>
            </a:pPr>
            <a:r>
              <a:rPr b="0" lang="hi-IN" sz="3200" strike="noStrike" u="none">
                <a:solidFill>
                  <a:srgbClr val="000000"/>
                </a:solidFill>
                <a:effectLst/>
                <a:uFillTx/>
                <a:latin typeface="Noto Sans Arabic"/>
                <a:cs typeface="Noto Sans Arabic"/>
              </a:rPr>
              <a:t>و للعمل بالنظرية يجب حساب المنفعة الكلية و الحدية</a:t>
            </a:r>
            <a:endParaRPr b="0" lang="en-GB" sz="3200" strike="noStrike" u="none">
              <a:solidFill>
                <a:srgbClr val="000000"/>
              </a:solidFill>
              <a:effectLst/>
              <a:uFillTx/>
              <a:latin typeface="Arial"/>
            </a:endParaRPr>
          </a:p>
        </p:txBody>
      </p:sp>
      <p:sp>
        <p:nvSpPr>
          <p:cNvPr id="506" name="PlaceHolder 20"/>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07" name="PlaceHolder 21"/>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الكمية</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hi-IN" sz="4400" strike="noStrike" u="wavy">
                <a:solidFill>
                  <a:srgbClr val="000000"/>
                </a:solidFill>
                <a:effectLst/>
                <a:uFillTx/>
                <a:latin typeface="Noto Sans Arabic"/>
                <a:cs typeface="Noto Sans Arabic"/>
              </a:rPr>
              <a:t>فرضيات المنفعة الكمية</a:t>
            </a:r>
            <a:endParaRPr b="0" lang="en-GB" sz="4400" strike="noStrike" u="none">
              <a:solidFill>
                <a:srgbClr val="000000"/>
              </a:solidFill>
              <a:effectLst/>
              <a:uFillTx/>
              <a:latin typeface="Arial"/>
            </a:endParaRPr>
          </a:p>
        </p:txBody>
      </p:sp>
      <p:sp>
        <p:nvSpPr>
          <p:cNvPr id="509"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1.2</a:t>
            </a:r>
            <a:endParaRPr b="0" lang="en-GB" sz="3600" strike="noStrike" u="none">
              <a:solidFill>
                <a:srgbClr val="000000"/>
              </a:solidFill>
              <a:effectLst/>
              <a:uFillTx/>
              <a:latin typeface="Arial"/>
            </a:endParaRPr>
          </a:p>
        </p:txBody>
      </p:sp>
      <p:sp>
        <p:nvSpPr>
          <p:cNvPr id="510"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en-GB" sz="3200" strike="noStrike" u="none">
                <a:solidFill>
                  <a:srgbClr val="000000"/>
                </a:solidFill>
                <a:effectLst/>
                <a:uFillTx/>
                <a:latin typeface="Noto Sans Arabic"/>
              </a:rPr>
              <a:t>: </a:t>
            </a:r>
            <a:r>
              <a:rPr b="0" lang="hi-IN" sz="3200" strike="noStrike" u="none">
                <a:solidFill>
                  <a:srgbClr val="000000"/>
                </a:solidFill>
                <a:effectLst/>
                <a:uFillTx/>
                <a:latin typeface="Noto Sans Arabic"/>
                <a:cs typeface="Noto Sans Arabic"/>
              </a:rPr>
              <a:t>تقوم المنفعة الكمية على فرضيتين</a:t>
            </a:r>
            <a:endParaRPr b="0" lang="en-GB" sz="3200" strike="noStrike" u="none">
              <a:solidFill>
                <a:srgbClr val="000000"/>
              </a:solidFill>
              <a:effectLst/>
              <a:uFillTx/>
              <a:latin typeface="Arial"/>
            </a:endParaRPr>
          </a:p>
          <a:p>
            <a:pPr marL="432000" indent="-324000" algn="r">
              <a:lnSpc>
                <a:spcPct val="100000"/>
              </a:lnSpc>
              <a:spcBef>
                <a:spcPts val="1417"/>
              </a:spcBef>
              <a:buClr>
                <a:srgbClr val="000000"/>
              </a:buClr>
              <a:buSzPct val="45000"/>
              <a:buFont typeface="Wingdings" charset="2"/>
              <a:buChar char=""/>
              <a:tabLst>
                <a:tab algn="l" pos="0"/>
              </a:tabLst>
            </a:pPr>
            <a:r>
              <a:rPr b="0" lang="hi-IN" sz="3200" strike="noStrike" u="none">
                <a:solidFill>
                  <a:srgbClr val="000000"/>
                </a:solidFill>
                <a:effectLst/>
                <a:uFillTx/>
                <a:latin typeface="Noto Sans Arabic"/>
                <a:cs typeface="Noto Sans Arabic"/>
              </a:rPr>
              <a:t>المستهلك عقلاني ورشيد</a:t>
            </a:r>
            <a:endParaRPr b="0" lang="en-GB" sz="3200" strike="noStrike" u="none">
              <a:solidFill>
                <a:srgbClr val="000000"/>
              </a:solidFill>
              <a:effectLst/>
              <a:uFillTx/>
              <a:latin typeface="Arial"/>
            </a:endParaRPr>
          </a:p>
          <a:p>
            <a:pPr marL="432000" indent="-324000" algn="r">
              <a:lnSpc>
                <a:spcPct val="100000"/>
              </a:lnSpc>
              <a:spcBef>
                <a:spcPts val="1417"/>
              </a:spcBef>
              <a:buClr>
                <a:srgbClr val="000000"/>
              </a:buClr>
              <a:buSzPct val="45000"/>
              <a:buFont typeface="Wingdings" charset="2"/>
              <a:buChar char=""/>
              <a:tabLst>
                <a:tab algn="l" pos="0"/>
              </a:tabLst>
            </a:pPr>
            <a:r>
              <a:rPr b="0" lang="hi-IN" sz="3200" strike="noStrike" u="none">
                <a:solidFill>
                  <a:srgbClr val="000000"/>
                </a:solidFill>
                <a:effectLst/>
                <a:uFillTx/>
                <a:latin typeface="Noto Sans Arabic"/>
                <a:cs typeface="Noto Sans Arabic"/>
              </a:rPr>
              <a:t>المستهلك يمكنه قياس المنفعة التي يحققها من وحدات السلعة</a:t>
            </a:r>
            <a:endParaRPr b="0" lang="en-GB" sz="3200" strike="noStrike" u="none">
              <a:solidFill>
                <a:srgbClr val="000000"/>
              </a:solidFill>
              <a:effectLst/>
              <a:uFillTx/>
              <a:latin typeface="Arial"/>
            </a:endParaRPr>
          </a:p>
        </p:txBody>
      </p:sp>
      <p:sp>
        <p:nvSpPr>
          <p:cNvPr id="511" name="PlaceHolder 15"/>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pPr>
            <a:endParaRPr b="0" lang="en-GB" sz="2800" strike="noStrike" u="none">
              <a:solidFill>
                <a:srgbClr val="000000"/>
              </a:solidFill>
              <a:effectLst/>
              <a:uFillTx/>
              <a:latin typeface="Noto Sans Arabic"/>
              <a:ea typeface="DejaVu Sans"/>
            </a:endParaRPr>
          </a:p>
        </p:txBody>
      </p:sp>
      <p:sp>
        <p:nvSpPr>
          <p:cNvPr id="512" name="PlaceHolder 16"/>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الكمية</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en-GB" sz="4400" strike="noStrike" u="wavy">
                <a:solidFill>
                  <a:srgbClr val="000000"/>
                </a:solidFill>
                <a:effectLst/>
                <a:uFillTx/>
                <a:latin typeface="Noto Sans Arabic"/>
              </a:rPr>
              <a:t> </a:t>
            </a:r>
            <a:r>
              <a:rPr b="1" lang="hi-IN" sz="4400" strike="noStrike" u="wavy">
                <a:solidFill>
                  <a:srgbClr val="000000"/>
                </a:solidFill>
                <a:effectLst/>
                <a:uFillTx/>
                <a:latin typeface="Noto Sans Arabic"/>
                <a:cs typeface="Noto Sans Arabic"/>
              </a:rPr>
              <a:t>المنفعة الكلية</a:t>
            </a:r>
            <a:endParaRPr b="0" lang="en-GB" sz="4400" strike="noStrike" u="none">
              <a:solidFill>
                <a:srgbClr val="000000"/>
              </a:solidFill>
              <a:effectLst/>
              <a:uFillTx/>
              <a:latin typeface="Arial"/>
            </a:endParaRPr>
          </a:p>
        </p:txBody>
      </p:sp>
      <p:sp>
        <p:nvSpPr>
          <p:cNvPr id="514"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1.2</a:t>
            </a:r>
            <a:endParaRPr b="0" lang="en-GB" sz="3600" strike="noStrike" u="none">
              <a:solidFill>
                <a:srgbClr val="000000"/>
              </a:solidFill>
              <a:effectLst/>
              <a:uFillTx/>
              <a:latin typeface="Arial"/>
            </a:endParaRPr>
          </a:p>
        </p:txBody>
      </p:sp>
      <p:sp>
        <p:nvSpPr>
          <p:cNvPr id="515"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hi-IN" sz="3200" strike="noStrike" u="none">
                <a:solidFill>
                  <a:srgbClr val="000000"/>
                </a:solidFill>
                <a:effectLst/>
                <a:uFillTx/>
                <a:latin typeface="Noto Sans Arabic"/>
                <a:cs typeface="Noto Sans Arabic"/>
              </a:rPr>
              <a:t>هي المقدار الكلي من الاشباع الذي يحققه المستهلك من خلال استهلاك كمية معينة (وحدات متتالية ) من السلعة خلال فترة زمنية معينة</a:t>
            </a:r>
            <a:endParaRPr b="0" lang="en-GB" sz="32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0" lang="en-GB" sz="3600" strike="noStrike" u="none">
                <a:solidFill>
                  <a:srgbClr val="000000"/>
                </a:solidFill>
                <a:effectLst/>
                <a:uFillTx/>
                <a:latin typeface="Noto Sans"/>
              </a:rPr>
              <a:t>Utility Total de x</a:t>
            </a:r>
            <a:endParaRPr b="0" lang="en-GB" sz="36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0" lang="en-GB" sz="3600" strike="noStrike" u="none">
                <a:solidFill>
                  <a:srgbClr val="000000"/>
                </a:solidFill>
                <a:effectLst/>
                <a:uFillTx/>
                <a:latin typeface="Noto Sans"/>
              </a:rPr>
              <a:t>UTx = f(Xi)</a:t>
            </a:r>
            <a:endParaRPr b="0" lang="en-GB" sz="3600" strike="noStrike" u="none">
              <a:solidFill>
                <a:srgbClr val="000000"/>
              </a:solidFill>
              <a:effectLst/>
              <a:uFillTx/>
              <a:latin typeface="Arial"/>
            </a:endParaRPr>
          </a:p>
        </p:txBody>
      </p:sp>
      <p:sp>
        <p:nvSpPr>
          <p:cNvPr id="516" name="PlaceHolder 27"/>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17" name="PlaceHolder 28"/>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الكمية</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en-GB" sz="4400" strike="noStrike" u="wavy">
                <a:solidFill>
                  <a:srgbClr val="000000"/>
                </a:solidFill>
                <a:effectLst/>
                <a:uFillTx/>
                <a:latin typeface="Noto Sans Arabic"/>
              </a:rPr>
              <a:t> </a:t>
            </a:r>
            <a:r>
              <a:rPr b="1" lang="hi-IN" sz="4400" strike="noStrike" u="wavy">
                <a:solidFill>
                  <a:srgbClr val="000000"/>
                </a:solidFill>
                <a:effectLst/>
                <a:uFillTx/>
                <a:latin typeface="Noto Sans Arabic"/>
                <a:cs typeface="Noto Sans Arabic"/>
              </a:rPr>
              <a:t>المنفعة الحدية</a:t>
            </a:r>
            <a:endParaRPr b="0" lang="en-GB" sz="4400" strike="noStrike" u="none">
              <a:solidFill>
                <a:srgbClr val="000000"/>
              </a:solidFill>
              <a:effectLst/>
              <a:uFillTx/>
              <a:latin typeface="Arial"/>
            </a:endParaRPr>
          </a:p>
        </p:txBody>
      </p:sp>
      <p:sp>
        <p:nvSpPr>
          <p:cNvPr id="519"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1.2</a:t>
            </a:r>
            <a:endParaRPr b="0" lang="en-GB" sz="3600" strike="noStrike" u="none">
              <a:solidFill>
                <a:srgbClr val="000000"/>
              </a:solidFill>
              <a:effectLst/>
              <a:uFillTx/>
              <a:latin typeface="Arial"/>
            </a:endParaRPr>
          </a:p>
        </p:txBody>
      </p:sp>
      <p:sp>
        <p:nvSpPr>
          <p:cNvPr id="520"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hi-IN" sz="3200" strike="noStrike" u="none">
                <a:solidFill>
                  <a:srgbClr val="000000"/>
                </a:solidFill>
                <a:effectLst/>
                <a:uFillTx/>
                <a:latin typeface="Noto Sans Arabic"/>
                <a:cs typeface="Noto Sans Arabic"/>
              </a:rPr>
              <a:t>تقيس مقدار التغير (الزيادة أو النقصان )</a:t>
            </a:r>
            <a:r>
              <a:rPr b="0" lang="hi-IN" sz="3600" strike="noStrike" u="none">
                <a:solidFill>
                  <a:srgbClr val="000000"/>
                </a:solidFill>
                <a:effectLst/>
                <a:uFillTx/>
                <a:latin typeface="Noto Sans Arabic"/>
                <a:cs typeface="Noto Sans Arabic"/>
              </a:rPr>
              <a:t>في المنفعة الكلية نتيجة زيادة الاستهلاك بوحدة اضافية (منفعة الوحدة الاخيرة )</a:t>
            </a:r>
            <a:endParaRPr b="0" lang="en-GB" sz="3600" strike="noStrike" u="none">
              <a:solidFill>
                <a:srgbClr val="000000"/>
              </a:solidFill>
              <a:effectLst/>
              <a:uFillTx/>
              <a:latin typeface="Arial"/>
            </a:endParaRPr>
          </a:p>
          <a:p>
            <a:pPr marL="432000" indent="0">
              <a:lnSpc>
                <a:spcPct val="100000"/>
              </a:lnSpc>
              <a:spcBef>
                <a:spcPts val="1417"/>
              </a:spcBef>
              <a:buNone/>
              <a:tabLst>
                <a:tab algn="l" pos="0"/>
              </a:tabLst>
            </a:pPr>
            <a:r>
              <a:rPr b="0" lang="en-GB" sz="3600" strike="noStrike" u="none">
                <a:solidFill>
                  <a:srgbClr val="000000"/>
                </a:solidFill>
                <a:effectLst/>
                <a:uFillTx/>
                <a:latin typeface="Noto Sans"/>
              </a:rPr>
              <a:t>Utility Marginal de x</a:t>
            </a:r>
            <a:endParaRPr b="0" lang="en-GB" sz="3600" strike="noStrike" u="none">
              <a:solidFill>
                <a:srgbClr val="000000"/>
              </a:solidFill>
              <a:effectLst/>
              <a:uFillTx/>
              <a:latin typeface="Arial"/>
            </a:endParaRPr>
          </a:p>
          <a:p>
            <a:pPr marL="432000" indent="0">
              <a:lnSpc>
                <a:spcPct val="100000"/>
              </a:lnSpc>
              <a:spcBef>
                <a:spcPts val="1417"/>
              </a:spcBef>
              <a:buNone/>
              <a:tabLst>
                <a:tab algn="l" pos="0"/>
              </a:tabLst>
            </a:pPr>
            <a:r>
              <a:rPr b="0" lang="en-GB" sz="3600" strike="noStrike" u="none">
                <a:solidFill>
                  <a:srgbClr val="000000"/>
                </a:solidFill>
                <a:effectLst/>
                <a:uFillTx/>
                <a:latin typeface="Noto Sans"/>
              </a:rPr>
              <a:t>UMx = </a:t>
            </a:r>
            <a:endParaRPr b="0" lang="en-GB" sz="3600" strike="noStrike" u="none">
              <a:solidFill>
                <a:srgbClr val="000000"/>
              </a:solidFill>
              <a:effectLst/>
              <a:uFillTx/>
              <a:latin typeface="Arial"/>
            </a:endParaRPr>
          </a:p>
        </p:txBody>
      </p:sp>
      <p:sp>
        <p:nvSpPr>
          <p:cNvPr id="521" name="PlaceHolder 32"/>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22" name="PlaceHolder 33"/>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الكمية</a:t>
            </a:r>
            <a:endParaRPr b="0" lang="en-GB" sz="3600" strike="noStrike" u="none">
              <a:solidFill>
                <a:srgbClr val="000000"/>
              </a:solidFill>
              <a:effectLst/>
              <a:uFillTx/>
              <a:latin typeface="Arial"/>
            </a:endParaRPr>
          </a:p>
        </p:txBody>
      </p:sp>
      <p:sp>
        <p:nvSpPr>
          <p:cNvPr id="523" name="PlaceHolder 34"/>
          <p:cNvSpPr/>
          <p:nvPr/>
        </p:nvSpPr>
        <p:spPr>
          <a:xfrm>
            <a:off x="1794600" y="419832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spcBef>
                <a:spcPts val="1191"/>
              </a:spcBef>
              <a:spcAft>
                <a:spcPts val="992"/>
              </a:spcAft>
              <a:tabLst>
                <a:tab algn="l" pos="0"/>
              </a:tabLst>
            </a:pPr>
            <a:r>
              <a:rPr b="0" lang="en-GB" sz="1800" strike="noStrike" u="none">
                <a:solidFill>
                  <a:srgbClr val="000000"/>
                </a:solidFill>
                <a:effectLst/>
                <a:uFillTx/>
                <a:latin typeface="Noto Sans"/>
                <a:ea typeface="DejaVu Sans"/>
              </a:rPr>
              <a:t>___________</a:t>
            </a:r>
            <a:endParaRPr b="0" lang="en-GB" sz="1800" strike="noStrike" u="none">
              <a:solidFill>
                <a:srgbClr val="000000"/>
              </a:solidFill>
              <a:effectLst/>
              <a:uFillTx/>
              <a:latin typeface="Arial"/>
            </a:endParaRPr>
          </a:p>
        </p:txBody>
      </p:sp>
      <p:sp>
        <p:nvSpPr>
          <p:cNvPr id="524" name=""/>
          <p:cNvSpPr/>
          <p:nvPr/>
        </p:nvSpPr>
        <p:spPr>
          <a:xfrm>
            <a:off x="2880000" y="4011840"/>
            <a:ext cx="1797120" cy="907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GB" sz="2600" strike="noStrike" u="none">
                <a:solidFill>
                  <a:srgbClr val="000000"/>
                </a:solidFill>
                <a:effectLst/>
                <a:uFillTx/>
                <a:latin typeface="Arial"/>
                <a:ea typeface="DejaVu Sans"/>
              </a:rPr>
              <a:t>Δ </a:t>
            </a:r>
            <a:r>
              <a:rPr b="0" lang="en-GB" sz="2600" strike="noStrike" u="none">
                <a:solidFill>
                  <a:srgbClr val="000000"/>
                </a:solidFill>
                <a:effectLst/>
                <a:uFillTx/>
                <a:latin typeface="Noto Sans"/>
                <a:ea typeface="DejaVu Sans"/>
              </a:rPr>
              <a:t>UTx</a:t>
            </a:r>
            <a:endParaRPr b="0" lang="en-GB" sz="2600" strike="noStrike" u="none">
              <a:solidFill>
                <a:srgbClr val="000000"/>
              </a:solidFill>
              <a:effectLst/>
              <a:uFillTx/>
              <a:latin typeface="Arial"/>
            </a:endParaRPr>
          </a:p>
        </p:txBody>
      </p:sp>
      <p:sp>
        <p:nvSpPr>
          <p:cNvPr id="525" name=""/>
          <p:cNvSpPr/>
          <p:nvPr/>
        </p:nvSpPr>
        <p:spPr>
          <a:xfrm>
            <a:off x="3116520" y="4555800"/>
            <a:ext cx="2895120" cy="718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GB" sz="2600" strike="noStrike" u="none">
                <a:solidFill>
                  <a:srgbClr val="000000"/>
                </a:solidFill>
                <a:effectLst/>
                <a:uFillTx/>
                <a:latin typeface="Arial"/>
                <a:ea typeface="DejaVu Sans"/>
              </a:rPr>
              <a:t>Δ </a:t>
            </a:r>
            <a:r>
              <a:rPr b="0" lang="en-GB" sz="2600" strike="noStrike" u="none">
                <a:solidFill>
                  <a:srgbClr val="000000"/>
                </a:solidFill>
                <a:effectLst/>
                <a:uFillTx/>
                <a:latin typeface="Noto Sans"/>
                <a:ea typeface="DejaVu Sans"/>
              </a:rPr>
              <a:t>x</a:t>
            </a:r>
            <a:endParaRPr b="0" lang="en-GB"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hi-IN" sz="4400" strike="noStrike" u="wavy">
                <a:solidFill>
                  <a:srgbClr val="000000"/>
                </a:solidFill>
                <a:effectLst/>
                <a:uFillTx/>
                <a:latin typeface="Noto Sans Arabic"/>
                <a:cs typeface="Noto Sans Arabic"/>
              </a:rPr>
              <a:t>قانون تناقص المنفعة الحدية</a:t>
            </a:r>
            <a:endParaRPr b="0" lang="en-GB" sz="4400" strike="noStrike" u="none">
              <a:solidFill>
                <a:srgbClr val="000000"/>
              </a:solidFill>
              <a:effectLst/>
              <a:uFillTx/>
              <a:latin typeface="Arial"/>
            </a:endParaRPr>
          </a:p>
        </p:txBody>
      </p:sp>
      <p:sp>
        <p:nvSpPr>
          <p:cNvPr id="527"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1.2</a:t>
            </a:r>
            <a:endParaRPr b="0" lang="en-GB" sz="3600" strike="noStrike" u="none">
              <a:solidFill>
                <a:srgbClr val="000000"/>
              </a:solidFill>
              <a:effectLst/>
              <a:uFillTx/>
              <a:latin typeface="Arial"/>
            </a:endParaRPr>
          </a:p>
        </p:txBody>
      </p:sp>
      <p:sp>
        <p:nvSpPr>
          <p:cNvPr id="528" name="PlaceHolder 3"/>
          <p:cNvSpPr>
            <a:spLocks noGrp="1"/>
          </p:cNvSpPr>
          <p:nvPr>
            <p:ph/>
          </p:nvPr>
        </p:nvSpPr>
        <p:spPr>
          <a:xfrm>
            <a:off x="470160" y="1620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hi-IN" sz="5400" strike="noStrike" u="none">
                <a:solidFill>
                  <a:srgbClr val="000000"/>
                </a:solidFill>
                <a:effectLst/>
                <a:uFillTx/>
                <a:latin typeface="Noto Sans Arabic"/>
                <a:cs typeface="Noto Sans Arabic"/>
              </a:rPr>
              <a:t>كلما زاد استهلاك سلعة معينة فان الاشباع أو الرضى التي تحصل عليه من كل وحدة اضافية منها يقل تدريجيا</a:t>
            </a:r>
            <a:endParaRPr b="0" lang="en-GB" sz="5400" strike="noStrike" u="none">
              <a:solidFill>
                <a:srgbClr val="000000"/>
              </a:solidFill>
              <a:effectLst/>
              <a:uFillTx/>
              <a:latin typeface="Arial"/>
            </a:endParaRPr>
          </a:p>
        </p:txBody>
      </p:sp>
      <p:sp>
        <p:nvSpPr>
          <p:cNvPr id="529" name="PlaceHolder 85"/>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30" name="PlaceHolder 86"/>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الكمية</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hi-IN" sz="4400" strike="noStrike" u="wavy">
                <a:solidFill>
                  <a:srgbClr val="000000"/>
                </a:solidFill>
                <a:effectLst/>
                <a:uFillTx/>
                <a:latin typeface="Noto Sans Arabic"/>
                <a:cs typeface="Noto Sans Arabic"/>
              </a:rPr>
              <a:t>نظرية المنفعة الترتيبية</a:t>
            </a:r>
            <a:endParaRPr b="0" lang="en-GB" sz="4400" strike="noStrike" u="none">
              <a:solidFill>
                <a:srgbClr val="000000"/>
              </a:solidFill>
              <a:effectLst/>
              <a:uFillTx/>
              <a:latin typeface="Arial"/>
            </a:endParaRPr>
          </a:p>
        </p:txBody>
      </p:sp>
      <p:sp>
        <p:nvSpPr>
          <p:cNvPr id="532" name="PlaceHolder 2"/>
          <p:cNvSpPr>
            <a:spLocks noGrp="1"/>
          </p:cNvSpPr>
          <p:nvPr>
            <p:ph type="subTitle"/>
          </p:nvPr>
        </p:nvSpPr>
        <p:spPr>
          <a:xfrm>
            <a:off x="2160000" y="10836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2.2</a:t>
            </a:r>
            <a:endParaRPr b="0" lang="en-GB" sz="3600" strike="noStrike" u="none">
              <a:solidFill>
                <a:srgbClr val="000000"/>
              </a:solidFill>
              <a:effectLst/>
              <a:uFillTx/>
              <a:latin typeface="Arial"/>
            </a:endParaRPr>
          </a:p>
        </p:txBody>
      </p:sp>
      <p:sp>
        <p:nvSpPr>
          <p:cNvPr id="533" name="PlaceHolder 3"/>
          <p:cNvSpPr>
            <a:spLocks noGrp="1"/>
          </p:cNvSpPr>
          <p:nvPr>
            <p:ph/>
          </p:nvPr>
        </p:nvSpPr>
        <p:spPr>
          <a:xfrm>
            <a:off x="470160" y="1620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hi-IN" sz="4400" strike="noStrike" u="none">
                <a:solidFill>
                  <a:srgbClr val="000000"/>
                </a:solidFill>
                <a:effectLst/>
                <a:uFillTx/>
                <a:latin typeface="Noto Sans Arabic"/>
                <a:cs typeface="Noto Sans Arabic"/>
              </a:rPr>
              <a:t>تقوم نظرية المنفعة الترتيبية على فرضية امكانية المستهلك من تركيب المنفعة التي يتحصل عليها من استهلاكه لسلعتين او اكثر عن طريق تشكيل منحنيات السواء</a:t>
            </a:r>
            <a:endParaRPr b="0" lang="en-GB" sz="4400" strike="noStrike" u="none">
              <a:solidFill>
                <a:srgbClr val="000000"/>
              </a:solidFill>
              <a:effectLst/>
              <a:uFillTx/>
              <a:latin typeface="Arial"/>
            </a:endParaRPr>
          </a:p>
        </p:txBody>
      </p:sp>
      <p:sp>
        <p:nvSpPr>
          <p:cNvPr id="534" name="PlaceHolder 90"/>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35" name="PlaceHolder 91"/>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الترتيبية</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hi-IN" sz="4400" strike="noStrike" u="wavy">
                <a:solidFill>
                  <a:srgbClr val="000000"/>
                </a:solidFill>
                <a:effectLst/>
                <a:uFillTx/>
                <a:latin typeface="Noto Sans Arabic"/>
                <a:cs typeface="Noto Sans Arabic"/>
              </a:rPr>
              <a:t>منحنى السواء</a:t>
            </a:r>
            <a:endParaRPr b="0" lang="en-GB" sz="4400" strike="noStrike" u="none">
              <a:solidFill>
                <a:srgbClr val="000000"/>
              </a:solidFill>
              <a:effectLst/>
              <a:uFillTx/>
              <a:latin typeface="Arial"/>
            </a:endParaRPr>
          </a:p>
        </p:txBody>
      </p:sp>
      <p:sp>
        <p:nvSpPr>
          <p:cNvPr id="537" name="PlaceHolder 2"/>
          <p:cNvSpPr>
            <a:spLocks noGrp="1"/>
          </p:cNvSpPr>
          <p:nvPr>
            <p:ph type="subTitle"/>
          </p:nvPr>
        </p:nvSpPr>
        <p:spPr>
          <a:xfrm>
            <a:off x="2160000" y="10836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2.2</a:t>
            </a:r>
            <a:endParaRPr b="0" lang="en-GB" sz="3600" strike="noStrike" u="none">
              <a:solidFill>
                <a:srgbClr val="000000"/>
              </a:solidFill>
              <a:effectLst/>
              <a:uFillTx/>
              <a:latin typeface="Arial"/>
            </a:endParaRPr>
          </a:p>
        </p:txBody>
      </p:sp>
      <p:pic>
        <p:nvPicPr>
          <p:cNvPr id="538" name="" descr=""/>
          <p:cNvPicPr/>
          <p:nvPr/>
        </p:nvPicPr>
        <p:blipFill>
          <a:blip r:embed="rId1">
            <a:extLst>
              <a:ext uri="{96DAC541-7B7A-43D3-8B79-37D633B846F1}">
                <asvg:svgBlip xmlns:asvg="http://schemas.microsoft.com/office/drawing/2016/SVG/main" r:embed="rId2"/>
              </a:ext>
            </a:extLst>
          </a:blip>
          <a:stretch/>
        </p:blipFill>
        <p:spPr>
          <a:xfrm>
            <a:off x="364680" y="1524600"/>
            <a:ext cx="3560400" cy="3560400"/>
          </a:xfrm>
          <a:prstGeom prst="rect">
            <a:avLst/>
          </a:prstGeom>
          <a:noFill/>
          <a:ln w="0">
            <a:noFill/>
          </a:ln>
        </p:spPr>
      </p:pic>
      <p:sp>
        <p:nvSpPr>
          <p:cNvPr id="539" name="PlaceHolder 95"/>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40" name="PlaceHolder 96"/>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الترتيبية</a:t>
            </a:r>
            <a:endParaRPr b="0" lang="en-GB" sz="3600" strike="noStrike" u="none">
              <a:solidFill>
                <a:srgbClr val="000000"/>
              </a:solidFill>
              <a:effectLst/>
              <a:uFillTx/>
              <a:latin typeface="Arial"/>
            </a:endParaRPr>
          </a:p>
        </p:txBody>
      </p:sp>
      <p:sp>
        <p:nvSpPr>
          <p:cNvPr id="541" name="PlaceHolder 94"/>
          <p:cNvSpPr/>
          <p:nvPr/>
        </p:nvSpPr>
        <p:spPr>
          <a:xfrm>
            <a:off x="4140000" y="1620000"/>
            <a:ext cx="5648400" cy="3418560"/>
          </a:xfrm>
          <a:prstGeom prst="rect">
            <a:avLst/>
          </a:prstGeom>
          <a:noFill/>
          <a:ln w="0">
            <a:noFill/>
          </a:ln>
        </p:spPr>
        <p:style>
          <a:lnRef idx="0"/>
          <a:fillRef idx="0"/>
          <a:effectRef idx="0"/>
          <a:fontRef idx="minor"/>
        </p:style>
        <p:txBody>
          <a:bodyPr lIns="0" rIns="0" tIns="0" bIns="0" anchor="t" anchorCtr="1">
            <a:normAutofit/>
          </a:bodyPr>
          <a:p>
            <a:pPr algn="r">
              <a:lnSpc>
                <a:spcPct val="100000"/>
              </a:lnSpc>
              <a:spcBef>
                <a:spcPts val="1191"/>
              </a:spcBef>
              <a:spcAft>
                <a:spcPts val="992"/>
              </a:spcAft>
              <a:tabLst>
                <a:tab algn="l" pos="0"/>
              </a:tabLst>
            </a:pPr>
            <a:r>
              <a:rPr b="0" lang="hi-IN" sz="3200" strike="noStrike" u="none">
                <a:solidFill>
                  <a:srgbClr val="000000"/>
                </a:solidFill>
                <a:effectLst/>
                <a:uFillTx/>
                <a:latin typeface="Noto Sans Arabic"/>
                <a:cs typeface="Noto Sans Arabic"/>
              </a:rPr>
              <a:t>منحنى السواء هو التمثيل البياني للتركيبة المختلفة من كميات سلعتين التي تعطي للمستهلك اشباعا متساويا</a:t>
            </a:r>
            <a:br>
              <a:rPr sz="3200"/>
            </a:br>
            <a:br>
              <a:rPr sz="3200"/>
            </a:br>
            <a:r>
              <a:rPr b="0" lang="hi-IN" sz="3200" strike="noStrike" u="none">
                <a:solidFill>
                  <a:srgbClr val="000000"/>
                </a:solidFill>
                <a:effectLst/>
                <a:uFillTx/>
                <a:latin typeface="Noto Sans Arabic"/>
                <a:cs typeface="Noto Sans Arabic"/>
              </a:rPr>
              <a:t>معادلته تكون من الشكل</a:t>
            </a:r>
            <a:br>
              <a:rPr sz="3200"/>
            </a:br>
            <a:r>
              <a:rPr b="0" lang="en-GB" sz="3200" strike="noStrike" u="none">
                <a:solidFill>
                  <a:srgbClr val="000000"/>
                </a:solidFill>
                <a:effectLst/>
                <a:uFillTx/>
                <a:latin typeface="Noto Sans Arabic"/>
                <a:ea typeface="DejaVu Sans"/>
              </a:rPr>
              <a:t>  </a:t>
            </a:r>
            <a:r>
              <a:rPr b="0" lang="en-GB" sz="3200" strike="noStrike" u="none">
                <a:solidFill>
                  <a:srgbClr val="000000"/>
                </a:solidFill>
                <a:effectLst/>
                <a:uFillTx/>
                <a:latin typeface="Noto Sans"/>
                <a:ea typeface="DejaVu Sans"/>
              </a:rPr>
              <a:t>UT(x; y) = Ut0 =&gt; 𝑦 = 𝑓(𝑥)</a:t>
            </a:r>
            <a:endParaRPr b="0" lang="en-GB"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indent="0" algn="ctr">
              <a:lnSpc>
                <a:spcPct val="100000"/>
              </a:lnSpc>
              <a:buNone/>
              <a:tabLst>
                <a:tab algn="l" pos="0"/>
              </a:tabLst>
            </a:pPr>
            <a:r>
              <a:rPr b="1" lang="hi-IN" sz="4400" strike="noStrike" u="wavy">
                <a:solidFill>
                  <a:srgbClr val="000000"/>
                </a:solidFill>
                <a:effectLst/>
                <a:uFillTx/>
                <a:latin typeface="Noto Sans Arabic"/>
                <a:cs typeface="Noto Sans Arabic"/>
              </a:rPr>
              <a:t>خريطة السواء</a:t>
            </a:r>
            <a:endParaRPr b="0" lang="en-GB" sz="4400" strike="noStrike" u="none">
              <a:solidFill>
                <a:srgbClr val="000000"/>
              </a:solidFill>
              <a:effectLst/>
              <a:uFillTx/>
              <a:latin typeface="Arial"/>
            </a:endParaRPr>
          </a:p>
        </p:txBody>
      </p:sp>
      <p:sp>
        <p:nvSpPr>
          <p:cNvPr id="543" name="PlaceHolder 2"/>
          <p:cNvSpPr>
            <a:spLocks noGrp="1"/>
          </p:cNvSpPr>
          <p:nvPr>
            <p:ph type="subTitle"/>
          </p:nvPr>
        </p:nvSpPr>
        <p:spPr>
          <a:xfrm>
            <a:off x="2160000" y="10836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2.2</a:t>
            </a:r>
            <a:endParaRPr b="0" lang="en-GB" sz="3600" strike="noStrike" u="none">
              <a:solidFill>
                <a:srgbClr val="000000"/>
              </a:solidFill>
              <a:effectLst/>
              <a:uFillTx/>
              <a:latin typeface="Arial"/>
            </a:endParaRPr>
          </a:p>
        </p:txBody>
      </p:sp>
      <p:pic>
        <p:nvPicPr>
          <p:cNvPr id="544" name="" descr=""/>
          <p:cNvPicPr/>
          <p:nvPr/>
        </p:nvPicPr>
        <p:blipFill>
          <a:blip r:embed="rId1">
            <a:extLst>
              <a:ext uri="{96DAC541-7B7A-43D3-8B79-37D633B846F1}">
                <asvg:svgBlip xmlns:asvg="http://schemas.microsoft.com/office/drawing/2016/SVG/main" r:embed="rId2"/>
              </a:ext>
            </a:extLst>
          </a:blip>
          <a:stretch/>
        </p:blipFill>
        <p:spPr>
          <a:xfrm>
            <a:off x="364680" y="1524600"/>
            <a:ext cx="3560400" cy="3560400"/>
          </a:xfrm>
          <a:prstGeom prst="rect">
            <a:avLst/>
          </a:prstGeom>
          <a:noFill/>
          <a:ln w="0">
            <a:noFill/>
          </a:ln>
        </p:spPr>
      </p:pic>
      <p:sp>
        <p:nvSpPr>
          <p:cNvPr id="545" name="PlaceHolder 109"/>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46" name="PlaceHolder 110"/>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hi-IN" sz="3600" strike="noStrike" u="none">
                <a:solidFill>
                  <a:srgbClr val="000000"/>
                </a:solidFill>
                <a:effectLst/>
                <a:uFillTx/>
                <a:latin typeface="Noto Sans Arabic"/>
                <a:cs typeface="Noto Sans Arabic"/>
              </a:rPr>
              <a:t>المنفعة الترتيبية</a:t>
            </a:r>
            <a:endParaRPr b="0" lang="en-GB" sz="3600" strike="noStrike" u="none">
              <a:solidFill>
                <a:srgbClr val="000000"/>
              </a:solidFill>
              <a:effectLst/>
              <a:uFillTx/>
              <a:latin typeface="Arial"/>
            </a:endParaRPr>
          </a:p>
        </p:txBody>
      </p:sp>
      <p:sp>
        <p:nvSpPr>
          <p:cNvPr id="547" name="PlaceHolder 111"/>
          <p:cNvSpPr/>
          <p:nvPr/>
        </p:nvSpPr>
        <p:spPr>
          <a:xfrm>
            <a:off x="4140000" y="1620000"/>
            <a:ext cx="5648400" cy="3418560"/>
          </a:xfrm>
          <a:prstGeom prst="rect">
            <a:avLst/>
          </a:prstGeom>
          <a:noFill/>
          <a:ln w="0">
            <a:noFill/>
          </a:ln>
        </p:spPr>
        <p:style>
          <a:lnRef idx="0"/>
          <a:fillRef idx="0"/>
          <a:effectRef idx="0"/>
          <a:fontRef idx="minor"/>
        </p:style>
        <p:txBody>
          <a:bodyPr lIns="0" rIns="0" tIns="0" bIns="0" anchor="t" anchorCtr="1">
            <a:normAutofit/>
          </a:bodyPr>
          <a:p>
            <a:pPr algn="r">
              <a:lnSpc>
                <a:spcPct val="100000"/>
              </a:lnSpc>
              <a:spcBef>
                <a:spcPts val="1191"/>
              </a:spcBef>
              <a:spcAft>
                <a:spcPts val="992"/>
              </a:spcAft>
              <a:tabLst>
                <a:tab algn="l" pos="0"/>
              </a:tabLst>
            </a:pPr>
            <a:r>
              <a:rPr b="0" lang="en-GB" sz="2200" strike="noStrike" u="none">
                <a:solidFill>
                  <a:srgbClr val="000000"/>
                </a:solidFill>
                <a:effectLst/>
                <a:uFillTx/>
                <a:latin typeface="Noto Sans"/>
                <a:ea typeface="DejaVu Sans"/>
              </a:rPr>
              <a:t> </a:t>
            </a:r>
            <a:r>
              <a:rPr b="0" lang="hi-IN" sz="2200" strike="noStrike" u="none">
                <a:solidFill>
                  <a:srgbClr val="000000"/>
                </a:solidFill>
                <a:effectLst/>
                <a:uFillTx/>
                <a:latin typeface="Noto Sans"/>
                <a:cs typeface="Noto Sans Arabic"/>
              </a:rPr>
              <a:t>ينحدر منحنى السواء من الاعلى إلى الاسفل ومن اليسار إلى اليمين، وهذه الخاصية ضرورية للمحافظة على نفس الاشباع. فعند إضافة وحدات من السلعة الاولى يتم التخلي عن وحدات من السلعة الثانية لتحقيق نفس الاشباع</a:t>
            </a:r>
            <a:br>
              <a:rPr sz="2200"/>
            </a:br>
            <a:r>
              <a:rPr b="0" lang="hi-IN" sz="2200" strike="noStrike" u="none">
                <a:solidFill>
                  <a:srgbClr val="000000"/>
                </a:solidFill>
                <a:effectLst/>
                <a:uFillTx/>
                <a:latin typeface="Noto Sans"/>
                <a:cs typeface="Noto Sans Arabic"/>
              </a:rPr>
              <a:t>لا يوجد لكل مستهلك منحنى سواء واحد، بل يوجد مجموعة من منحنيات السواء التي تمثل درجات مختلفة من الاشباع، تعرف في مجموعها بخريطة السواء، وكلما انتقل المستهلك إلى منحنى سواء أعلى كلما زادت درجة الاشباع المحقق</a:t>
            </a:r>
            <a:r>
              <a:rPr b="0" lang="en-GB" sz="2200" strike="noStrike" u="none">
                <a:solidFill>
                  <a:srgbClr val="000000"/>
                </a:solidFill>
                <a:effectLst/>
                <a:uFillTx/>
                <a:latin typeface="Noto Sans"/>
                <a:ea typeface="DejaVu Sans"/>
              </a:rPr>
              <a:t> </a:t>
            </a:r>
            <a:endParaRPr b="0" lang="en-GB"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ubTitle"/>
          </p:nvPr>
        </p:nvSpPr>
        <p:spPr>
          <a:xfrm>
            <a:off x="4320000" y="2160000"/>
            <a:ext cx="4316400" cy="1649160"/>
          </a:xfrm>
          <a:prstGeom prst="rect">
            <a:avLst/>
          </a:prstGeom>
          <a:noFill/>
          <a:ln w="0">
            <a:noFill/>
          </a:ln>
        </p:spPr>
        <p:txBody>
          <a:bodyPr lIns="0" rIns="0" tIns="0" bIns="0" anchor="t" anchorCtr="1">
            <a:spAutoFit/>
          </a:bodyPr>
          <a:p>
            <a:pPr marL="432000" indent="-324000" algn="r">
              <a:lnSpc>
                <a:spcPct val="100000"/>
              </a:lnSpc>
              <a:spcBef>
                <a:spcPts val="1417"/>
              </a:spcBef>
              <a:buClr>
                <a:srgbClr val="000000"/>
              </a:buClr>
              <a:buSzPct val="45000"/>
              <a:buFont typeface="Wingdings" charset="2"/>
              <a:buChar char=""/>
            </a:pPr>
            <a:r>
              <a:rPr b="1" lang="hi-IN" sz="3200" strike="noStrike" u="none">
                <a:solidFill>
                  <a:srgbClr val="000000"/>
                </a:solidFill>
                <a:effectLst/>
                <a:uFillTx/>
                <a:latin typeface="Noto Sans Arabic"/>
                <a:cs typeface="Noto Sans Arabic"/>
              </a:rPr>
              <a:t>ما هي العوامل التي تؤثر على سلوك المستهلك ؟</a:t>
            </a:r>
            <a:endParaRPr b="0" lang="en-GB" sz="3200" strike="noStrike" u="none">
              <a:solidFill>
                <a:srgbClr val="000000"/>
              </a:solidFill>
              <a:effectLst/>
              <a:uFillTx/>
              <a:latin typeface="Arial"/>
            </a:endParaRPr>
          </a:p>
        </p:txBody>
      </p:sp>
      <p:sp>
        <p:nvSpPr>
          <p:cNvPr id="549" name="PlaceHolder 2"/>
          <p:cNvSpPr>
            <a:spLocks noGrp="1"/>
          </p:cNvSpPr>
          <p:nvPr>
            <p:ph type="title"/>
          </p:nvPr>
        </p:nvSpPr>
        <p:spPr>
          <a:xfrm>
            <a:off x="2474280" y="1686240"/>
            <a:ext cx="2098800" cy="2244600"/>
          </a:xfrm>
          <a:prstGeom prst="rect">
            <a:avLst/>
          </a:prstGeom>
          <a:noFill/>
          <a:ln w="0">
            <a:noFill/>
          </a:ln>
        </p:spPr>
        <p:txBody>
          <a:bodyPr lIns="0" rIns="0" tIns="0" bIns="0" anchor="ctr">
            <a:normAutofit/>
          </a:bodyPr>
          <a:p>
            <a:pPr indent="0">
              <a:lnSpc>
                <a:spcPct val="100000"/>
              </a:lnSpc>
              <a:buNone/>
              <a:tabLst>
                <a:tab algn="l" pos="0"/>
              </a:tabLst>
            </a:pPr>
            <a:r>
              <a:rPr b="0" lang="en-GB" sz="13000" strike="noStrike" u="none">
                <a:solidFill>
                  <a:srgbClr val="000000"/>
                </a:solidFill>
                <a:effectLst/>
                <a:uFillTx/>
                <a:latin typeface="Noto Sans"/>
              </a:rPr>
              <a:t>03</a:t>
            </a:r>
            <a:endParaRPr b="0" lang="en-GB" sz="13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marL="432000" indent="0" algn="ctr">
              <a:lnSpc>
                <a:spcPct val="100000"/>
              </a:lnSpc>
              <a:spcBef>
                <a:spcPts val="1191"/>
              </a:spcBef>
              <a:spcAft>
                <a:spcPts val="992"/>
              </a:spcAft>
              <a:buNone/>
              <a:tabLst>
                <a:tab algn="l" pos="0"/>
              </a:tabLst>
            </a:pPr>
            <a:r>
              <a:rPr b="0" lang="en-GB" sz="3600" strike="noStrike" u="none">
                <a:solidFill>
                  <a:srgbClr val="000000"/>
                </a:solidFill>
                <a:effectLst/>
                <a:uFillTx/>
                <a:latin typeface="Noto Sans Arabic"/>
              </a:rPr>
              <a:t>: </a:t>
            </a:r>
            <a:r>
              <a:rPr b="0" lang="hi-IN" sz="3600" strike="noStrike" u="none">
                <a:solidFill>
                  <a:srgbClr val="000000"/>
                </a:solidFill>
                <a:effectLst/>
                <a:uFillTx/>
                <a:latin typeface="Noto Sans Arabic"/>
                <a:cs typeface="Noto Sans Arabic"/>
              </a:rPr>
              <a:t>يؤثر على سلوك المستهلك عدة عوامل منها</a:t>
            </a:r>
            <a:endParaRPr b="0" lang="en-GB" sz="3600" strike="noStrike" u="none">
              <a:solidFill>
                <a:srgbClr val="000000"/>
              </a:solidFill>
              <a:effectLst/>
              <a:uFillTx/>
              <a:latin typeface="Arial"/>
            </a:endParaRPr>
          </a:p>
        </p:txBody>
      </p:sp>
      <p:sp>
        <p:nvSpPr>
          <p:cNvPr id="551" name="PlaceHolder 2"/>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3</a:t>
            </a:r>
            <a:endParaRPr b="0" lang="en-GB" sz="3600" strike="noStrike" u="none">
              <a:solidFill>
                <a:srgbClr val="000000"/>
              </a:solidFill>
              <a:effectLst/>
              <a:uFillTx/>
              <a:latin typeface="Arial"/>
            </a:endParaRPr>
          </a:p>
        </p:txBody>
      </p:sp>
      <p:sp>
        <p:nvSpPr>
          <p:cNvPr id="552" name="PlaceHolder 3"/>
          <p:cNvSpPr>
            <a:spLocks noGrp="1"/>
          </p:cNvSpPr>
          <p:nvPr>
            <p:ph/>
          </p:nvPr>
        </p:nvSpPr>
        <p:spPr>
          <a:xfrm>
            <a:off x="470160" y="1658160"/>
            <a:ext cx="9068400" cy="3560400"/>
          </a:xfrm>
          <a:prstGeom prst="rect">
            <a:avLst/>
          </a:prstGeom>
          <a:noFill/>
          <a:ln w="0">
            <a:noFill/>
          </a:ln>
        </p:spPr>
        <p:txBody>
          <a:bodyPr lIns="0" rIns="0" tIns="0" bIns="0" anchor="t" anchorCtr="1">
            <a:normAutofit fontScale="77500" lnSpcReduction="19999"/>
          </a:bodyPr>
          <a:p>
            <a:pPr marL="432000" indent="0" algn="r">
              <a:lnSpc>
                <a:spcPct val="100000"/>
              </a:lnSpc>
              <a:spcBef>
                <a:spcPts val="1191"/>
              </a:spcBef>
              <a:spcAft>
                <a:spcPts val="992"/>
              </a:spcAft>
              <a:buNone/>
              <a:tabLst>
                <a:tab algn="l" pos="0"/>
              </a:tabLst>
            </a:pPr>
            <a:r>
              <a:rPr b="1" lang="hi-IN" sz="2800" strike="noStrike" u="none">
                <a:solidFill>
                  <a:srgbClr val="000000"/>
                </a:solidFill>
                <a:effectLst/>
                <a:uFillTx/>
                <a:latin typeface="Noto Sans Arabic"/>
                <a:cs typeface="Noto Sans Arabic"/>
              </a:rPr>
              <a:t>المؤثرات النفسیة</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الحاجات و الدوافع : وهي حاجة المستهلك إلى منتج معين فيُجبر على اقتنائه لتلبية هذه الحاجة</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الإدراك : يشير إلى الطريقة التي يفسر بها المستهلك المعلومات المتاحة حول المنتج. حيث تلعب أساليب التسويق دورًا كبيرًا في التأثير على إدراك المستهلك</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التعلم : يرمز إلى المعرفة التي يكتسبها المستهلك عن طريق الخبرة والمصادر الخارجية</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المعتقدات و المواقف : تلعب التأثيرات الخارجية والخبرة دورًا في تشكيل مواقف ومعتقدات المستهلك</a:t>
            </a:r>
            <a:endParaRPr b="0" lang="en-GB" sz="2800" strike="noStrike" u="none">
              <a:solidFill>
                <a:srgbClr val="000000"/>
              </a:solidFill>
              <a:effectLst/>
              <a:uFillTx/>
              <a:latin typeface="Arial"/>
            </a:endParaRPr>
          </a:p>
        </p:txBody>
      </p:sp>
      <p:sp>
        <p:nvSpPr>
          <p:cNvPr id="553" name="PlaceHolder 13"/>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54" name="PlaceHolder 14"/>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endParaRPr b="0" lang="en-GB" sz="1800" strike="noStrike" u="none">
              <a:solidFill>
                <a:srgbClr val="000000"/>
              </a:solidFill>
              <a:effectLst/>
              <a:uFillTx/>
              <a:latin typeface="Arial"/>
              <a:ea typeface="DejaVu Sans"/>
            </a:endParaRPr>
          </a:p>
        </p:txBody>
      </p:sp>
      <p:sp>
        <p:nvSpPr>
          <p:cNvPr id="555" name="PlaceHolder 6"/>
          <p:cNvSpPr txBox="1"/>
          <p:nvPr/>
        </p:nvSpPr>
        <p:spPr>
          <a:xfrm>
            <a:off x="464760" y="129600"/>
            <a:ext cx="3308400" cy="478800"/>
          </a:xfrm>
          <a:prstGeom prst="rect">
            <a:avLst/>
          </a:prstGeom>
          <a:noFill/>
          <a:ln w="0">
            <a:noFill/>
          </a:ln>
        </p:spPr>
        <p:txBody>
          <a:bodyPr lIns="0" rIns="0" tIns="0" bIns="0" anchor="ctr" anchorCtr="1">
            <a:normAutofit/>
          </a:bodyPr>
          <a:p>
            <a:pPr algn="r">
              <a:lnSpc>
                <a:spcPct val="100000"/>
              </a:lnSpc>
              <a:tabLst>
                <a:tab algn="l" pos="0"/>
              </a:tabLst>
            </a:pPr>
            <a:r>
              <a:rPr b="0" lang="hi-IN" sz="2600" strike="noStrike" u="none">
                <a:solidFill>
                  <a:srgbClr val="000000"/>
                </a:solidFill>
                <a:effectLst/>
                <a:uFillTx/>
                <a:latin typeface="Noto Sans Arabic"/>
                <a:cs typeface="Noto Sans Arabic"/>
              </a:rPr>
              <a:t>محددات الاستهلاك</a:t>
            </a:r>
            <a:endParaRPr b="0" lang="en-GB"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ubTitle"/>
          </p:nvPr>
        </p:nvSpPr>
        <p:spPr>
          <a:xfrm>
            <a:off x="464760" y="129600"/>
            <a:ext cx="3308400" cy="478800"/>
          </a:xfrm>
          <a:prstGeom prst="rect">
            <a:avLst/>
          </a:prstGeom>
          <a:noFill/>
          <a:ln w="0">
            <a:noFill/>
          </a:ln>
        </p:spPr>
        <p:txBody>
          <a:bodyPr lIns="0" rIns="0" tIns="0" bIns="0" anchor="ctr" anchorCtr="1">
            <a:normAutofit/>
          </a:bodyPr>
          <a:p>
            <a:pPr algn="r">
              <a:lnSpc>
                <a:spcPct val="100000"/>
              </a:lnSpc>
              <a:tabLst>
                <a:tab algn="l" pos="0"/>
              </a:tabLst>
            </a:pPr>
            <a:r>
              <a:rPr b="0" lang="hi-IN" sz="2600" strike="noStrike" u="none">
                <a:solidFill>
                  <a:srgbClr val="000000"/>
                </a:solidFill>
                <a:effectLst/>
                <a:uFillTx/>
                <a:latin typeface="Noto Sans Arabic"/>
                <a:cs typeface="Noto Sans Arabic"/>
              </a:rPr>
              <a:t>محددات الاستهلاك</a:t>
            </a:r>
            <a:endParaRPr b="0" lang="en-GB" sz="2600" strike="noStrike" u="none">
              <a:solidFill>
                <a:srgbClr val="000000"/>
              </a:solidFill>
              <a:effectLst/>
              <a:uFillTx/>
              <a:latin typeface="Arial"/>
            </a:endParaRPr>
          </a:p>
        </p:txBody>
      </p:sp>
      <p:sp>
        <p:nvSpPr>
          <p:cNvPr id="557" name="PlaceHolder 2"/>
          <p:cNvSpPr>
            <a:spLocks noGrp="1"/>
          </p:cNvSpPr>
          <p:nvPr>
            <p:ph/>
          </p:nvPr>
        </p:nvSpPr>
        <p:spPr>
          <a:xfrm>
            <a:off x="470160" y="900000"/>
            <a:ext cx="9068400" cy="4318560"/>
          </a:xfrm>
          <a:prstGeom prst="rect">
            <a:avLst/>
          </a:prstGeom>
          <a:noFill/>
          <a:ln w="0">
            <a:noFill/>
          </a:ln>
        </p:spPr>
        <p:txBody>
          <a:bodyPr lIns="0" rIns="0" tIns="0" bIns="0" anchor="t" anchorCtr="1">
            <a:normAutofit fontScale="85000" lnSpcReduction="19999"/>
          </a:bodyPr>
          <a:p>
            <a:pPr marL="432000" indent="0" algn="r">
              <a:lnSpc>
                <a:spcPct val="100000"/>
              </a:lnSpc>
              <a:spcBef>
                <a:spcPts val="1191"/>
              </a:spcBef>
              <a:spcAft>
                <a:spcPts val="992"/>
              </a:spcAft>
              <a:buNone/>
              <a:tabLst>
                <a:tab algn="l" pos="0"/>
              </a:tabLst>
            </a:pPr>
            <a:r>
              <a:rPr b="1" lang="hi-IN" sz="2800" strike="noStrike" u="none">
                <a:solidFill>
                  <a:srgbClr val="000000"/>
                </a:solidFill>
                <a:effectLst/>
                <a:uFillTx/>
                <a:latin typeface="Noto Sans Arabic"/>
                <a:cs typeface="Noto Sans Arabic"/>
              </a:rPr>
              <a:t>المؤثرات الشخصية</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العمر ومرحلة الحياة : حيث تتغير احتياجات المستهلك مع تقدم العمر</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المهنة : تؤثر مهنة الفرد على السلع والخدمات التي يستهلكها</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الشخصية ومفهوم الذات : يميل الأشخاص إلى اختيار المنتجات والعلامات التجارية التي تعكس شخصياتهم أو ما يعتقدون أنه يعكس صورتهم الذاتية</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نمط الحياة : تأثر سلوك المستهلك بنمط حياته، فإذا كان يتبع نظامًا غذائيًا؛ فستكون استهلاكاته موجهة نحو المنتجات التي تساعده على الالتزام بهذا النظام</a:t>
            </a:r>
            <a:endParaRPr b="0" lang="en-GB" sz="2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800" strike="noStrike" u="none">
                <a:solidFill>
                  <a:srgbClr val="000000"/>
                </a:solidFill>
                <a:effectLst/>
                <a:uFillTx/>
                <a:latin typeface="Noto Sans Arabic"/>
                <a:cs typeface="Noto Sans Arabic"/>
              </a:rPr>
              <a:t>الجنس : قد تختلف تفضيلات المنتجات بين الرجال والنساء</a:t>
            </a:r>
            <a:endParaRPr b="0" lang="en-GB" sz="2800" strike="noStrike" u="none">
              <a:solidFill>
                <a:srgbClr val="000000"/>
              </a:solidFill>
              <a:effectLst/>
              <a:uFillTx/>
              <a:latin typeface="Arial"/>
            </a:endParaRPr>
          </a:p>
        </p:txBody>
      </p:sp>
      <p:sp>
        <p:nvSpPr>
          <p:cNvPr id="558" name="PlaceHolder 24"/>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59" name="PlaceHolder 25"/>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560" name="PlaceHolder 97"/>
          <p:cNvSpPr/>
          <p:nvPr/>
        </p:nvSpPr>
        <p:spPr>
          <a:xfrm>
            <a:off x="2088720" y="9684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ea typeface="DejaVu Sans"/>
              </a:rPr>
              <a:t>3</a:t>
            </a:r>
            <a:endParaRPr b="0" lang="en-GB" sz="3600" strike="noStrike" u="none">
              <a:solidFill>
                <a:srgbClr val="000000"/>
              </a:solidFill>
              <a:effectLst/>
              <a:uFillTx/>
              <a:latin typeface="Arial"/>
            </a:endParaRPr>
          </a:p>
        </p:txBody>
      </p:sp>
      <p:sp>
        <p:nvSpPr>
          <p:cNvPr id="561" name="PlaceHolder 98"/>
          <p:cNvSpPr/>
          <p:nvPr/>
        </p:nvSpPr>
        <p:spPr>
          <a:xfrm>
            <a:off x="2088720" y="9684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ea typeface="DejaVu Sans"/>
              </a:rPr>
              <a:t>3</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rPr>
              <a:t>3</a:t>
            </a:r>
            <a:endParaRPr b="0" lang="en-GB" sz="3600" strike="noStrike" u="none">
              <a:solidFill>
                <a:srgbClr val="000000"/>
              </a:solidFill>
              <a:effectLst/>
              <a:uFillTx/>
              <a:latin typeface="Arial"/>
            </a:endParaRPr>
          </a:p>
        </p:txBody>
      </p:sp>
      <p:sp>
        <p:nvSpPr>
          <p:cNvPr id="563" name="PlaceHolder 2"/>
          <p:cNvSpPr>
            <a:spLocks noGrp="1"/>
          </p:cNvSpPr>
          <p:nvPr>
            <p:ph/>
          </p:nvPr>
        </p:nvSpPr>
        <p:spPr>
          <a:xfrm>
            <a:off x="470160" y="900000"/>
            <a:ext cx="9068400" cy="4318560"/>
          </a:xfrm>
          <a:prstGeom prst="rect">
            <a:avLst/>
          </a:prstGeom>
          <a:noFill/>
          <a:ln w="0">
            <a:noFill/>
          </a:ln>
        </p:spPr>
        <p:txBody>
          <a:bodyPr lIns="0" rIns="0" tIns="0" bIns="0" anchor="t" anchorCtr="1">
            <a:normAutofit lnSpcReduction="9999"/>
          </a:bodyPr>
          <a:p>
            <a:pPr marL="432000" indent="0" algn="r">
              <a:lnSpc>
                <a:spcPct val="100000"/>
              </a:lnSpc>
              <a:spcBef>
                <a:spcPts val="1191"/>
              </a:spcBef>
              <a:spcAft>
                <a:spcPts val="992"/>
              </a:spcAft>
              <a:buNone/>
              <a:tabLst>
                <a:tab algn="l" pos="0"/>
              </a:tabLst>
            </a:pPr>
            <a:r>
              <a:rPr b="1" lang="hi-IN" sz="1800" strike="noStrike" u="none">
                <a:solidFill>
                  <a:srgbClr val="000000"/>
                </a:solidFill>
                <a:effectLst/>
                <a:uFillTx/>
                <a:latin typeface="Noto Sans Arabic"/>
                <a:cs typeface="Noto Sans Arabic"/>
              </a:rPr>
              <a:t>المؤثرات الثقافية</a:t>
            </a:r>
            <a:endParaRPr b="0" lang="en-GB" sz="1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1800" strike="noStrike" u="none">
                <a:solidFill>
                  <a:srgbClr val="000000"/>
                </a:solidFill>
                <a:effectLst/>
                <a:uFillTx/>
                <a:latin typeface="Noto Sans Arabic"/>
                <a:cs typeface="Noto Sans Arabic"/>
              </a:rPr>
              <a:t>الثقافة الكلية :</a:t>
            </a:r>
            <a:r>
              <a:rPr b="1" lang="en-GB" sz="1800" strike="noStrike" u="none">
                <a:solidFill>
                  <a:srgbClr val="000000"/>
                </a:solidFill>
                <a:effectLst/>
                <a:uFillTx/>
                <a:latin typeface="Noto Sans Arabic"/>
              </a:rPr>
              <a:t> </a:t>
            </a:r>
            <a:r>
              <a:rPr b="0" lang="hi-IN" sz="1800" strike="noStrike" u="none">
                <a:solidFill>
                  <a:srgbClr val="000000"/>
                </a:solidFill>
                <a:effectLst/>
                <a:uFillTx/>
                <a:latin typeface="Noto Sans Arabic"/>
                <a:cs typeface="Noto Sans Arabic"/>
              </a:rPr>
              <a:t>هي أسلوب حياة متوارث وغالبًا ما تعد الأكثر تأثيراً على سلوك المستهلك حيث في المجتمعات العربية يُقبل المستهلك على شراء منتجات تعبر عن روح العادات والتقاليد مثل العطور الشرقية والحلويات في المناسبات الدينية كالعيد ورمضان. أما في المجتمعات الغربية فيميل المستهلك إلى تفضيل المنتجات العملية واليومية مثل القهوة الجاهزة، والمنتجات التي تعكس أسلوب الحياة الفردي والاستقلالي</a:t>
            </a:r>
            <a:endParaRPr b="0" lang="en-GB" sz="1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1800" strike="noStrike" u="none">
                <a:solidFill>
                  <a:srgbClr val="000000"/>
                </a:solidFill>
                <a:effectLst/>
                <a:uFillTx/>
                <a:latin typeface="Noto Sans Arabic"/>
                <a:cs typeface="Noto Sans Arabic"/>
              </a:rPr>
              <a:t>الثقافة الفرعية: تمثل شریحة ممیزة من الأفراد الذین یشتركون في العقائد و القیم و العادات  الاجتماعیة التي تمیزهم عن بقیة أفراد المجتمع حیث یختلف أفراد ثقافة فرعیة معینة عن غیرهم من حیث نمط المعیشة و العادات الاستهلاكیة. مثل الدين و الجنسيات. فعلى سبيل المثال، تؤثر الديانة في السلوك الاستهلاكي من خلال القواعد المرتبطة بالحلال والحرام؛ فالمسلمون يتجنبون استهلاك لحم الخنزير أو المشروبات الكحولية، بينما يلتزم بعض أتباع الديانات الأخرى بقيود غذائية خاصة مثل النباتية في بعض الطوائف البوذية أو الامتناع عن لحوم معينة في الديانة الهندوسية</a:t>
            </a:r>
            <a:endParaRPr b="0" lang="en-GB" sz="18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1800" strike="noStrike" u="none">
                <a:solidFill>
                  <a:srgbClr val="000000"/>
                </a:solidFill>
                <a:effectLst/>
                <a:uFillTx/>
                <a:latin typeface="Noto Sans Arabic"/>
                <a:cs typeface="Noto Sans Arabic"/>
              </a:rPr>
              <a:t>الطبقة الاجتماعية: تختلف انماط الاستهلاك باختلاف الطبقات الاجتماعية، فالفئات الغنية تميل الى استهلاك السلع الفاخرة،بينما تميل الطبقات المتوسطة او الدنيا الى السلع العادية</a:t>
            </a:r>
            <a:r>
              <a:rPr b="0" lang="en-GB" sz="1800" strike="noStrike" u="none">
                <a:solidFill>
                  <a:srgbClr val="000000"/>
                </a:solidFill>
                <a:effectLst/>
                <a:uFillTx/>
                <a:latin typeface="Noto Sans Arabic"/>
              </a:rPr>
              <a:t> </a:t>
            </a:r>
            <a:endParaRPr b="0" lang="en-GB" sz="1800" strike="noStrike" u="none">
              <a:solidFill>
                <a:srgbClr val="000000"/>
              </a:solidFill>
              <a:effectLst/>
              <a:uFillTx/>
              <a:latin typeface="Arial"/>
            </a:endParaRPr>
          </a:p>
        </p:txBody>
      </p:sp>
      <p:sp>
        <p:nvSpPr>
          <p:cNvPr id="564" name="PlaceHolder 31"/>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65" name="PlaceHolder 35"/>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566" name="PlaceHolder 99"/>
          <p:cNvSpPr/>
          <p:nvPr/>
        </p:nvSpPr>
        <p:spPr>
          <a:xfrm>
            <a:off x="464760" y="1296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0" lang="hi-IN" sz="2600" strike="noStrike" u="none">
                <a:solidFill>
                  <a:srgbClr val="000000"/>
                </a:solidFill>
                <a:effectLst/>
                <a:uFillTx/>
                <a:latin typeface="Noto Sans Arabic"/>
                <a:cs typeface="Noto Sans Arabic"/>
              </a:rPr>
              <a:t>محددات الاستهلاك</a:t>
            </a:r>
            <a:endParaRPr b="0" lang="en-GB"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rPr>
              <a:t>3</a:t>
            </a:r>
            <a:endParaRPr b="0" lang="en-GB" sz="3600" strike="noStrike" u="none">
              <a:solidFill>
                <a:srgbClr val="000000"/>
              </a:solidFill>
              <a:effectLst/>
              <a:uFillTx/>
              <a:latin typeface="Arial"/>
            </a:endParaRPr>
          </a:p>
        </p:txBody>
      </p:sp>
      <p:sp>
        <p:nvSpPr>
          <p:cNvPr id="568" name="PlaceHolder 2"/>
          <p:cNvSpPr>
            <a:spLocks noGrp="1"/>
          </p:cNvSpPr>
          <p:nvPr>
            <p:ph/>
          </p:nvPr>
        </p:nvSpPr>
        <p:spPr>
          <a:xfrm>
            <a:off x="470160" y="900000"/>
            <a:ext cx="9068400" cy="4318560"/>
          </a:xfrm>
          <a:prstGeom prst="rect">
            <a:avLst/>
          </a:prstGeom>
          <a:noFill/>
          <a:ln w="0">
            <a:noFill/>
          </a:ln>
        </p:spPr>
        <p:txBody>
          <a:bodyPr lIns="0" rIns="0" tIns="0" bIns="0" anchor="t" anchorCtr="1">
            <a:normAutofit/>
          </a:bodyPr>
          <a:p>
            <a:pPr marL="432000" indent="0" algn="r">
              <a:lnSpc>
                <a:spcPct val="100000"/>
              </a:lnSpc>
              <a:spcBef>
                <a:spcPts val="1191"/>
              </a:spcBef>
              <a:spcAft>
                <a:spcPts val="992"/>
              </a:spcAft>
              <a:buNone/>
              <a:tabLst>
                <a:tab algn="l" pos="0"/>
              </a:tabLst>
            </a:pPr>
            <a:r>
              <a:rPr b="1" lang="hi-IN" sz="2600" strike="noStrike" u="none">
                <a:solidFill>
                  <a:srgbClr val="000000"/>
                </a:solidFill>
                <a:effectLst/>
                <a:uFillTx/>
                <a:latin typeface="Noto Sans Arabic"/>
                <a:cs typeface="Noto Sans Arabic"/>
              </a:rPr>
              <a:t>المؤثرات الاقتصادية</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الدخل : تزداد القدرة الاستهلاكية للمستهلك وينفق اكثر على السلع الكمالية كلما ارتفع دخله، والعكس صحيح</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الاسعار :  يؤدي ارتفاع الأسعار إلى انخفاض القدرة الاستهلاكية، مما يقلل من حجم الطلب،بينما قد يؤدي انخفاضها الى زيادته</a:t>
            </a:r>
            <a:endParaRPr b="0" lang="en-GB" sz="2600" strike="noStrike" u="none">
              <a:solidFill>
                <a:srgbClr val="000000"/>
              </a:solidFill>
              <a:effectLst/>
              <a:uFillTx/>
              <a:latin typeface="Arial"/>
            </a:endParaRPr>
          </a:p>
        </p:txBody>
      </p:sp>
      <p:sp>
        <p:nvSpPr>
          <p:cNvPr id="569" name="PlaceHolder 43"/>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70" name="PlaceHolder 44"/>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571" name="PlaceHolder 100"/>
          <p:cNvSpPr/>
          <p:nvPr/>
        </p:nvSpPr>
        <p:spPr>
          <a:xfrm>
            <a:off x="464760" y="1296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0" lang="hi-IN" sz="2600" strike="noStrike" u="none">
                <a:solidFill>
                  <a:srgbClr val="000000"/>
                </a:solidFill>
                <a:effectLst/>
                <a:uFillTx/>
                <a:latin typeface="Noto Sans Arabic"/>
                <a:cs typeface="Noto Sans Arabic"/>
              </a:rPr>
              <a:t>محددات الاستهلاك</a:t>
            </a:r>
            <a:endParaRPr b="0" lang="en-GB"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ubTitle"/>
          </p:nvPr>
        </p:nvSpPr>
        <p:spPr>
          <a:xfrm>
            <a:off x="2088720" y="96840"/>
            <a:ext cx="3308400" cy="478800"/>
          </a:xfrm>
          <a:prstGeom prst="rect">
            <a:avLst/>
          </a:prstGeom>
          <a:noFill/>
          <a:ln w="0">
            <a:noFill/>
          </a:ln>
        </p:spPr>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rPr>
              <a:t>3</a:t>
            </a:r>
            <a:endParaRPr b="0" lang="en-GB" sz="3600" strike="noStrike" u="none">
              <a:solidFill>
                <a:srgbClr val="000000"/>
              </a:solidFill>
              <a:effectLst/>
              <a:uFillTx/>
              <a:latin typeface="Arial"/>
            </a:endParaRPr>
          </a:p>
        </p:txBody>
      </p:sp>
      <p:sp>
        <p:nvSpPr>
          <p:cNvPr id="573" name="PlaceHolder 2"/>
          <p:cNvSpPr>
            <a:spLocks noGrp="1"/>
          </p:cNvSpPr>
          <p:nvPr>
            <p:ph/>
          </p:nvPr>
        </p:nvSpPr>
        <p:spPr>
          <a:xfrm>
            <a:off x="470160" y="1080000"/>
            <a:ext cx="9068400" cy="4138560"/>
          </a:xfrm>
          <a:prstGeom prst="rect">
            <a:avLst/>
          </a:prstGeom>
          <a:noFill/>
          <a:ln w="0">
            <a:noFill/>
          </a:ln>
        </p:spPr>
        <p:txBody>
          <a:bodyPr lIns="0" rIns="0" tIns="0" bIns="0" anchor="t" anchorCtr="1">
            <a:normAutofit/>
          </a:bodyPr>
          <a:p>
            <a:pPr marL="432000" indent="0" algn="r">
              <a:lnSpc>
                <a:spcPct val="100000"/>
              </a:lnSpc>
              <a:spcBef>
                <a:spcPts val="1191"/>
              </a:spcBef>
              <a:spcAft>
                <a:spcPts val="992"/>
              </a:spcAft>
              <a:buNone/>
              <a:tabLst>
                <a:tab algn="l" pos="0"/>
              </a:tabLst>
            </a:pPr>
            <a:r>
              <a:rPr b="1" lang="hi-IN" sz="2600" strike="noStrike" u="none">
                <a:solidFill>
                  <a:srgbClr val="000000"/>
                </a:solidFill>
                <a:effectLst/>
                <a:uFillTx/>
                <a:latin typeface="Noto Sans Arabic"/>
                <a:cs typeface="Noto Sans Arabic"/>
              </a:rPr>
              <a:t>المؤثرات الاجتماعية</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الاسرة : تلعب دورًا كبيرًا في التأثير على سلوك و قرار المستهلك والذي قد يميل إلى منتج وينفر من آخر بناءً على استخدام الأسرة له</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المجموعات المرجعية : وهم المشاهير والاصدقاء او الزملاء  الذين يعتبرهم المستهلك مرجع له ويتأثر بآرائهم الاستهلاكية</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الأدوار و المكانة: يتخذ المستهلك قرارات استهلاكية معينة تأثرًا بدوره ومكانته في المجتمع مثل الموظف،الاب،الزوج...الخ</a:t>
            </a:r>
            <a:endParaRPr b="0" lang="en-GB" sz="2600" strike="noStrike" u="none">
              <a:solidFill>
                <a:srgbClr val="000000"/>
              </a:solidFill>
              <a:effectLst/>
              <a:uFillTx/>
              <a:latin typeface="Arial"/>
            </a:endParaRPr>
          </a:p>
        </p:txBody>
      </p:sp>
      <p:sp>
        <p:nvSpPr>
          <p:cNvPr id="574" name="PlaceHolder 48"/>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75" name="PlaceHolder 49"/>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576" name="PlaceHolder 101"/>
          <p:cNvSpPr/>
          <p:nvPr/>
        </p:nvSpPr>
        <p:spPr>
          <a:xfrm>
            <a:off x="464760" y="1296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0" lang="hi-IN" sz="2600" strike="noStrike" u="none">
                <a:solidFill>
                  <a:srgbClr val="000000"/>
                </a:solidFill>
                <a:effectLst/>
                <a:uFillTx/>
                <a:latin typeface="Noto Sans Arabic"/>
                <a:cs typeface="Noto Sans Arabic"/>
              </a:rPr>
              <a:t>محددات الاستهلاك</a:t>
            </a:r>
            <a:endParaRPr b="0" lang="en-GB"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ubTitle"/>
          </p:nvPr>
        </p:nvSpPr>
        <p:spPr>
          <a:xfrm>
            <a:off x="4320000" y="2160000"/>
            <a:ext cx="4316400" cy="1649160"/>
          </a:xfrm>
          <a:prstGeom prst="rect">
            <a:avLst/>
          </a:prstGeom>
          <a:noFill/>
          <a:ln w="0">
            <a:noFill/>
          </a:ln>
        </p:spPr>
        <p:txBody>
          <a:bodyPr lIns="0" rIns="0" tIns="0" bIns="0" anchor="t" anchorCtr="1">
            <a:spAutoFit/>
          </a:bodyPr>
          <a:p>
            <a:pPr marL="432000" indent="-324000" algn="r">
              <a:lnSpc>
                <a:spcPct val="100000"/>
              </a:lnSpc>
              <a:spcBef>
                <a:spcPts val="1417"/>
              </a:spcBef>
              <a:buClr>
                <a:srgbClr val="000000"/>
              </a:buClr>
              <a:buSzPct val="45000"/>
              <a:buFont typeface="Wingdings" charset="2"/>
              <a:buChar char=""/>
            </a:pPr>
            <a:r>
              <a:rPr b="1" lang="hi-IN" sz="3200" strike="noStrike" u="none">
                <a:solidFill>
                  <a:srgbClr val="000000"/>
                </a:solidFill>
                <a:effectLst/>
                <a:uFillTx/>
                <a:latin typeface="Noto Sans Arabic"/>
                <a:cs typeface="Noto Sans Arabic"/>
              </a:rPr>
              <a:t>كيف يؤثر الاستهلاك على طلب وعرض السلعة ؟</a:t>
            </a:r>
            <a:endParaRPr b="0" lang="en-GB" sz="3200" strike="noStrike" u="none">
              <a:solidFill>
                <a:srgbClr val="000000"/>
              </a:solidFill>
              <a:effectLst/>
              <a:uFillTx/>
              <a:latin typeface="Arial"/>
            </a:endParaRPr>
          </a:p>
        </p:txBody>
      </p:sp>
      <p:sp>
        <p:nvSpPr>
          <p:cNvPr id="578" name="PlaceHolder 2"/>
          <p:cNvSpPr>
            <a:spLocks noGrp="1"/>
          </p:cNvSpPr>
          <p:nvPr>
            <p:ph type="title"/>
          </p:nvPr>
        </p:nvSpPr>
        <p:spPr>
          <a:xfrm>
            <a:off x="2474280" y="1686240"/>
            <a:ext cx="2098800" cy="2244600"/>
          </a:xfrm>
          <a:prstGeom prst="rect">
            <a:avLst/>
          </a:prstGeom>
          <a:noFill/>
          <a:ln w="0">
            <a:noFill/>
          </a:ln>
        </p:spPr>
        <p:txBody>
          <a:bodyPr lIns="0" rIns="0" tIns="0" bIns="0" anchor="ctr">
            <a:normAutofit/>
          </a:bodyPr>
          <a:p>
            <a:pPr indent="0">
              <a:lnSpc>
                <a:spcPct val="100000"/>
              </a:lnSpc>
              <a:buNone/>
              <a:tabLst>
                <a:tab algn="l" pos="0"/>
              </a:tabLst>
            </a:pPr>
            <a:r>
              <a:rPr b="0" lang="en-GB" sz="13000" strike="noStrike" u="none">
                <a:solidFill>
                  <a:srgbClr val="000000"/>
                </a:solidFill>
                <a:effectLst/>
                <a:uFillTx/>
                <a:latin typeface="Noto Sans"/>
              </a:rPr>
              <a:t>04</a:t>
            </a:r>
            <a:endParaRPr b="0" lang="en-GB" sz="13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marL="432000" indent="0" algn="r">
              <a:lnSpc>
                <a:spcPct val="100000"/>
              </a:lnSpc>
              <a:spcBef>
                <a:spcPts val="1191"/>
              </a:spcBef>
              <a:spcAft>
                <a:spcPts val="992"/>
              </a:spcAft>
              <a:buNone/>
              <a:tabLst>
                <a:tab algn="l" pos="0"/>
              </a:tabLst>
            </a:pPr>
            <a:r>
              <a:rPr b="1" lang="hi-IN" sz="3200" strike="noStrike" u="none">
                <a:solidFill>
                  <a:srgbClr val="000000"/>
                </a:solidFill>
                <a:effectLst/>
                <a:uFillTx/>
                <a:latin typeface="Noto Sans Arabic"/>
                <a:cs typeface="Noto Sans Arabic"/>
              </a:rPr>
              <a:t>قانون العرض والطلب</a:t>
            </a:r>
            <a:endParaRPr b="0" lang="en-GB" sz="3200" strike="noStrike" u="none">
              <a:solidFill>
                <a:srgbClr val="000000"/>
              </a:solidFill>
              <a:effectLst/>
              <a:uFillTx/>
              <a:latin typeface="Arial"/>
            </a:endParaRPr>
          </a:p>
        </p:txBody>
      </p:sp>
      <p:sp>
        <p:nvSpPr>
          <p:cNvPr id="580" name="PlaceHolder 2"/>
          <p:cNvSpPr>
            <a:spLocks noGrp="1"/>
          </p:cNvSpPr>
          <p:nvPr>
            <p:ph type="subTitle"/>
          </p:nvPr>
        </p:nvSpPr>
        <p:spPr>
          <a:xfrm>
            <a:off x="2340000" y="108360"/>
            <a:ext cx="3308400" cy="478800"/>
          </a:xfrm>
          <a:prstGeom prst="rect">
            <a:avLst/>
          </a:prstGeom>
          <a:noFill/>
          <a:ln w="0">
            <a:noFill/>
          </a:ln>
        </p:spPr>
        <p:txBody>
          <a:bodyPr lIns="0" rIns="0" tIns="0" bIns="0" anchor="ctr" anchorCtr="1">
            <a:normAutofit fontScale="92500" lnSpcReduction="9999"/>
          </a:bodyPr>
          <a:p>
            <a:pPr indent="0" algn="r">
              <a:lnSpc>
                <a:spcPct val="100000"/>
              </a:lnSpc>
              <a:buNone/>
              <a:tabLst>
                <a:tab algn="l" pos="0"/>
              </a:tabLst>
            </a:pPr>
            <a:r>
              <a:rPr b="0" lang="en-GB" sz="3600" strike="noStrike" u="none">
                <a:solidFill>
                  <a:srgbClr val="000000"/>
                </a:solidFill>
                <a:effectLst/>
                <a:uFillTx/>
                <a:latin typeface="Noto Sans Arabic"/>
              </a:rPr>
              <a:t>4</a:t>
            </a:r>
            <a:endParaRPr b="0" lang="en-GB" sz="3600" strike="noStrike" u="none">
              <a:solidFill>
                <a:srgbClr val="000000"/>
              </a:solidFill>
              <a:effectLst/>
              <a:uFillTx/>
              <a:latin typeface="Arial"/>
            </a:endParaRPr>
          </a:p>
        </p:txBody>
      </p:sp>
      <p:sp>
        <p:nvSpPr>
          <p:cNvPr id="581" name="PlaceHolder 3"/>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191"/>
              </a:spcBef>
              <a:spcAft>
                <a:spcPts val="992"/>
              </a:spcAft>
              <a:buNone/>
              <a:tabLst>
                <a:tab algn="l" pos="0"/>
              </a:tabLst>
            </a:pPr>
            <a:r>
              <a:rPr b="0" lang="en-GB" sz="4400" strike="noStrike" u="none">
                <a:solidFill>
                  <a:srgbClr val="000000"/>
                </a:solidFill>
                <a:effectLst/>
                <a:uFillTx/>
                <a:latin typeface="Noto Sans Arabic"/>
              </a:rPr>
              <a:t> </a:t>
            </a:r>
            <a:r>
              <a:rPr b="0" lang="hi-IN" sz="4400" strike="noStrike" u="none">
                <a:solidFill>
                  <a:srgbClr val="000000"/>
                </a:solidFill>
                <a:effectLst/>
                <a:uFillTx/>
                <a:latin typeface="Noto Sans Arabic"/>
                <a:cs typeface="Noto Sans Arabic"/>
              </a:rPr>
              <a:t>هو نظرية اقتصادية أساسية تحدد العلاقة بين الكمية المعروضة من سلعة أو خدمة وطلب المستهلكين عليها، وكيف يؤثر ذلك في سعرها بهدف تحقيق سعر التوازن</a:t>
            </a:r>
            <a:endParaRPr b="0" lang="en-GB" sz="4400" strike="noStrike" u="none">
              <a:solidFill>
                <a:srgbClr val="000000"/>
              </a:solidFill>
              <a:effectLst/>
              <a:uFillTx/>
              <a:latin typeface="Arial"/>
            </a:endParaRPr>
          </a:p>
        </p:txBody>
      </p:sp>
      <p:sp>
        <p:nvSpPr>
          <p:cNvPr id="582" name="PlaceHolder 45"/>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83" name="PlaceHolder 50"/>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endParaRPr b="0" lang="en-GB" sz="1800" strike="noStrike" u="none">
              <a:solidFill>
                <a:srgbClr val="000000"/>
              </a:solidFill>
              <a:effectLst/>
              <a:uFillTx/>
              <a:latin typeface="Arial"/>
              <a:ea typeface="DejaVu Sans"/>
            </a:endParaRPr>
          </a:p>
        </p:txBody>
      </p:sp>
      <p:sp>
        <p:nvSpPr>
          <p:cNvPr id="584" name="PlaceHolder 102"/>
          <p:cNvSpPr/>
          <p:nvPr/>
        </p:nvSpPr>
        <p:spPr>
          <a:xfrm>
            <a:off x="650160" y="1800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1" lang="hi-IN" sz="1500" strike="noStrike" u="none">
                <a:solidFill>
                  <a:srgbClr val="000000"/>
                </a:solidFill>
                <a:effectLst/>
                <a:uFillTx/>
                <a:latin typeface="Noto Sans Arabic"/>
                <a:cs typeface="Noto Sans Arabic"/>
              </a:rPr>
              <a:t>تأثير الاستهلاك في العرض والطلب</a:t>
            </a:r>
            <a:endParaRPr b="0" lang="en-GB"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p:nvPr>
        </p:nvSpPr>
        <p:spPr>
          <a:xfrm>
            <a:off x="504000" y="900000"/>
            <a:ext cx="9068400" cy="4316400"/>
          </a:xfrm>
          <a:prstGeom prst="rect">
            <a:avLst/>
          </a:prstGeom>
          <a:noFill/>
          <a:ln w="0">
            <a:noFill/>
          </a:ln>
        </p:spPr>
        <p:txBody>
          <a:bodyPr lIns="0" rIns="0" tIns="0" bIns="0" anchor="t" anchorCtr="1">
            <a:normAutofit lnSpcReduction="9999"/>
          </a:bodyPr>
          <a:p>
            <a:pPr marL="432000" indent="0" algn="r">
              <a:lnSpc>
                <a:spcPct val="100000"/>
              </a:lnSpc>
              <a:spcBef>
                <a:spcPts val="1191"/>
              </a:spcBef>
              <a:spcAft>
                <a:spcPts val="992"/>
              </a:spcAft>
              <a:buNone/>
              <a:tabLst>
                <a:tab algn="l" pos="0"/>
              </a:tabLst>
            </a:pPr>
            <a:r>
              <a:rPr b="1" lang="hi-IN" sz="3600" strike="noStrike" u="none">
                <a:solidFill>
                  <a:srgbClr val="000000"/>
                </a:solidFill>
                <a:effectLst/>
                <a:uFillTx/>
                <a:latin typeface="Noto Sans Arabic"/>
                <a:cs typeface="Noto Sans Arabic"/>
              </a:rPr>
              <a:t>العرض : </a:t>
            </a:r>
            <a:r>
              <a:rPr b="0" lang="hi-IN" sz="3600" strike="noStrike" u="none">
                <a:solidFill>
                  <a:srgbClr val="000000"/>
                </a:solidFill>
                <a:effectLst/>
                <a:uFillTx/>
                <a:latin typeface="Noto Sans Arabic"/>
                <a:cs typeface="Noto Sans Arabic"/>
              </a:rPr>
              <a:t>هو الكمية من سلعة أو خدمة يرغب المنتجون في تقديمها في السوق. وفقًا للقانون، كلما ارتفعت أسعار السلعة، زاد عرضها من قِبل المنتجين</a:t>
            </a:r>
            <a:endParaRPr b="0" lang="en-GB" sz="3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en-GB" sz="3600" strike="noStrike" u="none">
                <a:solidFill>
                  <a:srgbClr val="000000"/>
                </a:solidFill>
                <a:effectLst/>
                <a:uFillTx/>
                <a:latin typeface="Noto Sans Arabic"/>
              </a:rPr>
              <a:t> </a:t>
            </a:r>
            <a:r>
              <a:rPr b="1" lang="hi-IN" sz="3600" strike="noStrike" u="none">
                <a:solidFill>
                  <a:srgbClr val="000000"/>
                </a:solidFill>
                <a:effectLst/>
                <a:uFillTx/>
                <a:latin typeface="Noto Sans Arabic"/>
                <a:cs typeface="Noto Sans Arabic"/>
              </a:rPr>
              <a:t>الطلب </a:t>
            </a:r>
            <a:r>
              <a:rPr b="0" lang="en-GB" sz="3600" strike="noStrike" u="none">
                <a:solidFill>
                  <a:srgbClr val="000000"/>
                </a:solidFill>
                <a:effectLst/>
                <a:uFillTx/>
                <a:latin typeface="Noto Sans Arabic"/>
              </a:rPr>
              <a:t>: هو الكمية من سلعة أو خدمة يرغب المستهلكون في شرائها بسعر معين. وفقًا للقانون، كلما انخفضت الأسعار، زاد الطلب عليها، والعكس</a:t>
            </a:r>
            <a:r>
              <a:rPr b="0" lang="en-GB" sz="3600" strike="noStrike" u="none">
                <a:solidFill>
                  <a:srgbClr val="000000"/>
                </a:solidFill>
                <a:effectLst/>
                <a:uFillTx/>
                <a:latin typeface="Noto Sans Arabic"/>
              </a:rPr>
              <a:t> </a:t>
            </a:r>
            <a:endParaRPr b="0" lang="en-GB" sz="3600" strike="noStrike" u="none">
              <a:solidFill>
                <a:srgbClr val="000000"/>
              </a:solidFill>
              <a:effectLst/>
              <a:uFillTx/>
              <a:latin typeface="Arial"/>
            </a:endParaRPr>
          </a:p>
        </p:txBody>
      </p:sp>
      <p:sp>
        <p:nvSpPr>
          <p:cNvPr id="586" name="PlaceHolder 59"/>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87" name="PlaceHolder 60"/>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588" name="PlaceHolder 103"/>
          <p:cNvSpPr/>
          <p:nvPr/>
        </p:nvSpPr>
        <p:spPr>
          <a:xfrm>
            <a:off x="650160" y="1800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1" lang="hi-IN" sz="1500" strike="noStrike" u="none">
                <a:solidFill>
                  <a:srgbClr val="000000"/>
                </a:solidFill>
                <a:effectLst/>
                <a:uFillTx/>
                <a:latin typeface="Noto Sans Arabic"/>
                <a:cs typeface="Noto Sans Arabic"/>
              </a:rPr>
              <a:t>تأثير الاستهلاك في العرض والطلب</a:t>
            </a:r>
            <a:endParaRPr b="0" lang="en-GB" sz="1500" strike="noStrike" u="none">
              <a:solidFill>
                <a:srgbClr val="000000"/>
              </a:solidFill>
              <a:effectLst/>
              <a:uFillTx/>
              <a:latin typeface="Arial"/>
            </a:endParaRPr>
          </a:p>
        </p:txBody>
      </p:sp>
      <p:sp>
        <p:nvSpPr>
          <p:cNvPr id="589" name="PlaceHolder 52"/>
          <p:cNvSpPr/>
          <p:nvPr/>
        </p:nvSpPr>
        <p:spPr>
          <a:xfrm>
            <a:off x="2340000" y="10836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ea typeface="DejaVu Sans"/>
              </a:rPr>
              <a:t>4</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marL="432000" indent="0" algn="r">
              <a:lnSpc>
                <a:spcPct val="100000"/>
              </a:lnSpc>
              <a:spcBef>
                <a:spcPts val="1191"/>
              </a:spcBef>
              <a:spcAft>
                <a:spcPts val="992"/>
              </a:spcAft>
              <a:buNone/>
              <a:tabLst>
                <a:tab algn="l" pos="0"/>
              </a:tabLst>
            </a:pPr>
            <a:r>
              <a:rPr b="1" lang="hi-IN" sz="3200" strike="noStrike" u="none">
                <a:solidFill>
                  <a:srgbClr val="000000"/>
                </a:solidFill>
                <a:effectLst/>
                <a:uFillTx/>
                <a:latin typeface="Noto Sans Arabic"/>
                <a:cs typeface="Noto Sans Arabic"/>
              </a:rPr>
              <a:t>تأثير الاستهلاك على العرض و الطلب</a:t>
            </a:r>
            <a:endParaRPr b="0" lang="en-GB" sz="3200" strike="noStrike" u="none">
              <a:solidFill>
                <a:srgbClr val="000000"/>
              </a:solidFill>
              <a:effectLst/>
              <a:uFillTx/>
              <a:latin typeface="Arial"/>
            </a:endParaRPr>
          </a:p>
        </p:txBody>
      </p:sp>
      <p:sp>
        <p:nvSpPr>
          <p:cNvPr id="591" name="PlaceHolder 2"/>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191"/>
              </a:spcBef>
              <a:spcAft>
                <a:spcPts val="992"/>
              </a:spcAft>
              <a:buNone/>
              <a:tabLst>
                <a:tab algn="l" pos="0"/>
              </a:tabLst>
            </a:pPr>
            <a:r>
              <a:rPr b="0" lang="hi-IN" sz="3200" strike="noStrike" u="none">
                <a:solidFill>
                  <a:srgbClr val="000000"/>
                </a:solidFill>
                <a:effectLst/>
                <a:uFillTx/>
                <a:latin typeface="Noto Sans Arabic"/>
                <a:cs typeface="Noto Sans Arabic"/>
              </a:rPr>
              <a:t>يؤثر الاستهلاك بشكل كبير على قانون العرض والطلب حيث ان زيادته تعني زيادة الطلب على السلع والخدمات، مما يدفع المنتجين لزيادة العرض، والعكس صحيح. هذا التفاعل المستمر بين الطلب والعرض يحدد الأسعار النهائية للمنتجات ويؤثر على أداء مختلف القطاعات الاقتصادية</a:t>
            </a:r>
            <a:r>
              <a:rPr b="0" lang="en-GB" sz="3200" strike="noStrike" u="none">
                <a:solidFill>
                  <a:srgbClr val="000000"/>
                </a:solidFill>
                <a:effectLst/>
                <a:uFillTx/>
                <a:latin typeface="Noto Sans Arabic"/>
              </a:rPr>
              <a:t> </a:t>
            </a:r>
            <a:endParaRPr b="0" lang="en-GB" sz="3200" strike="noStrike" u="none">
              <a:solidFill>
                <a:srgbClr val="000000"/>
              </a:solidFill>
              <a:effectLst/>
              <a:uFillTx/>
              <a:latin typeface="Arial"/>
            </a:endParaRPr>
          </a:p>
        </p:txBody>
      </p:sp>
      <p:sp>
        <p:nvSpPr>
          <p:cNvPr id="592" name="PlaceHolder 54"/>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93" name="PlaceHolder 55"/>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594" name="PlaceHolder 104"/>
          <p:cNvSpPr/>
          <p:nvPr/>
        </p:nvSpPr>
        <p:spPr>
          <a:xfrm>
            <a:off x="650160" y="1800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1" lang="hi-IN" sz="1500" strike="noStrike" u="none">
                <a:solidFill>
                  <a:srgbClr val="000000"/>
                </a:solidFill>
                <a:effectLst/>
                <a:uFillTx/>
                <a:latin typeface="Noto Sans Arabic"/>
                <a:cs typeface="Noto Sans Arabic"/>
              </a:rPr>
              <a:t>تأثير الاستهلاك في العرض والطلب</a:t>
            </a:r>
            <a:endParaRPr b="0" lang="en-GB" sz="1500" strike="noStrike" u="none">
              <a:solidFill>
                <a:srgbClr val="000000"/>
              </a:solidFill>
              <a:effectLst/>
              <a:uFillTx/>
              <a:latin typeface="Arial"/>
            </a:endParaRPr>
          </a:p>
        </p:txBody>
      </p:sp>
      <p:sp>
        <p:nvSpPr>
          <p:cNvPr id="595" name="PlaceHolder 57"/>
          <p:cNvSpPr/>
          <p:nvPr/>
        </p:nvSpPr>
        <p:spPr>
          <a:xfrm>
            <a:off x="2340000" y="10836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ea typeface="DejaVu Sans"/>
              </a:rPr>
              <a:t>4</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title"/>
          </p:nvPr>
        </p:nvSpPr>
        <p:spPr>
          <a:xfrm>
            <a:off x="504000" y="576000"/>
            <a:ext cx="9068400" cy="942840"/>
          </a:xfrm>
          <a:prstGeom prst="rect">
            <a:avLst/>
          </a:prstGeom>
          <a:noFill/>
          <a:ln w="0">
            <a:noFill/>
          </a:ln>
        </p:spPr>
        <p:txBody>
          <a:bodyPr lIns="0" rIns="0" tIns="0" bIns="0" anchor="ctr">
            <a:normAutofit/>
          </a:bodyPr>
          <a:p>
            <a:pPr marL="432000" indent="0" algn="r">
              <a:lnSpc>
                <a:spcPct val="100000"/>
              </a:lnSpc>
              <a:spcBef>
                <a:spcPts val="1191"/>
              </a:spcBef>
              <a:spcAft>
                <a:spcPts val="992"/>
              </a:spcAft>
              <a:buNone/>
              <a:tabLst>
                <a:tab algn="l" pos="0"/>
              </a:tabLst>
            </a:pPr>
            <a:r>
              <a:rPr b="1" lang="hi-IN" sz="2400" strike="noStrike" u="none">
                <a:solidFill>
                  <a:srgbClr val="000000"/>
                </a:solidFill>
                <a:effectLst/>
                <a:uFillTx/>
                <a:latin typeface="Noto Sans Arabic"/>
                <a:cs typeface="Noto Sans Arabic"/>
              </a:rPr>
              <a:t>من بين التاثيرات الاساسية للاستهلاك على قانون العرض و الطلب</a:t>
            </a:r>
            <a:endParaRPr b="0" lang="en-GB" sz="2400" strike="noStrike" u="none">
              <a:solidFill>
                <a:srgbClr val="000000"/>
              </a:solidFill>
              <a:effectLst/>
              <a:uFillTx/>
              <a:latin typeface="Arial"/>
            </a:endParaRPr>
          </a:p>
        </p:txBody>
      </p:sp>
      <p:sp>
        <p:nvSpPr>
          <p:cNvPr id="597" name="PlaceHolder 2"/>
          <p:cNvSpPr>
            <a:spLocks noGrp="1"/>
          </p:cNvSpPr>
          <p:nvPr>
            <p:ph/>
          </p:nvPr>
        </p:nvSpPr>
        <p:spPr>
          <a:xfrm>
            <a:off x="504000" y="1656000"/>
            <a:ext cx="9068400" cy="3560400"/>
          </a:xfrm>
          <a:prstGeom prst="rect">
            <a:avLst/>
          </a:prstGeom>
          <a:noFill/>
          <a:ln w="0">
            <a:noFill/>
          </a:ln>
        </p:spPr>
        <p:txBody>
          <a:bodyPr lIns="0" rIns="0" tIns="0" bIns="0" anchor="t" anchorCtr="1">
            <a:normAutofit fontScale="70000" lnSpcReduction="19999"/>
          </a:bodyPr>
          <a:p>
            <a:pPr marL="432000" indent="0" algn="r">
              <a:lnSpc>
                <a:spcPct val="100000"/>
              </a:lnSpc>
              <a:spcBef>
                <a:spcPts val="1191"/>
              </a:spcBef>
              <a:spcAft>
                <a:spcPts val="992"/>
              </a:spcAft>
              <a:buNone/>
              <a:tabLst>
                <a:tab algn="l" pos="0"/>
              </a:tabLst>
            </a:pPr>
            <a:r>
              <a:rPr b="0" lang="en-GB" sz="3200" strike="noStrike" u="none">
                <a:solidFill>
                  <a:srgbClr val="000000"/>
                </a:solidFill>
                <a:effectLst/>
                <a:uFillTx/>
                <a:latin typeface="Noto Sans Arabic"/>
              </a:rPr>
              <a:t> </a:t>
            </a:r>
            <a:r>
              <a:rPr b="0" lang="hi-IN" sz="3200" strike="noStrike" u="none">
                <a:solidFill>
                  <a:srgbClr val="000000"/>
                </a:solidFill>
                <a:effectLst/>
                <a:uFillTx/>
                <a:latin typeface="Noto Sans Arabic"/>
                <a:cs typeface="Noto Sans Arabic"/>
              </a:rPr>
              <a:t>تحريك الطلب : فهو يؤثر على تحديد مدى الطلب على السلع والخدمات لتلبية الحاجة المتزايدة</a:t>
            </a:r>
            <a:endParaRPr b="0" lang="en-GB" sz="32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3200" strike="noStrike" u="none">
                <a:solidFill>
                  <a:srgbClr val="000000"/>
                </a:solidFill>
                <a:effectLst/>
                <a:uFillTx/>
                <a:latin typeface="Noto Sans Arabic"/>
                <a:cs typeface="Noto Sans Arabic"/>
              </a:rPr>
              <a:t>تحفيز الإنتاج : عندما يحفز الاستهلاك المتزايد الطلب، تستجيب الشركات بزيادة الإنتاج لتلبية هذا الطلب، مما قد يؤدي إلى زيادة الاستثمار وتوسيع المشاريع</a:t>
            </a:r>
            <a:endParaRPr b="0" lang="en-GB" sz="32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3200" strike="noStrike" u="none">
                <a:solidFill>
                  <a:srgbClr val="000000"/>
                </a:solidFill>
                <a:effectLst/>
                <a:uFillTx/>
                <a:latin typeface="Noto Sans Arabic"/>
                <a:cs typeface="Noto Sans Arabic"/>
              </a:rPr>
              <a:t>تأثير زيادة الطلب على الأسعار : تؤدي زيادة الطلب إلى ارتفاع الأسعار و انخفاض الطلب يؤدي إلى انخفاض الأسعار</a:t>
            </a:r>
            <a:endParaRPr b="0" lang="en-GB" sz="32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3200" strike="noStrike" u="none">
                <a:solidFill>
                  <a:srgbClr val="000000"/>
                </a:solidFill>
                <a:effectLst/>
                <a:uFillTx/>
                <a:latin typeface="Noto Sans Arabic"/>
                <a:cs typeface="Noto Sans Arabic"/>
              </a:rPr>
              <a:t>المرونة والتوقعات: تتأثر مرونة الطلب بالسعر وتوقعات المستهلكين. فإذا توقع المستهلكون انخفاض الأسعار في المستقبل، قد يؤجلون الشراء، مما يقلل الطلب مؤقتًا</a:t>
            </a:r>
            <a:endParaRPr b="0" lang="en-GB" sz="3200" strike="noStrike" u="none">
              <a:solidFill>
                <a:srgbClr val="000000"/>
              </a:solidFill>
              <a:effectLst/>
              <a:uFillTx/>
              <a:latin typeface="Arial"/>
            </a:endParaRPr>
          </a:p>
        </p:txBody>
      </p:sp>
      <p:sp>
        <p:nvSpPr>
          <p:cNvPr id="598" name="PlaceHolder 63"/>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599" name="PlaceHolder 64"/>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00" name="PlaceHolder 105"/>
          <p:cNvSpPr/>
          <p:nvPr/>
        </p:nvSpPr>
        <p:spPr>
          <a:xfrm>
            <a:off x="650160" y="1800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1" lang="hi-IN" sz="1500" strike="noStrike" u="none">
                <a:solidFill>
                  <a:srgbClr val="000000"/>
                </a:solidFill>
                <a:effectLst/>
                <a:uFillTx/>
                <a:latin typeface="Noto Sans Arabic"/>
                <a:cs typeface="Noto Sans Arabic"/>
              </a:rPr>
              <a:t>تأثير الاستهلاك في العرض والطلب</a:t>
            </a:r>
            <a:endParaRPr b="0" lang="en-GB" sz="1500" strike="noStrike" u="none">
              <a:solidFill>
                <a:srgbClr val="000000"/>
              </a:solidFill>
              <a:effectLst/>
              <a:uFillTx/>
              <a:latin typeface="Arial"/>
            </a:endParaRPr>
          </a:p>
        </p:txBody>
      </p:sp>
      <p:sp>
        <p:nvSpPr>
          <p:cNvPr id="601" name="PlaceHolder 61"/>
          <p:cNvSpPr/>
          <p:nvPr/>
        </p:nvSpPr>
        <p:spPr>
          <a:xfrm>
            <a:off x="2340000" y="10836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ea typeface="DejaVu Sans"/>
              </a:rPr>
              <a:t>4</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p:nvPr>
        </p:nvSpPr>
        <p:spPr>
          <a:xfrm>
            <a:off x="504000" y="900000"/>
            <a:ext cx="9068400" cy="4316400"/>
          </a:xfrm>
          <a:prstGeom prst="rect">
            <a:avLst/>
          </a:prstGeom>
          <a:noFill/>
          <a:ln w="0">
            <a:noFill/>
          </a:ln>
        </p:spPr>
        <p:txBody>
          <a:bodyPr lIns="0" rIns="0" tIns="0" bIns="0" anchor="t" anchorCtr="1">
            <a:normAutofit lnSpcReduction="9999"/>
          </a:bodyPr>
          <a:p>
            <a:pPr marL="432000" indent="0" algn="r">
              <a:lnSpc>
                <a:spcPct val="100000"/>
              </a:lnSpc>
              <a:spcBef>
                <a:spcPts val="1191"/>
              </a:spcBef>
              <a:spcAft>
                <a:spcPts val="992"/>
              </a:spcAft>
              <a:buNone/>
              <a:tabLst>
                <a:tab algn="l" pos="0"/>
              </a:tabLst>
            </a:pPr>
            <a:r>
              <a:rPr b="0" lang="en-GB" sz="3200" strike="noStrike" u="none">
                <a:solidFill>
                  <a:srgbClr val="000000"/>
                </a:solidFill>
                <a:effectLst/>
                <a:uFillTx/>
                <a:latin typeface="Noto Sans Arabic"/>
              </a:rPr>
              <a:t> </a:t>
            </a:r>
            <a:r>
              <a:rPr b="0" lang="hi-IN" sz="3200" strike="noStrike" u="none">
                <a:solidFill>
                  <a:srgbClr val="000000"/>
                </a:solidFill>
                <a:effectLst/>
                <a:uFillTx/>
                <a:latin typeface="Noto Sans Arabic"/>
                <a:cs typeface="Noto Sans Arabic"/>
              </a:rPr>
              <a:t>تأثير على العرض : تزيد زيادة الطلب من حافز المنتجين لزيادة العرض، حيث أن ارتفاع الأسعار يجعلهم على استعداد لإنتاج كميات أكبر. على الجانب الآخر، إذا انخفض الطلب، قد تقلل الشركات من إنتاجها استجابةً لذلك</a:t>
            </a:r>
            <a:endParaRPr b="0" lang="en-GB" sz="32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3200" strike="noStrike" u="none">
                <a:solidFill>
                  <a:srgbClr val="000000"/>
                </a:solidFill>
                <a:effectLst/>
                <a:uFillTx/>
                <a:latin typeface="Noto Sans Arabic"/>
                <a:cs typeface="Noto Sans Arabic"/>
              </a:rPr>
              <a:t>الاستثمار والتوظيف : تؤثر عادات الاستهلاك على قرارات المستثمرين بشأن توسيع الإنتاج، وتؤثر على أداء القطاعات الاقتصادية المختلفة. كما أن زيادة الاستهلاك تؤدي غالبًا إلى زيادة فرص التوظيف</a:t>
            </a:r>
            <a:endParaRPr b="0" lang="en-GB" sz="3200" strike="noStrike" u="none">
              <a:solidFill>
                <a:srgbClr val="000000"/>
              </a:solidFill>
              <a:effectLst/>
              <a:uFillTx/>
              <a:latin typeface="Arial"/>
            </a:endParaRPr>
          </a:p>
        </p:txBody>
      </p:sp>
      <p:sp>
        <p:nvSpPr>
          <p:cNvPr id="603" name="PlaceHolder 68"/>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04" name="PlaceHolder 69"/>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05" name="PlaceHolder 106"/>
          <p:cNvSpPr/>
          <p:nvPr/>
        </p:nvSpPr>
        <p:spPr>
          <a:xfrm>
            <a:off x="650160" y="180000"/>
            <a:ext cx="3308400" cy="478800"/>
          </a:xfrm>
          <a:prstGeom prst="rect">
            <a:avLst/>
          </a:prstGeom>
          <a:noFill/>
          <a:ln w="0">
            <a:noFill/>
          </a:ln>
        </p:spPr>
        <p:style>
          <a:lnRef idx="0"/>
          <a:fillRef idx="0"/>
          <a:effectRef idx="0"/>
          <a:fontRef idx="minor"/>
        </p:style>
        <p:txBody>
          <a:bodyPr lIns="0" rIns="0" tIns="0" bIns="0" anchor="ctr" anchorCtr="1">
            <a:normAutofit/>
          </a:bodyPr>
          <a:p>
            <a:pPr algn="r">
              <a:lnSpc>
                <a:spcPct val="100000"/>
              </a:lnSpc>
              <a:tabLst>
                <a:tab algn="l" pos="0"/>
              </a:tabLst>
            </a:pPr>
            <a:r>
              <a:rPr b="1" lang="hi-IN" sz="1500" strike="noStrike" u="none">
                <a:solidFill>
                  <a:srgbClr val="000000"/>
                </a:solidFill>
                <a:effectLst/>
                <a:uFillTx/>
                <a:latin typeface="Noto Sans Arabic"/>
                <a:cs typeface="Noto Sans Arabic"/>
              </a:rPr>
              <a:t>تأثير الاستهلاك في العرض والطلب</a:t>
            </a:r>
            <a:endParaRPr b="0" lang="en-GB" sz="1500" strike="noStrike" u="none">
              <a:solidFill>
                <a:srgbClr val="000000"/>
              </a:solidFill>
              <a:effectLst/>
              <a:uFillTx/>
              <a:latin typeface="Arial"/>
            </a:endParaRPr>
          </a:p>
        </p:txBody>
      </p:sp>
      <p:sp>
        <p:nvSpPr>
          <p:cNvPr id="606" name="PlaceHolder 66"/>
          <p:cNvSpPr/>
          <p:nvPr/>
        </p:nvSpPr>
        <p:spPr>
          <a:xfrm>
            <a:off x="2340000" y="108360"/>
            <a:ext cx="3308400" cy="478800"/>
          </a:xfrm>
          <a:prstGeom prst="rect">
            <a:avLst/>
          </a:prstGeom>
          <a:noFill/>
          <a:ln w="0">
            <a:noFill/>
          </a:ln>
        </p:spPr>
        <p:style>
          <a:lnRef idx="0"/>
          <a:fillRef idx="0"/>
          <a:effectRef idx="0"/>
          <a:fontRef idx="minor"/>
        </p:style>
        <p:txBody>
          <a:bodyPr lIns="0" rIns="0" tIns="0" bIns="0" anchor="ctr" anchorCtr="1">
            <a:normAutofit fontScale="92500" lnSpcReduction="9999"/>
          </a:bodyPr>
          <a:p>
            <a:pPr algn="r">
              <a:lnSpc>
                <a:spcPct val="100000"/>
              </a:lnSpc>
              <a:tabLst>
                <a:tab algn="l" pos="0"/>
              </a:tabLst>
            </a:pPr>
            <a:r>
              <a:rPr b="0" lang="en-GB" sz="3600" strike="noStrike" u="none">
                <a:solidFill>
                  <a:srgbClr val="000000"/>
                </a:solidFill>
                <a:effectLst/>
                <a:uFillTx/>
                <a:latin typeface="Noto Sans Arabic"/>
                <a:ea typeface="DejaVu Sans"/>
              </a:rPr>
              <a:t>4</a:t>
            </a:r>
            <a:endParaRPr b="0" lang="en-GB"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ubTitle"/>
          </p:nvPr>
        </p:nvSpPr>
        <p:spPr>
          <a:xfrm>
            <a:off x="900000" y="1260000"/>
            <a:ext cx="4316400" cy="1465200"/>
          </a:xfrm>
          <a:prstGeom prst="rect">
            <a:avLst/>
          </a:prstGeom>
          <a:noFill/>
          <a:ln w="0">
            <a:noFill/>
          </a:ln>
        </p:spPr>
        <p:txBody>
          <a:bodyPr lIns="0" rIns="0" tIns="0" bIns="0" anchor="t" anchorCtr="1">
            <a:spAutoFit/>
          </a:bodyPr>
          <a:p>
            <a:pPr algn="ctr">
              <a:lnSpc>
                <a:spcPct val="100000"/>
              </a:lnSpc>
            </a:pPr>
            <a:r>
              <a:rPr b="1" lang="hi-IN" sz="3200" strike="noStrike" u="none">
                <a:solidFill>
                  <a:srgbClr val="000000"/>
                </a:solidFill>
                <a:effectLst/>
                <a:uFillTx/>
                <a:latin typeface="Noto Sans Arabic"/>
                <a:cs typeface="Noto Sans Arabic"/>
              </a:rPr>
              <a:t>ما هي العلاقة بين الاستهلاك و المنفعة الاقتصادية ؟</a:t>
            </a:r>
            <a:endParaRPr b="0" lang="en-GB" sz="3200" strike="noStrike" u="none">
              <a:solidFill>
                <a:srgbClr val="000000"/>
              </a:solidFill>
              <a:effectLst/>
              <a:uFillTx/>
              <a:latin typeface="Arial"/>
            </a:endParaRPr>
          </a:p>
        </p:txBody>
      </p:sp>
      <p:sp>
        <p:nvSpPr>
          <p:cNvPr id="608" name="PlaceHolder 2"/>
          <p:cNvSpPr>
            <a:spLocks noGrp="1"/>
          </p:cNvSpPr>
          <p:nvPr>
            <p:ph type="title"/>
          </p:nvPr>
        </p:nvSpPr>
        <p:spPr>
          <a:xfrm>
            <a:off x="5400000" y="360000"/>
            <a:ext cx="3778560" cy="3958560"/>
          </a:xfrm>
          <a:prstGeom prst="rect">
            <a:avLst/>
          </a:prstGeom>
          <a:noFill/>
          <a:ln w="0">
            <a:noFill/>
          </a:ln>
        </p:spPr>
        <p:txBody>
          <a:bodyPr lIns="0" rIns="0" tIns="0" bIns="0" anchor="ctr" anchorCtr="1">
            <a:normAutofit/>
          </a:bodyPr>
          <a:p>
            <a:pPr indent="0" algn="r">
              <a:lnSpc>
                <a:spcPct val="100000"/>
              </a:lnSpc>
              <a:buNone/>
              <a:tabLst>
                <a:tab algn="l" pos="0"/>
              </a:tabLst>
            </a:pPr>
            <a:r>
              <a:rPr b="1" lang="hi-IN" sz="7200" strike="noStrike" u="none">
                <a:solidFill>
                  <a:srgbClr val="000000"/>
                </a:solidFill>
                <a:effectLst/>
                <a:uFillTx/>
                <a:latin typeface="Noto Sans Arabic"/>
                <a:cs typeface="Noto Sans Arabic"/>
              </a:rPr>
              <a:t>الاجابة على الاشكالية</a:t>
            </a:r>
            <a:endParaRPr b="0" lang="en-GB" sz="7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ubTitle"/>
          </p:nvPr>
        </p:nvSpPr>
        <p:spPr>
          <a:xfrm>
            <a:off x="720000" y="108360"/>
            <a:ext cx="3308400" cy="490320"/>
          </a:xfrm>
          <a:prstGeom prst="rect">
            <a:avLst/>
          </a:prstGeom>
          <a:noFill/>
          <a:ln w="0">
            <a:noFill/>
          </a:ln>
        </p:spPr>
        <p:txBody>
          <a:bodyPr lIns="0" rIns="0" tIns="0" bIns="0" anchor="ctr" anchorCtr="1">
            <a:normAutofit/>
          </a:bodyPr>
          <a:p>
            <a:pPr algn="ctr">
              <a:lnSpc>
                <a:spcPct val="100000"/>
              </a:lnSpc>
              <a:tabLst>
                <a:tab algn="l" pos="0"/>
              </a:tabLst>
            </a:pPr>
            <a:r>
              <a:rPr b="1" lang="hi-IN" sz="1500" strike="noStrike" u="none">
                <a:solidFill>
                  <a:srgbClr val="000000"/>
                </a:solidFill>
                <a:effectLst/>
                <a:uFillTx/>
                <a:latin typeface="Noto Sans Arabic"/>
                <a:cs typeface="Noto Sans Arabic"/>
              </a:rPr>
              <a:t>الاجابة</a:t>
            </a:r>
            <a:endParaRPr b="0" lang="en-GB" sz="1500" strike="noStrike" u="none">
              <a:solidFill>
                <a:srgbClr val="000000"/>
              </a:solidFill>
              <a:effectLst/>
              <a:uFillTx/>
              <a:latin typeface="Arial"/>
            </a:endParaRPr>
          </a:p>
        </p:txBody>
      </p:sp>
      <p:sp>
        <p:nvSpPr>
          <p:cNvPr id="610" name="PlaceHolder 2"/>
          <p:cNvSpPr>
            <a:spLocks noGrp="1"/>
          </p:cNvSpPr>
          <p:nvPr>
            <p:ph/>
          </p:nvPr>
        </p:nvSpPr>
        <p:spPr>
          <a:xfrm>
            <a:off x="504000" y="1080000"/>
            <a:ext cx="9068400" cy="4136400"/>
          </a:xfrm>
          <a:prstGeom prst="rect">
            <a:avLst/>
          </a:prstGeom>
          <a:noFill/>
          <a:ln w="0">
            <a:noFill/>
          </a:ln>
        </p:spPr>
        <p:txBody>
          <a:bodyPr lIns="0" rIns="0" tIns="0" bIns="0" anchor="t" anchorCtr="1">
            <a:normAutofit lnSpcReduction="9999"/>
          </a:bodyPr>
          <a:p>
            <a:pPr marL="432000" indent="0">
              <a:lnSpc>
                <a:spcPct val="100000"/>
              </a:lnSpc>
              <a:spcBef>
                <a:spcPts val="1191"/>
              </a:spcBef>
              <a:spcAft>
                <a:spcPts val="992"/>
              </a:spcAft>
              <a:buNone/>
              <a:tabLst>
                <a:tab algn="l" pos="0"/>
              </a:tabLst>
            </a:pPr>
            <a:r>
              <a:rPr b="0" lang="hi-IN" sz="4200" strike="noStrike" u="none">
                <a:solidFill>
                  <a:srgbClr val="000000"/>
                </a:solidFill>
                <a:effectLst/>
                <a:uFillTx/>
                <a:latin typeface="Noto Sans Arabic"/>
                <a:cs typeface="Noto Sans Arabic"/>
              </a:rPr>
              <a:t>توجد علاقة وثيقة و تفاعلية بين الاستهلاك والمنفعة الاقتصادية؛ فالاستهلاك يُعتبر المحرك الأساسي للنمو الاقتصادي، حيث يخلق الطلب على السلع والخدمات بهدف إشباع الحاجات وتحقيق المنفعة، بينما تُشكل المنفعة (الإشباع) الدافع الأساسي للمستهلك وراء عملية الاستهلاك</a:t>
            </a:r>
            <a:endParaRPr b="0" lang="en-GB" sz="4200" strike="noStrike" u="none">
              <a:solidFill>
                <a:srgbClr val="000000"/>
              </a:solidFill>
              <a:effectLst/>
              <a:uFillTx/>
              <a:latin typeface="Arial"/>
            </a:endParaRPr>
          </a:p>
        </p:txBody>
      </p:sp>
      <p:sp>
        <p:nvSpPr>
          <p:cNvPr id="611" name="PlaceHolder 72"/>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12" name="PlaceHolder 73"/>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title"/>
          </p:nvPr>
        </p:nvSpPr>
        <p:spPr>
          <a:xfrm>
            <a:off x="504000" y="576000"/>
            <a:ext cx="9068400" cy="942840"/>
          </a:xfrm>
          <a:prstGeom prst="rect">
            <a:avLst/>
          </a:prstGeom>
          <a:noFill/>
          <a:ln w="0">
            <a:noFill/>
          </a:ln>
        </p:spPr>
        <p:txBody>
          <a:bodyPr lIns="0" rIns="0" tIns="0" bIns="0" anchor="ctr" anchorCtr="1">
            <a:normAutofit/>
          </a:bodyPr>
          <a:p>
            <a:pPr marL="432000" indent="0" algn="r">
              <a:lnSpc>
                <a:spcPct val="100000"/>
              </a:lnSpc>
              <a:spcBef>
                <a:spcPts val="1191"/>
              </a:spcBef>
              <a:spcAft>
                <a:spcPts val="992"/>
              </a:spcAft>
              <a:buNone/>
              <a:tabLst>
                <a:tab algn="l" pos="0"/>
              </a:tabLst>
            </a:pPr>
            <a:r>
              <a:rPr b="1" lang="hi-IN" sz="3600" strike="noStrike" u="none">
                <a:solidFill>
                  <a:srgbClr val="000000"/>
                </a:solidFill>
                <a:effectLst/>
                <a:uFillTx/>
                <a:latin typeface="Noto Sans Arabic"/>
                <a:cs typeface="Noto Sans Arabic"/>
              </a:rPr>
              <a:t>العلاقة بين الاستهلاك و المنفعة الاقتصادية</a:t>
            </a:r>
            <a:endParaRPr b="0" lang="en-GB" sz="3600" strike="noStrike" u="none">
              <a:solidFill>
                <a:srgbClr val="000000"/>
              </a:solidFill>
              <a:effectLst/>
              <a:uFillTx/>
              <a:latin typeface="Arial"/>
            </a:endParaRPr>
          </a:p>
        </p:txBody>
      </p:sp>
      <p:sp>
        <p:nvSpPr>
          <p:cNvPr id="614" name="PlaceHolder 2"/>
          <p:cNvSpPr>
            <a:spLocks noGrp="1"/>
          </p:cNvSpPr>
          <p:nvPr>
            <p:ph/>
          </p:nvPr>
        </p:nvSpPr>
        <p:spPr>
          <a:xfrm>
            <a:off x="504000" y="1656000"/>
            <a:ext cx="9068400" cy="3560400"/>
          </a:xfrm>
          <a:prstGeom prst="rect">
            <a:avLst/>
          </a:prstGeom>
          <a:noFill/>
          <a:ln w="0">
            <a:noFill/>
          </a:ln>
        </p:spPr>
        <p:txBody>
          <a:bodyPr lIns="0" rIns="0" tIns="0" bIns="0" anchor="t" anchorCtr="1">
            <a:normAutofit lnSpcReduction="9999"/>
          </a:bodyPr>
          <a:p>
            <a:pPr marL="432000" indent="0" algn="r">
              <a:lnSpc>
                <a:spcPct val="100000"/>
              </a:lnSpc>
              <a:spcBef>
                <a:spcPts val="1191"/>
              </a:spcBef>
              <a:spcAft>
                <a:spcPts val="992"/>
              </a:spcAft>
              <a:buNone/>
              <a:tabLst>
                <a:tab algn="l" pos="0"/>
              </a:tabLst>
            </a:pPr>
            <a:r>
              <a:rPr b="0" lang="hi-IN" sz="2100" strike="noStrike" u="none">
                <a:solidFill>
                  <a:srgbClr val="000000"/>
                </a:solidFill>
                <a:effectLst/>
                <a:uFillTx/>
                <a:latin typeface="Noto Sans Arabic"/>
                <a:cs typeface="Noto Sans Arabic"/>
              </a:rPr>
              <a:t>المنفعة والاحتياج : الاستهلاك ينطلق من رغبة أو ضرورة إشباع هذه الحاجة. و المنفعة هي مقياس للرضا الذي يحققه المستهلك من استخدام هذه السلعة أو الخدمة</a:t>
            </a:r>
            <a:endParaRPr b="0" lang="en-GB" sz="21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100" strike="noStrike" u="none">
                <a:solidFill>
                  <a:srgbClr val="000000"/>
                </a:solidFill>
                <a:effectLst/>
                <a:uFillTx/>
                <a:latin typeface="Noto Sans Arabic"/>
                <a:cs typeface="Noto Sans Arabic"/>
              </a:rPr>
              <a:t>زيادة المنفعة الكلية : مع زيادة استهلاك الوحدات من سلعة ما، تزداد المنفعة الكلية التي يحصل عليها المستهلك على سبيل المثال تزيد المنفعة مع كل كوب ماء تشربه في يوم حار، لكن هذه الزيادة ليست مطلقة</a:t>
            </a:r>
            <a:endParaRPr b="0" lang="en-GB" sz="21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100" strike="noStrike" u="none">
                <a:solidFill>
                  <a:srgbClr val="000000"/>
                </a:solidFill>
                <a:effectLst/>
                <a:uFillTx/>
                <a:latin typeface="Noto Sans Arabic"/>
                <a:cs typeface="Noto Sans Arabic"/>
              </a:rPr>
              <a:t>تناقص المنفعة الحدية : على الرغم من أن المنفعة الكلية تزيد، فإن المنفعة التي يحصل عليها من كل وحدة إضافية (المنفعة الحدية) تتناقص. ففي حالة العطش كوب الماء الثاني يمنح ارتواء أكثر من الكوب الخامس. عندما يبلغ الاستهلاك حده الأقصى، تتوقف المنفعة الحدية عن الزيادة، وقد تصبح سالبة إذا استمر الاستهلاك و تؤدي الى الم او مضرة</a:t>
            </a:r>
            <a:endParaRPr b="0" lang="en-GB" sz="2100" strike="noStrike" u="none">
              <a:solidFill>
                <a:srgbClr val="000000"/>
              </a:solidFill>
              <a:effectLst/>
              <a:uFillTx/>
              <a:latin typeface="Arial"/>
            </a:endParaRPr>
          </a:p>
        </p:txBody>
      </p:sp>
      <p:sp>
        <p:nvSpPr>
          <p:cNvPr id="615" name="PlaceHolder 77"/>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16" name="PlaceHolder 78"/>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17" name="PlaceHolder 75"/>
          <p:cNvSpPr/>
          <p:nvPr/>
        </p:nvSpPr>
        <p:spPr>
          <a:xfrm>
            <a:off x="720000" y="108360"/>
            <a:ext cx="3308400" cy="49032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Lst>
            </a:pPr>
            <a:r>
              <a:rPr b="1" lang="hi-IN" sz="1500" strike="noStrike" u="none">
                <a:solidFill>
                  <a:srgbClr val="000000"/>
                </a:solidFill>
                <a:effectLst/>
                <a:uFillTx/>
                <a:latin typeface="Noto Sans Arabic"/>
                <a:cs typeface="Noto Sans Arabic"/>
              </a:rPr>
              <a:t>الاجابة</a:t>
            </a:r>
            <a:endParaRPr b="0" lang="en-GB"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p:nvPr>
        </p:nvSpPr>
        <p:spPr>
          <a:xfrm>
            <a:off x="504000" y="900000"/>
            <a:ext cx="9068400" cy="4316400"/>
          </a:xfrm>
          <a:prstGeom prst="rect">
            <a:avLst/>
          </a:prstGeom>
          <a:noFill/>
          <a:ln w="0">
            <a:noFill/>
          </a:ln>
        </p:spPr>
        <p:txBody>
          <a:bodyPr lIns="0" rIns="0" tIns="0" bIns="0" anchor="t" anchorCtr="1">
            <a:normAutofit fontScale="92500" lnSpcReduction="9999"/>
          </a:bodyPr>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تعظيم المنفعة : يقوم الأفراد بتخصيص إنفاقهم بطريقة تزيد من منفعتهم الكلية قدر الإمكان، مع الأخذ في الاعتبار القيود المادية أو الميزانية</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الاستهلاك كحافز اقتصادي: زيادة استهلاك الأفراد تؤدي إلى زيادة الطلب على السلع والخدمات، وهذا بدوره يحفز الإنتاج والنمو الاقتصادي. والعكس، فإن تراجع الاستهلاك يمكن أن يؤدي إلى تباطؤ في الإنتاج والنمو</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الاستهلاك مقابل الاستثمار: الاستهلاك يركز على إشباع الحاجات الحالية، بينما الاستثمار يركز على زيادة القدرة على تلبية الاحتياجات المستقبلية</a:t>
            </a:r>
            <a:endParaRPr b="0" lang="en-GB" sz="2600" strike="noStrike" u="none">
              <a:solidFill>
                <a:srgbClr val="000000"/>
              </a:solidFill>
              <a:effectLst/>
              <a:uFillTx/>
              <a:latin typeface="Arial"/>
            </a:endParaRPr>
          </a:p>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المقايضة بين الحاضر والمستقبل : يتطلب الاستثمار تقليل الاستهلاك الحالي، ولكنه يزيد من إمكانيات تحقيق مستويات معيشة أعلى في المستقبل</a:t>
            </a:r>
            <a:endParaRPr b="0" lang="en-GB" sz="2600" strike="noStrike" u="none">
              <a:solidFill>
                <a:srgbClr val="000000"/>
              </a:solidFill>
              <a:effectLst/>
              <a:uFillTx/>
              <a:latin typeface="Arial"/>
            </a:endParaRPr>
          </a:p>
        </p:txBody>
      </p:sp>
      <p:sp>
        <p:nvSpPr>
          <p:cNvPr id="619" name="PlaceHolder 82"/>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20" name="PlaceHolder 83"/>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21" name="PlaceHolder 80"/>
          <p:cNvSpPr/>
          <p:nvPr/>
        </p:nvSpPr>
        <p:spPr>
          <a:xfrm>
            <a:off x="720000" y="108360"/>
            <a:ext cx="3308400" cy="49032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Lst>
            </a:pPr>
            <a:r>
              <a:rPr b="1" lang="hi-IN" sz="1500" strike="noStrike" u="none">
                <a:solidFill>
                  <a:srgbClr val="000000"/>
                </a:solidFill>
                <a:effectLst/>
                <a:uFillTx/>
                <a:latin typeface="Noto Sans Arabic"/>
                <a:cs typeface="Noto Sans Arabic"/>
              </a:rPr>
              <a:t>الاجابة</a:t>
            </a:r>
            <a:endParaRPr b="0" lang="en-GB"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title"/>
          </p:nvPr>
        </p:nvSpPr>
        <p:spPr>
          <a:xfrm>
            <a:off x="4502160" y="145800"/>
            <a:ext cx="5036400" cy="1098720"/>
          </a:xfrm>
          <a:prstGeom prst="rect">
            <a:avLst/>
          </a:prstGeom>
          <a:noFill/>
          <a:ln w="0">
            <a:noFill/>
          </a:ln>
        </p:spPr>
        <p:txBody>
          <a:bodyPr lIns="0" rIns="0" tIns="0" bIns="0" anchor="ctr" anchorCtr="1">
            <a:spAutoFit/>
          </a:bodyPr>
          <a:p>
            <a:pPr indent="0" algn="r">
              <a:lnSpc>
                <a:spcPct val="100000"/>
              </a:lnSpc>
              <a:buNone/>
              <a:tabLst>
                <a:tab algn="l" pos="0"/>
              </a:tabLst>
            </a:pPr>
            <a:r>
              <a:rPr b="1" lang="hi-IN" sz="7200" strike="noStrike" u="wavy">
                <a:solidFill>
                  <a:srgbClr val="000000"/>
                </a:solidFill>
                <a:effectLst/>
                <a:uFillTx/>
                <a:latin typeface="Noto Sans Arabic"/>
                <a:cs typeface="Noto Sans Arabic"/>
              </a:rPr>
              <a:t>الخاتمة</a:t>
            </a:r>
            <a:endParaRPr b="0" lang="en-GB" sz="7200" strike="noStrike" u="none">
              <a:solidFill>
                <a:srgbClr val="000000"/>
              </a:solidFill>
              <a:effectLst/>
              <a:uFillTx/>
              <a:latin typeface="Arial"/>
            </a:endParaRPr>
          </a:p>
        </p:txBody>
      </p:sp>
      <p:sp>
        <p:nvSpPr>
          <p:cNvPr id="623" name="PlaceHolder 2"/>
          <p:cNvSpPr>
            <a:spLocks noGrp="1"/>
          </p:cNvSpPr>
          <p:nvPr>
            <p:ph/>
          </p:nvPr>
        </p:nvSpPr>
        <p:spPr>
          <a:xfrm>
            <a:off x="540000" y="1260000"/>
            <a:ext cx="8816400" cy="3958560"/>
          </a:xfrm>
          <a:prstGeom prst="rect">
            <a:avLst/>
          </a:prstGeom>
          <a:noFill/>
          <a:ln w="0">
            <a:noFill/>
          </a:ln>
        </p:spPr>
        <p:txBody>
          <a:bodyPr lIns="0" rIns="0" tIns="0" bIns="0" anchor="t" anchorCtr="1">
            <a:normAutofit/>
          </a:bodyPr>
          <a:p>
            <a:pPr marL="432000" indent="-324000" algn="r">
              <a:lnSpc>
                <a:spcPct val="100000"/>
              </a:lnSpc>
              <a:spcBef>
                <a:spcPts val="1417"/>
              </a:spcBef>
              <a:buClr>
                <a:srgbClr val="000000"/>
              </a:buClr>
              <a:buSzPct val="45000"/>
              <a:buFont typeface="Wingdings" charset="2"/>
              <a:buChar char=""/>
            </a:pPr>
            <a:r>
              <a:rPr b="0" lang="en-GB" sz="6000" strike="noStrike" u="none">
                <a:solidFill>
                  <a:srgbClr val="000000"/>
                </a:solidFill>
                <a:effectLst/>
                <a:uFillTx/>
                <a:latin typeface="Noto Sans Arabic"/>
              </a:rPr>
              <a:t> </a:t>
            </a:r>
            <a:r>
              <a:rPr b="0" lang="hi-IN" sz="6000" strike="noStrike" u="none">
                <a:solidFill>
                  <a:srgbClr val="000000"/>
                </a:solidFill>
                <a:effectLst/>
                <a:uFillTx/>
                <a:latin typeface="Noto Sans Arabic"/>
                <a:cs typeface="Noto Sans Arabic"/>
              </a:rPr>
              <a:t>النتيجة</a:t>
            </a:r>
            <a:endParaRPr b="0" lang="en-GB" sz="6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GB" sz="6000" strike="noStrike" u="none">
                <a:solidFill>
                  <a:srgbClr val="000000"/>
                </a:solidFill>
                <a:effectLst/>
                <a:uFillTx/>
                <a:latin typeface="Noto Sans Arabic"/>
              </a:rPr>
              <a:t> </a:t>
            </a:r>
            <a:r>
              <a:rPr b="0" lang="hi-IN" sz="6000" strike="noStrike" u="none">
                <a:solidFill>
                  <a:srgbClr val="000000"/>
                </a:solidFill>
                <a:effectLst/>
                <a:uFillTx/>
                <a:latin typeface="Noto Sans Arabic"/>
                <a:cs typeface="Noto Sans Arabic"/>
              </a:rPr>
              <a:t>الافاق المستقبلية للبحث</a:t>
            </a:r>
            <a:endParaRPr b="0" lang="en-GB" sz="6000" strike="noStrike" u="none">
              <a:solidFill>
                <a:srgbClr val="000000"/>
              </a:solidFill>
              <a:effectLst/>
              <a:uFillTx/>
              <a:latin typeface="Arial"/>
            </a:endParaRPr>
          </a:p>
          <a:p>
            <a:pPr marL="432000" indent="-324000" algn="r">
              <a:lnSpc>
                <a:spcPct val="100000"/>
              </a:lnSpc>
              <a:spcBef>
                <a:spcPts val="1417"/>
              </a:spcBef>
              <a:buClr>
                <a:srgbClr val="000000"/>
              </a:buClr>
              <a:buSzPct val="45000"/>
              <a:buFont typeface="Wingdings" charset="2"/>
              <a:buChar char=""/>
            </a:pPr>
            <a:r>
              <a:rPr b="0" lang="en-GB" sz="6000" strike="noStrike" u="none">
                <a:solidFill>
                  <a:srgbClr val="000000"/>
                </a:solidFill>
                <a:effectLst/>
                <a:uFillTx/>
                <a:latin typeface="Noto Sans Arabic"/>
              </a:rPr>
              <a:t> </a:t>
            </a:r>
            <a:r>
              <a:rPr b="0" lang="hi-IN" sz="6000" strike="noStrike" u="none">
                <a:solidFill>
                  <a:srgbClr val="000000"/>
                </a:solidFill>
                <a:effectLst/>
                <a:uFillTx/>
                <a:latin typeface="Noto Sans Arabic"/>
                <a:cs typeface="Noto Sans Arabic"/>
              </a:rPr>
              <a:t>المصادر</a:t>
            </a:r>
            <a:endParaRPr b="0" lang="en-GB" sz="6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title"/>
          </p:nvPr>
        </p:nvSpPr>
        <p:spPr>
          <a:xfrm>
            <a:off x="504000" y="576000"/>
            <a:ext cx="9068400" cy="942840"/>
          </a:xfrm>
          <a:prstGeom prst="rect">
            <a:avLst/>
          </a:prstGeom>
          <a:noFill/>
          <a:ln w="0">
            <a:noFill/>
          </a:ln>
        </p:spPr>
        <p:txBody>
          <a:bodyPr lIns="0" rIns="0" tIns="0" bIns="0" anchor="ctr" anchorCtr="1">
            <a:normAutofit/>
          </a:bodyPr>
          <a:p>
            <a:pPr marL="432000" indent="0" algn="r">
              <a:lnSpc>
                <a:spcPct val="100000"/>
              </a:lnSpc>
              <a:spcBef>
                <a:spcPts val="1191"/>
              </a:spcBef>
              <a:spcAft>
                <a:spcPts val="992"/>
              </a:spcAft>
              <a:buNone/>
              <a:tabLst>
                <a:tab algn="l" pos="0"/>
              </a:tabLst>
            </a:pPr>
            <a:r>
              <a:rPr b="1" lang="hi-IN" sz="3600" strike="noStrike" u="wavy">
                <a:solidFill>
                  <a:srgbClr val="000000"/>
                </a:solidFill>
                <a:effectLst/>
                <a:uFillTx/>
                <a:latin typeface="Noto Sans Arabic"/>
                <a:cs typeface="Noto Sans Arabic"/>
              </a:rPr>
              <a:t>النتيجة</a:t>
            </a:r>
            <a:endParaRPr b="0" lang="en-GB" sz="3600" strike="noStrike" u="wavy">
              <a:solidFill>
                <a:srgbClr val="000000"/>
              </a:solidFill>
              <a:effectLst/>
              <a:uFillTx/>
              <a:latin typeface="Arial"/>
            </a:endParaRPr>
          </a:p>
        </p:txBody>
      </p:sp>
      <p:sp>
        <p:nvSpPr>
          <p:cNvPr id="625" name="PlaceHolder 2"/>
          <p:cNvSpPr>
            <a:spLocks noGrp="1"/>
          </p:cNvSpPr>
          <p:nvPr>
            <p:ph/>
          </p:nvPr>
        </p:nvSpPr>
        <p:spPr>
          <a:xfrm>
            <a:off x="504000" y="1656000"/>
            <a:ext cx="9068400" cy="3560400"/>
          </a:xfrm>
          <a:prstGeom prst="rect">
            <a:avLst/>
          </a:prstGeom>
          <a:noFill/>
          <a:ln w="0">
            <a:noFill/>
          </a:ln>
        </p:spPr>
        <p:txBody>
          <a:bodyPr lIns="0" rIns="0" tIns="0" bIns="0" anchor="t" anchorCtr="1">
            <a:normAutofit/>
          </a:bodyPr>
          <a:p>
            <a:pPr marL="432000" indent="0" algn="r">
              <a:lnSpc>
                <a:spcPct val="100000"/>
              </a:lnSpc>
              <a:spcBef>
                <a:spcPts val="1417"/>
              </a:spcBef>
              <a:buNone/>
              <a:tabLst>
                <a:tab algn="l" pos="0"/>
              </a:tabLst>
            </a:pPr>
            <a:r>
              <a:rPr b="0" lang="hi-IN" sz="3200" strike="noStrike" u="none">
                <a:solidFill>
                  <a:srgbClr val="000000"/>
                </a:solidFill>
                <a:effectLst/>
                <a:uFillTx/>
                <a:latin typeface="Noto Sans Arabic"/>
                <a:cs typeface="Noto Sans Arabic"/>
              </a:rPr>
              <a:t>تكمن خلاصة البحث في معرفتها ان علاقة الاستهلاك و المنفعة الاقتصادية علاقة تأثر و تأثير فاستهلاك السلع يؤدي الى اكتساب المنفعة و اكتسابها يؤدي الى استهلاك اكثر بحثا عن منفعة اكثر و يحدد سلوك الاستهلاك و تحقيق المنفعة عدة عوامل تختلف من شخص لاخر</a:t>
            </a:r>
            <a:endParaRPr b="0" lang="en-GB" sz="3200" strike="noStrike" u="none">
              <a:solidFill>
                <a:srgbClr val="000000"/>
              </a:solidFill>
              <a:effectLst/>
              <a:uFillTx/>
              <a:latin typeface="Arial"/>
            </a:endParaRPr>
          </a:p>
        </p:txBody>
      </p:sp>
      <p:sp>
        <p:nvSpPr>
          <p:cNvPr id="626" name="PlaceHolder 9"/>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27" name="PlaceHolder 10"/>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28" name="PlaceHolder 11"/>
          <p:cNvSpPr/>
          <p:nvPr/>
        </p:nvSpPr>
        <p:spPr>
          <a:xfrm>
            <a:off x="720000" y="108360"/>
            <a:ext cx="3308400" cy="49032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Lst>
            </a:pPr>
            <a:r>
              <a:rPr b="1" lang="hi-IN" sz="2400" strike="noStrike" u="none">
                <a:solidFill>
                  <a:srgbClr val="000000"/>
                </a:solidFill>
                <a:effectLst/>
                <a:uFillTx/>
                <a:latin typeface="Noto Sans Arabic"/>
                <a:cs typeface="Noto Sans Arabic"/>
              </a:rPr>
              <a:t>الخاتمة</a:t>
            </a:r>
            <a:endParaRPr b="0" lang="en-GB"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title"/>
          </p:nvPr>
        </p:nvSpPr>
        <p:spPr>
          <a:xfrm>
            <a:off x="504000" y="576000"/>
            <a:ext cx="9068400" cy="942840"/>
          </a:xfrm>
          <a:prstGeom prst="rect">
            <a:avLst/>
          </a:prstGeom>
          <a:noFill/>
          <a:ln w="0">
            <a:noFill/>
          </a:ln>
        </p:spPr>
        <p:txBody>
          <a:bodyPr lIns="0" rIns="0" tIns="0" bIns="0" anchor="ctr" anchorCtr="1">
            <a:normAutofit/>
          </a:bodyPr>
          <a:p>
            <a:pPr marL="432000" indent="0" algn="r">
              <a:lnSpc>
                <a:spcPct val="100000"/>
              </a:lnSpc>
              <a:spcBef>
                <a:spcPts val="1191"/>
              </a:spcBef>
              <a:spcAft>
                <a:spcPts val="992"/>
              </a:spcAft>
              <a:buNone/>
              <a:tabLst>
                <a:tab algn="l" pos="0"/>
              </a:tabLst>
            </a:pPr>
            <a:r>
              <a:rPr b="1" lang="hi-IN" sz="3600" strike="noStrike" u="wavy">
                <a:solidFill>
                  <a:srgbClr val="000000"/>
                </a:solidFill>
                <a:effectLst/>
                <a:uFillTx/>
                <a:latin typeface="Noto Sans Arabic"/>
                <a:cs typeface="Noto Sans Arabic"/>
              </a:rPr>
              <a:t>الافاق المستقبلية للبحث</a:t>
            </a:r>
            <a:endParaRPr b="0" lang="en-GB" sz="3600" strike="noStrike" u="none">
              <a:solidFill>
                <a:srgbClr val="000000"/>
              </a:solidFill>
              <a:effectLst/>
              <a:uFillTx/>
              <a:latin typeface="Arial"/>
            </a:endParaRPr>
          </a:p>
        </p:txBody>
      </p:sp>
      <p:sp>
        <p:nvSpPr>
          <p:cNvPr id="630" name="PlaceHolder 2"/>
          <p:cNvSpPr>
            <a:spLocks noGrp="1"/>
          </p:cNvSpPr>
          <p:nvPr>
            <p:ph/>
          </p:nvPr>
        </p:nvSpPr>
        <p:spPr>
          <a:xfrm>
            <a:off x="504000" y="1656000"/>
            <a:ext cx="9068400" cy="3560400"/>
          </a:xfrm>
          <a:prstGeom prst="rect">
            <a:avLst/>
          </a:prstGeom>
          <a:noFill/>
          <a:ln w="0">
            <a:noFill/>
          </a:ln>
        </p:spPr>
        <p:txBody>
          <a:bodyPr lIns="0" rIns="0" tIns="0" bIns="0" anchor="t" anchorCtr="1">
            <a:normAutofit fontScale="85000" lnSpcReduction="19999"/>
          </a:bodyPr>
          <a:p>
            <a:pPr marL="432000" indent="0" algn="r">
              <a:lnSpc>
                <a:spcPct val="100000"/>
              </a:lnSpc>
              <a:spcBef>
                <a:spcPts val="1191"/>
              </a:spcBef>
              <a:spcAft>
                <a:spcPts val="992"/>
              </a:spcAft>
              <a:buNone/>
              <a:tabLst>
                <a:tab algn="l" pos="0"/>
              </a:tabLst>
            </a:pPr>
            <a:r>
              <a:rPr b="0" lang="hi-IN" sz="2600" strike="noStrike" u="none">
                <a:solidFill>
                  <a:srgbClr val="000000"/>
                </a:solidFill>
                <a:effectLst/>
                <a:uFillTx/>
                <a:latin typeface="Noto Sans Arabic"/>
                <a:cs typeface="Noto Sans Arabic"/>
              </a:rPr>
              <a:t>من خلال هذا البحث، فهمنا أن الاستهلاك والمنفعة الاقتصادية موضوع مهم في حياة كل إنسان، لأنّه يوضح كيف يختار الناس ما يشترونه وكيف يحاولون الحصول على أكبر فائدة من دخلهم. وفي المستقبل يمكن أن نوسع البحث لندرس أمورًا أخرى مثل</a:t>
            </a:r>
            <a:endParaRPr b="0" lang="en-GB" sz="2600" strike="noStrike" u="none">
              <a:solidFill>
                <a:srgbClr val="000000"/>
              </a:solidFill>
              <a:effectLst/>
              <a:uFillTx/>
              <a:latin typeface="Arial"/>
            </a:endParaRPr>
          </a:p>
          <a:p>
            <a:pPr marL="432000" indent="-324000" algn="r">
              <a:lnSpc>
                <a:spcPct val="100000"/>
              </a:lnSpc>
              <a:spcBef>
                <a:spcPts val="1191"/>
              </a:spcBef>
              <a:spcAft>
                <a:spcPts val="992"/>
              </a:spcAft>
              <a:buClr>
                <a:srgbClr val="000000"/>
              </a:buClr>
              <a:buSzPct val="45000"/>
              <a:buFont typeface="Wingdings" charset="2"/>
              <a:buChar char=""/>
              <a:tabLst>
                <a:tab algn="l" pos="0"/>
              </a:tabLst>
            </a:pPr>
            <a:r>
              <a:rPr b="0" lang="hi-IN" sz="2600" strike="noStrike" u="none">
                <a:solidFill>
                  <a:srgbClr val="000000"/>
                </a:solidFill>
                <a:effectLst/>
                <a:uFillTx/>
                <a:latin typeface="Noto Sans Arabic"/>
                <a:cs typeface="Noto Sans Arabic"/>
              </a:rPr>
              <a:t>كيف أثرت التكنولوجيا والشراء عبر الإنترنت على طريقة استهلاك الناس</a:t>
            </a:r>
            <a:r>
              <a:rPr b="0" lang="en-GB" sz="2600" strike="noStrike" u="none">
                <a:solidFill>
                  <a:srgbClr val="000000"/>
                </a:solidFill>
                <a:effectLst/>
                <a:uFillTx/>
                <a:latin typeface="Noto Sans Arabic"/>
              </a:rPr>
              <a:t> </a:t>
            </a:r>
            <a:endParaRPr b="0" lang="en-GB" sz="2600" strike="noStrike" u="none">
              <a:solidFill>
                <a:srgbClr val="000000"/>
              </a:solidFill>
              <a:effectLst/>
              <a:uFillTx/>
              <a:latin typeface="Arial"/>
            </a:endParaRPr>
          </a:p>
          <a:p>
            <a:pPr marL="432000" indent="-324000" algn="r">
              <a:lnSpc>
                <a:spcPct val="100000"/>
              </a:lnSpc>
              <a:spcBef>
                <a:spcPts val="1191"/>
              </a:spcBef>
              <a:spcAft>
                <a:spcPts val="992"/>
              </a:spcAft>
              <a:buClr>
                <a:srgbClr val="000000"/>
              </a:buClr>
              <a:buSzPct val="45000"/>
              <a:buFont typeface="Wingdings" charset="2"/>
              <a:buChar char=""/>
              <a:tabLst>
                <a:tab algn="l" pos="0"/>
              </a:tabLst>
            </a:pPr>
            <a:r>
              <a:rPr b="0" lang="hi-IN" sz="2600" strike="noStrike" u="none">
                <a:solidFill>
                  <a:srgbClr val="000000"/>
                </a:solidFill>
                <a:effectLst/>
                <a:uFillTx/>
                <a:latin typeface="Noto Sans Arabic"/>
                <a:cs typeface="Noto Sans Arabic"/>
              </a:rPr>
              <a:t>كيف أصبح بعض الناس يهتمون بالبيئة ويختارون سلعًا صديقة للطبيعة</a:t>
            </a:r>
            <a:endParaRPr b="0" lang="en-GB" sz="2600" strike="noStrike" u="none">
              <a:solidFill>
                <a:srgbClr val="000000"/>
              </a:solidFill>
              <a:effectLst/>
              <a:uFillTx/>
              <a:latin typeface="Arial"/>
            </a:endParaRPr>
          </a:p>
          <a:p>
            <a:pPr marL="432000" indent="-324000" algn="r">
              <a:lnSpc>
                <a:spcPct val="100000"/>
              </a:lnSpc>
              <a:spcBef>
                <a:spcPts val="1191"/>
              </a:spcBef>
              <a:spcAft>
                <a:spcPts val="992"/>
              </a:spcAft>
              <a:buClr>
                <a:srgbClr val="000000"/>
              </a:buClr>
              <a:buSzPct val="45000"/>
              <a:buFont typeface="Wingdings" charset="2"/>
              <a:buChar char=""/>
              <a:tabLst>
                <a:tab algn="l" pos="0"/>
              </a:tabLst>
            </a:pPr>
            <a:r>
              <a:rPr b="0" lang="hi-IN" sz="2600" strike="noStrike" u="none">
                <a:solidFill>
                  <a:srgbClr val="000000"/>
                </a:solidFill>
                <a:effectLst/>
                <a:uFillTx/>
                <a:latin typeface="Noto Sans Arabic"/>
                <a:cs typeface="Noto Sans Arabic"/>
              </a:rPr>
              <a:t>كيف يمكن تحقيق منفعة اقتصادية دون اسراف او تبذير</a:t>
            </a:r>
            <a:endParaRPr b="0" lang="en-GB" sz="2600" strike="noStrike" u="none">
              <a:solidFill>
                <a:srgbClr val="000000"/>
              </a:solidFill>
              <a:effectLst/>
              <a:uFillTx/>
              <a:latin typeface="Arial"/>
            </a:endParaRPr>
          </a:p>
          <a:p>
            <a:pPr marL="432000" indent="-324000" algn="r">
              <a:lnSpc>
                <a:spcPct val="100000"/>
              </a:lnSpc>
              <a:spcBef>
                <a:spcPts val="1191"/>
              </a:spcBef>
              <a:spcAft>
                <a:spcPts val="992"/>
              </a:spcAft>
              <a:buClr>
                <a:srgbClr val="000000"/>
              </a:buClr>
              <a:buSzPct val="45000"/>
              <a:buFont typeface="Wingdings" charset="2"/>
              <a:buChar char=""/>
              <a:tabLst>
                <a:tab algn="l" pos="0"/>
              </a:tabLst>
            </a:pPr>
            <a:r>
              <a:rPr b="0" lang="hi-IN" sz="2600" strike="noStrike" u="none">
                <a:solidFill>
                  <a:srgbClr val="000000"/>
                </a:solidFill>
                <a:effectLst/>
                <a:uFillTx/>
                <a:latin typeface="Noto Sans Arabic"/>
                <a:cs typeface="Noto Sans Arabic"/>
              </a:rPr>
              <a:t>كيف يمكن ترشيد الاستهلاك للمحافظة على المال والموارد والطبيعة</a:t>
            </a:r>
            <a:endParaRPr b="0" lang="en-GB" sz="2600" strike="noStrike" u="none">
              <a:solidFill>
                <a:srgbClr val="000000"/>
              </a:solidFill>
              <a:effectLst/>
              <a:uFillTx/>
              <a:latin typeface="Arial"/>
            </a:endParaRPr>
          </a:p>
          <a:p>
            <a:pPr marL="432000" indent="-324000" algn="r">
              <a:lnSpc>
                <a:spcPct val="100000"/>
              </a:lnSpc>
              <a:spcBef>
                <a:spcPts val="1191"/>
              </a:spcBef>
              <a:spcAft>
                <a:spcPts val="992"/>
              </a:spcAft>
              <a:buClr>
                <a:srgbClr val="000000"/>
              </a:buClr>
              <a:buSzPct val="45000"/>
              <a:buFont typeface="Wingdings" charset="2"/>
              <a:buChar char=""/>
              <a:tabLst>
                <a:tab algn="l" pos="0"/>
              </a:tabLst>
            </a:pPr>
            <a:r>
              <a:rPr b="0" lang="hi-IN" sz="2600" strike="noStrike" u="none">
                <a:solidFill>
                  <a:srgbClr val="000000"/>
                </a:solidFill>
                <a:effectLst/>
                <a:uFillTx/>
                <a:latin typeface="Noto Sans Arabic"/>
                <a:cs typeface="Noto Sans Arabic"/>
              </a:rPr>
              <a:t>كيف تختلف المنفعة الاقتصادية من شخص لاخر</a:t>
            </a:r>
            <a:r>
              <a:rPr b="0" lang="en-GB" sz="2600" strike="noStrike" u="none">
                <a:solidFill>
                  <a:srgbClr val="000000"/>
                </a:solidFill>
                <a:effectLst/>
                <a:uFillTx/>
                <a:latin typeface="Noto Sans Arabic"/>
              </a:rPr>
              <a:t> </a:t>
            </a:r>
            <a:endParaRPr b="0" lang="en-GB" sz="2600" strike="noStrike" u="none">
              <a:solidFill>
                <a:srgbClr val="000000"/>
              </a:solidFill>
              <a:effectLst/>
              <a:uFillTx/>
              <a:latin typeface="Arial"/>
            </a:endParaRPr>
          </a:p>
        </p:txBody>
      </p:sp>
      <p:sp>
        <p:nvSpPr>
          <p:cNvPr id="631" name="PlaceHolder 19"/>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32" name="PlaceHolder 26"/>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33" name="PlaceHolder 29"/>
          <p:cNvSpPr/>
          <p:nvPr/>
        </p:nvSpPr>
        <p:spPr>
          <a:xfrm>
            <a:off x="720000" y="108360"/>
            <a:ext cx="3308400" cy="49032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Lst>
            </a:pPr>
            <a:r>
              <a:rPr b="1" lang="hi-IN" sz="2400" strike="noStrike" u="none">
                <a:solidFill>
                  <a:srgbClr val="000000"/>
                </a:solidFill>
                <a:effectLst/>
                <a:uFillTx/>
                <a:latin typeface="Noto Sans Arabic"/>
                <a:cs typeface="Noto Sans Arabic"/>
              </a:rPr>
              <a:t>الخاتمة</a:t>
            </a:r>
            <a:endParaRPr b="0" lang="en-GB"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title"/>
          </p:nvPr>
        </p:nvSpPr>
        <p:spPr>
          <a:xfrm>
            <a:off x="504000" y="576000"/>
            <a:ext cx="9068400" cy="942840"/>
          </a:xfrm>
          <a:prstGeom prst="rect">
            <a:avLst/>
          </a:prstGeom>
          <a:noFill/>
          <a:ln w="0">
            <a:noFill/>
          </a:ln>
        </p:spPr>
        <p:txBody>
          <a:bodyPr lIns="0" rIns="0" tIns="0" bIns="0" anchor="ctr" anchorCtr="1">
            <a:normAutofit/>
          </a:bodyPr>
          <a:p>
            <a:pPr marL="432000" indent="0" algn="r">
              <a:lnSpc>
                <a:spcPct val="100000"/>
              </a:lnSpc>
              <a:spcBef>
                <a:spcPts val="1191"/>
              </a:spcBef>
              <a:spcAft>
                <a:spcPts val="992"/>
              </a:spcAft>
              <a:buNone/>
              <a:tabLst>
                <a:tab algn="l" pos="0"/>
              </a:tabLst>
            </a:pPr>
            <a:r>
              <a:rPr b="1" lang="hi-IN" sz="3600" strike="noStrike" u="wavy">
                <a:solidFill>
                  <a:srgbClr val="000000"/>
                </a:solidFill>
                <a:effectLst/>
                <a:uFillTx/>
                <a:latin typeface="Noto Sans Arabic"/>
                <a:cs typeface="Noto Sans Arabic"/>
              </a:rPr>
              <a:t>المصادر</a:t>
            </a:r>
            <a:endParaRPr b="0" lang="en-GB" sz="3600" strike="noStrike" u="none">
              <a:solidFill>
                <a:srgbClr val="000000"/>
              </a:solidFill>
              <a:effectLst/>
              <a:uFillTx/>
              <a:latin typeface="Arial"/>
            </a:endParaRPr>
          </a:p>
        </p:txBody>
      </p:sp>
      <p:sp>
        <p:nvSpPr>
          <p:cNvPr id="635" name="PlaceHolder 2"/>
          <p:cNvSpPr>
            <a:spLocks noGrp="1"/>
          </p:cNvSpPr>
          <p:nvPr>
            <p:ph/>
          </p:nvPr>
        </p:nvSpPr>
        <p:spPr>
          <a:xfrm>
            <a:off x="504000" y="1656000"/>
            <a:ext cx="9068400" cy="3560400"/>
          </a:xfrm>
          <a:prstGeom prst="rect">
            <a:avLst/>
          </a:prstGeom>
          <a:noFill/>
          <a:ln w="0">
            <a:noFill/>
          </a:ln>
        </p:spPr>
        <p:txBody>
          <a:bodyPr lIns="0" rIns="0" tIns="0" bIns="0" anchor="t">
            <a:normAutofit lnSpcReduction="9999"/>
          </a:bodyPr>
          <a:p>
            <a:pPr indent="0">
              <a:lnSpc>
                <a:spcPct val="100000"/>
              </a:lnSpc>
              <a:buNone/>
              <a:tabLst>
                <a:tab algn="l" pos="0"/>
              </a:tabLst>
            </a:pPr>
            <a:r>
              <a:rPr b="0" lang="hi-IN" sz="1800" strike="noStrike" u="none">
                <a:solidFill>
                  <a:srgbClr val="000000"/>
                </a:solidFill>
                <a:effectLst/>
                <a:uFillTx/>
                <a:latin typeface="Arial"/>
              </a:rPr>
              <a:t>مصطفى الشهابي (</a:t>
            </a:r>
            <a:r>
              <a:rPr b="0" lang="en-GB" sz="1800" strike="noStrike" u="none">
                <a:solidFill>
                  <a:srgbClr val="000000"/>
                </a:solidFill>
                <a:effectLst/>
                <a:uFillTx/>
                <a:latin typeface="Arial"/>
              </a:rPr>
              <a:t>2003</a:t>
            </a:r>
            <a:r>
              <a:rPr b="0" lang="en-GB" sz="1800" strike="noStrike" u="none">
                <a:solidFill>
                  <a:srgbClr val="000000"/>
                </a:solidFill>
                <a:effectLst/>
                <a:uFillTx/>
                <a:latin typeface="Arial"/>
              </a:rPr>
              <a:t>). أحمد شفيق الخطيب (المحرر). معجم الشهابي في مصطلحات العلوم الزراعية (بالعربية والإنجليزية واللاتينية) (ط. </a:t>
            </a:r>
            <a:r>
              <a:rPr b="0" lang="en-GB" sz="1800" strike="noStrike" u="none">
                <a:solidFill>
                  <a:srgbClr val="000000"/>
                </a:solidFill>
                <a:effectLst/>
                <a:uFillTx/>
                <a:latin typeface="Arial"/>
              </a:rPr>
              <a:t>5</a:t>
            </a:r>
            <a:r>
              <a:rPr b="0" lang="en-GB" sz="1800" strike="noStrike" u="none">
                <a:solidFill>
                  <a:srgbClr val="000000"/>
                </a:solidFill>
                <a:effectLst/>
                <a:uFillTx/>
                <a:latin typeface="Arial"/>
              </a:rPr>
              <a:t>). بيروت: مكتبة لبنان ناشرون. ص. </a:t>
            </a:r>
            <a:r>
              <a:rPr b="0" lang="en-GB" sz="1800" strike="noStrike" u="none">
                <a:solidFill>
                  <a:srgbClr val="000000"/>
                </a:solidFill>
                <a:effectLst/>
                <a:uFillTx/>
                <a:latin typeface="Arial"/>
              </a:rPr>
              <a:t>822</a:t>
            </a:r>
            <a:r>
              <a:rPr b="0" lang="en-GB" sz="1800" strike="noStrike" u="none">
                <a:solidFill>
                  <a:srgbClr val="000000"/>
                </a:solidFill>
                <a:effectLst/>
                <a:uFillTx/>
                <a:latin typeface="Arial"/>
              </a:rPr>
              <a:t>. ISBN:978-9953-10-550-5. OCLC:1158683669. QID:Q115858366.</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 </a:t>
            </a:r>
            <a:r>
              <a:rPr b="0" lang="hi-IN" sz="1800" strike="noStrike" u="none">
                <a:solidFill>
                  <a:srgbClr val="000000"/>
                </a:solidFill>
                <a:effectLst/>
                <a:uFillTx/>
                <a:latin typeface="Arial"/>
              </a:rPr>
              <a:t>الاستهلاك من موقع ديلي فوركس</a:t>
            </a:r>
            <a:r>
              <a:rPr b="0" lang="en-GB" sz="1800" strike="noStrike" u="none">
                <a:solidFill>
                  <a:srgbClr val="000000"/>
                </a:solidFill>
                <a:effectLst/>
                <a:uFillTx/>
                <a:latin typeface="Arial"/>
              </a:rPr>
              <a:t> </a:t>
            </a:r>
            <a:r>
              <a:rPr b="0" lang="en-GB" sz="1800" strike="noStrike" u="none">
                <a:solidFill>
                  <a:srgbClr val="000000"/>
                </a:solidFill>
                <a:effectLst/>
                <a:uFillTx/>
                <a:latin typeface="Arial"/>
              </a:rPr>
              <a:t>DailyForex </a:t>
            </a:r>
            <a:r>
              <a:rPr b="0" lang="hi-IN" sz="1800" strike="noStrike" u="none">
                <a:solidFill>
                  <a:srgbClr val="000000"/>
                </a:solidFill>
                <a:effectLst/>
                <a:uFillTx/>
                <a:latin typeface="Arial"/>
              </a:rPr>
              <a:t>نسخة محفوظة</a:t>
            </a:r>
            <a:r>
              <a:rPr b="0" lang="en-GB" sz="1800" strike="noStrike" u="none">
                <a:solidFill>
                  <a:srgbClr val="000000"/>
                </a:solidFill>
                <a:effectLst/>
                <a:uFillTx/>
                <a:latin typeface="Arial"/>
              </a:rPr>
              <a:t>12</a:t>
            </a:r>
            <a:r>
              <a:rPr b="0" lang="en-GB" sz="1800" strike="noStrike" u="none">
                <a:solidFill>
                  <a:srgbClr val="000000"/>
                </a:solidFill>
                <a:effectLst/>
                <a:uFillTx/>
                <a:latin typeface="Arial"/>
              </a:rPr>
              <a:t> فبراير </a:t>
            </a:r>
            <a:r>
              <a:rPr b="0" lang="en-GB" sz="1800" strike="noStrike" u="none">
                <a:solidFill>
                  <a:srgbClr val="000000"/>
                </a:solidFill>
                <a:effectLst/>
                <a:uFillTx/>
                <a:latin typeface="Arial"/>
              </a:rPr>
              <a:t>2020</a:t>
            </a:r>
            <a:r>
              <a:rPr b="0" lang="en-GB" sz="1800" strike="noStrike" u="none">
                <a:solidFill>
                  <a:srgbClr val="000000"/>
                </a:solidFill>
                <a:effectLst/>
                <a:uFillTx/>
                <a:latin typeface="Arial"/>
              </a:rPr>
              <a:t> على موقع واي باك مشين</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 </a:t>
            </a:r>
            <a:r>
              <a:rPr b="0" lang="hi-IN" sz="1800" strike="noStrike" u="none">
                <a:solidFill>
                  <a:srgbClr val="000000"/>
                </a:solidFill>
                <a:effectLst/>
                <a:uFillTx/>
                <a:latin typeface="Arial"/>
              </a:rPr>
              <a:t>تعريف الاستهلاك، من موقع موسوعة نسخة محفوظة </a:t>
            </a:r>
            <a:r>
              <a:rPr b="0" lang="en-GB" sz="1800" strike="noStrike" u="none">
                <a:solidFill>
                  <a:srgbClr val="000000"/>
                </a:solidFill>
                <a:effectLst/>
                <a:uFillTx/>
                <a:latin typeface="Arial"/>
              </a:rPr>
              <a:t>6</a:t>
            </a:r>
            <a:r>
              <a:rPr b="0" lang="en-GB" sz="1800" strike="noStrike" u="none">
                <a:solidFill>
                  <a:srgbClr val="000000"/>
                </a:solidFill>
                <a:effectLst/>
                <a:uFillTx/>
                <a:latin typeface="Arial"/>
              </a:rPr>
              <a:t> فبراير </a:t>
            </a:r>
            <a:r>
              <a:rPr b="0" lang="en-GB" sz="1800" strike="noStrike" u="none">
                <a:solidFill>
                  <a:srgbClr val="000000"/>
                </a:solidFill>
                <a:effectLst/>
                <a:uFillTx/>
                <a:latin typeface="Arial"/>
              </a:rPr>
              <a:t>2011</a:t>
            </a:r>
            <a:r>
              <a:rPr b="0" lang="en-GB" sz="1800" strike="noStrike" u="none">
                <a:solidFill>
                  <a:srgbClr val="000000"/>
                </a:solidFill>
                <a:effectLst/>
                <a:uFillTx/>
                <a:latin typeface="Arial"/>
              </a:rPr>
              <a:t> على موقع واي باك مشين</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a:t>
            </a:r>
            <a:r>
              <a:rPr b="0" lang="hi-IN" sz="1800" strike="noStrike" u="none">
                <a:solidFill>
                  <a:srgbClr val="000000"/>
                </a:solidFill>
                <a:effectLst/>
                <a:uFillTx/>
                <a:latin typeface="Arial"/>
              </a:rPr>
              <a:t>البكري ،ثامر(</a:t>
            </a:r>
            <a:r>
              <a:rPr b="0" lang="en-GB" sz="1800" strike="noStrike" u="none">
                <a:solidFill>
                  <a:srgbClr val="000000"/>
                </a:solidFill>
                <a:effectLst/>
                <a:uFillTx/>
                <a:latin typeface="Arial"/>
              </a:rPr>
              <a:t>2009</a:t>
            </a:r>
            <a:r>
              <a:rPr b="0" lang="hi-IN" sz="1800" strike="noStrike" u="none">
                <a:solidFill>
                  <a:srgbClr val="000000"/>
                </a:solidFill>
                <a:effectLst/>
                <a:uFillTx/>
                <a:latin typeface="Arial"/>
              </a:rPr>
              <a:t>م-</a:t>
            </a:r>
            <a:r>
              <a:rPr b="0" lang="en-GB" sz="1800" strike="noStrike" u="none">
                <a:solidFill>
                  <a:srgbClr val="000000"/>
                </a:solidFill>
                <a:effectLst/>
                <a:uFillTx/>
                <a:latin typeface="Arial"/>
              </a:rPr>
              <a:t>1429</a:t>
            </a:r>
            <a:r>
              <a:rPr b="0" lang="hi-IN" sz="1800" strike="noStrike" u="none">
                <a:solidFill>
                  <a:srgbClr val="000000"/>
                </a:solidFill>
                <a:effectLst/>
                <a:uFillTx/>
                <a:latin typeface="Arial"/>
              </a:rPr>
              <a:t>هـ).الاتصالات التسويقية والترويج.عمان:دار حماد</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 </a:t>
            </a:r>
            <a:r>
              <a:rPr b="0" lang="hi-IN" sz="1800" strike="noStrike" u="none">
                <a:solidFill>
                  <a:srgbClr val="000000"/>
                </a:solidFill>
                <a:effectLst/>
                <a:uFillTx/>
                <a:latin typeface="Arial"/>
              </a:rPr>
              <a:t>ما هو الاستهلاك، من الموسوعة العربية نسخة محفوظة </a:t>
            </a:r>
            <a:r>
              <a:rPr b="0" lang="en-GB" sz="1800" strike="noStrike" u="none">
                <a:solidFill>
                  <a:srgbClr val="000000"/>
                </a:solidFill>
                <a:effectLst/>
                <a:uFillTx/>
                <a:latin typeface="Arial"/>
              </a:rPr>
              <a:t>23</a:t>
            </a:r>
            <a:r>
              <a:rPr b="0" lang="en-GB" sz="1800" strike="noStrike" u="none">
                <a:solidFill>
                  <a:srgbClr val="000000"/>
                </a:solidFill>
                <a:effectLst/>
                <a:uFillTx/>
                <a:latin typeface="Arial"/>
              </a:rPr>
              <a:t> سبتمبر </a:t>
            </a:r>
            <a:r>
              <a:rPr b="0" lang="en-GB" sz="1800" strike="noStrike" u="none">
                <a:solidFill>
                  <a:srgbClr val="000000"/>
                </a:solidFill>
                <a:effectLst/>
                <a:uFillTx/>
                <a:latin typeface="Arial"/>
              </a:rPr>
              <a:t>2015</a:t>
            </a:r>
            <a:r>
              <a:rPr b="0" lang="en-GB" sz="1800" strike="noStrike" u="none">
                <a:solidFill>
                  <a:srgbClr val="000000"/>
                </a:solidFill>
                <a:effectLst/>
                <a:uFillTx/>
                <a:latin typeface="Arial"/>
              </a:rPr>
              <a:t> على موقع واي باك مشين</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 </a:t>
            </a:r>
            <a:r>
              <a:rPr b="0" lang="hi-IN" sz="1800" strike="noStrike" u="none">
                <a:solidFill>
                  <a:srgbClr val="000000"/>
                </a:solidFill>
                <a:effectLst/>
                <a:uFillTx/>
                <a:latin typeface="Arial"/>
              </a:rPr>
              <a:t>الاستهلاك.. قاعدة ذهبية، من موقع إسلام أون لاين نسخة محفوظة </a:t>
            </a:r>
            <a:r>
              <a:rPr b="0" lang="en-GB" sz="1800" strike="noStrike" u="none">
                <a:solidFill>
                  <a:srgbClr val="000000"/>
                </a:solidFill>
                <a:effectLst/>
                <a:uFillTx/>
                <a:latin typeface="Arial"/>
              </a:rPr>
              <a:t>21</a:t>
            </a:r>
            <a:r>
              <a:rPr b="0" lang="en-GB" sz="1800" strike="noStrike" u="none">
                <a:solidFill>
                  <a:srgbClr val="000000"/>
                </a:solidFill>
                <a:effectLst/>
                <a:uFillTx/>
                <a:latin typeface="Arial"/>
              </a:rPr>
              <a:t> فبراير </a:t>
            </a:r>
            <a:r>
              <a:rPr b="0" lang="en-GB" sz="1800" strike="noStrike" u="none">
                <a:solidFill>
                  <a:srgbClr val="000000"/>
                </a:solidFill>
                <a:effectLst/>
                <a:uFillTx/>
                <a:latin typeface="Arial"/>
              </a:rPr>
              <a:t>2011</a:t>
            </a:r>
            <a:r>
              <a:rPr b="0" lang="en-GB" sz="1800" strike="noStrike" u="none">
                <a:solidFill>
                  <a:srgbClr val="000000"/>
                </a:solidFill>
                <a:effectLst/>
                <a:uFillTx/>
                <a:latin typeface="Arial"/>
              </a:rPr>
              <a:t> على موقع واي باك مشين</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hi-IN" sz="1800" strike="noStrike" u="none">
                <a:solidFill>
                  <a:srgbClr val="000000"/>
                </a:solidFill>
                <a:effectLst/>
                <a:uFillTx/>
                <a:latin typeface="Arial"/>
              </a:rPr>
              <a:t>القاموس الاقتصادي - تأليف حسن النجفي - بغداد </a:t>
            </a:r>
            <a:r>
              <a:rPr b="0" lang="en-GB" sz="1800" strike="noStrike" u="none">
                <a:solidFill>
                  <a:srgbClr val="000000"/>
                </a:solidFill>
                <a:effectLst/>
                <a:uFillTx/>
                <a:latin typeface="Arial"/>
              </a:rPr>
              <a:t>1977</a:t>
            </a:r>
            <a:r>
              <a:rPr b="0" lang="hi-IN" sz="1800" strike="noStrike" u="none">
                <a:solidFill>
                  <a:srgbClr val="000000"/>
                </a:solidFill>
                <a:effectLst/>
                <a:uFillTx/>
                <a:latin typeface="Arial"/>
              </a:rPr>
              <a:t>م - صفحة </a:t>
            </a:r>
            <a:r>
              <a:rPr b="0" lang="en-GB" sz="1800" strike="noStrike" u="none">
                <a:solidFill>
                  <a:srgbClr val="000000"/>
                </a:solidFill>
                <a:effectLst/>
                <a:uFillTx/>
                <a:latin typeface="Arial"/>
              </a:rPr>
              <a:t>199</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hi-IN" sz="1800" strike="noStrike" u="none">
                <a:solidFill>
                  <a:srgbClr val="000000"/>
                </a:solidFill>
                <a:effectLst/>
                <a:uFillTx/>
                <a:latin typeface="Arial"/>
              </a:rPr>
              <a:t>معلومات عن منفعة على موقع</a:t>
            </a:r>
            <a:r>
              <a:rPr b="0" lang="en-GB" sz="1800" strike="noStrike" u="none">
                <a:solidFill>
                  <a:srgbClr val="000000"/>
                </a:solidFill>
                <a:effectLst/>
                <a:uFillTx/>
                <a:latin typeface="Arial"/>
              </a:rPr>
              <a:t> </a:t>
            </a:r>
            <a:r>
              <a:rPr b="0" lang="en-GB" sz="1800" strike="noStrike" u="none">
                <a:solidFill>
                  <a:srgbClr val="000000"/>
                </a:solidFill>
                <a:effectLst/>
                <a:uFillTx/>
                <a:latin typeface="Arial"/>
              </a:rPr>
              <a:t>d-nb.info </a:t>
            </a:r>
            <a:r>
              <a:rPr b="0" lang="hi-IN" sz="1800" strike="noStrike" u="none">
                <a:solidFill>
                  <a:srgbClr val="000000"/>
                </a:solidFill>
                <a:effectLst/>
                <a:uFillTx/>
                <a:latin typeface="Arial"/>
              </a:rPr>
              <a:t>مؤرشف من الأصل في </a:t>
            </a:r>
            <a:r>
              <a:rPr b="0" lang="en-GB" sz="1800" strike="noStrike" u="none">
                <a:solidFill>
                  <a:srgbClr val="000000"/>
                </a:solidFill>
                <a:effectLst/>
                <a:uFillTx/>
                <a:latin typeface="Arial"/>
              </a:rPr>
              <a:t>2019</a:t>
            </a:r>
            <a:r>
              <a:rPr b="0" lang="en-GB" sz="1800" strike="noStrike" u="none">
                <a:solidFill>
                  <a:srgbClr val="000000"/>
                </a:solidFill>
                <a:effectLst/>
                <a:uFillTx/>
                <a:latin typeface="Arial"/>
              </a:rPr>
              <a:t>-</a:t>
            </a:r>
            <a:r>
              <a:rPr b="0" lang="en-GB" sz="1800" strike="noStrike" u="none">
                <a:solidFill>
                  <a:srgbClr val="000000"/>
                </a:solidFill>
                <a:effectLst/>
                <a:uFillTx/>
                <a:latin typeface="Arial"/>
              </a:rPr>
              <a:t>12</a:t>
            </a:r>
            <a:r>
              <a:rPr b="0" lang="en-GB" sz="1800" strike="noStrike" u="none">
                <a:solidFill>
                  <a:srgbClr val="000000"/>
                </a:solidFill>
                <a:effectLst/>
                <a:uFillTx/>
                <a:latin typeface="Arial"/>
              </a:rPr>
              <a:t>-</a:t>
            </a:r>
            <a:r>
              <a:rPr b="0" lang="en-GB" sz="1800" strike="noStrike" u="none">
                <a:solidFill>
                  <a:srgbClr val="000000"/>
                </a:solidFill>
                <a:effectLst/>
                <a:uFillTx/>
                <a:latin typeface="Arial"/>
              </a:rPr>
              <a:t>07</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a:t>
            </a:r>
            <a:r>
              <a:rPr b="0" lang="hi-IN" sz="1800" strike="noStrike" u="none">
                <a:solidFill>
                  <a:srgbClr val="000000"/>
                </a:solidFill>
                <a:effectLst/>
                <a:uFillTx/>
                <a:latin typeface="Arial"/>
              </a:rPr>
              <a:t>معلومات عن منفعة على موقع</a:t>
            </a:r>
            <a:r>
              <a:rPr b="0" lang="en-GB" sz="1800" strike="noStrike" u="none">
                <a:solidFill>
                  <a:srgbClr val="000000"/>
                </a:solidFill>
                <a:effectLst/>
                <a:uFillTx/>
                <a:latin typeface="Arial"/>
              </a:rPr>
              <a:t> </a:t>
            </a:r>
            <a:r>
              <a:rPr b="0" lang="en-GB" sz="1800" strike="noStrike" u="none">
                <a:solidFill>
                  <a:srgbClr val="000000"/>
                </a:solidFill>
                <a:effectLst/>
                <a:uFillTx/>
                <a:latin typeface="Arial"/>
              </a:rPr>
              <a:t>psh.techlib.cz. psh.techlib.cz. </a:t>
            </a:r>
            <a:r>
              <a:rPr b="0" lang="hi-IN" sz="1800" strike="noStrike" u="none">
                <a:solidFill>
                  <a:srgbClr val="000000"/>
                </a:solidFill>
                <a:effectLst/>
                <a:uFillTx/>
                <a:latin typeface="Arial"/>
              </a:rPr>
              <a:t>مؤرشف من الأصل في </a:t>
            </a:r>
            <a:r>
              <a:rPr b="0" lang="en-GB" sz="1800" strike="noStrike" u="none">
                <a:solidFill>
                  <a:srgbClr val="000000"/>
                </a:solidFill>
                <a:effectLst/>
                <a:uFillTx/>
                <a:latin typeface="Arial"/>
              </a:rPr>
              <a:t>2019</a:t>
            </a:r>
            <a:r>
              <a:rPr b="0" lang="en-GB" sz="1800" strike="noStrike" u="none">
                <a:solidFill>
                  <a:srgbClr val="000000"/>
                </a:solidFill>
                <a:effectLst/>
                <a:uFillTx/>
                <a:latin typeface="Arial"/>
              </a:rPr>
              <a:t>-</a:t>
            </a:r>
            <a:r>
              <a:rPr b="0" lang="en-GB" sz="1800" strike="noStrike" u="none">
                <a:solidFill>
                  <a:srgbClr val="000000"/>
                </a:solidFill>
                <a:effectLst/>
                <a:uFillTx/>
                <a:latin typeface="Arial"/>
              </a:rPr>
              <a:t>12</a:t>
            </a:r>
            <a:r>
              <a:rPr b="0" lang="en-GB" sz="1800" strike="noStrike" u="none">
                <a:solidFill>
                  <a:srgbClr val="000000"/>
                </a:solidFill>
                <a:effectLst/>
                <a:uFillTx/>
                <a:latin typeface="Arial"/>
              </a:rPr>
              <a:t>-</a:t>
            </a:r>
            <a:r>
              <a:rPr b="0" lang="en-GB" sz="1800" strike="noStrike" u="none">
                <a:solidFill>
                  <a:srgbClr val="000000"/>
                </a:solidFill>
                <a:effectLst/>
                <a:uFillTx/>
                <a:latin typeface="Arial"/>
              </a:rPr>
              <a:t>07</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marL="432000" indent="-324000">
              <a:lnSpc>
                <a:spcPct val="100000"/>
              </a:lnSpc>
              <a:buClr>
                <a:srgbClr val="000000"/>
              </a:buClr>
              <a:buFont typeface="Wingdings" charset="2"/>
              <a:buChar char=""/>
              <a:tabLst>
                <a:tab algn="l" pos="0"/>
              </a:tabLst>
            </a:pPr>
            <a:r>
              <a:rPr b="0" lang="en-GB" sz="1800" strike="noStrike" u="none">
                <a:solidFill>
                  <a:srgbClr val="000000"/>
                </a:solidFill>
                <a:effectLst/>
                <a:uFillTx/>
                <a:latin typeface="Arial"/>
              </a:rPr>
              <a:t> </a:t>
            </a:r>
            <a:r>
              <a:rPr b="0" lang="hi-IN" sz="1800" strike="noStrike" u="none">
                <a:solidFill>
                  <a:srgbClr val="000000"/>
                </a:solidFill>
                <a:effectLst/>
                <a:uFillTx/>
                <a:latin typeface="Arial"/>
              </a:rPr>
              <a:t>معلومات عن منفعة على موقع</a:t>
            </a:r>
            <a:r>
              <a:rPr b="0" lang="en-GB" sz="1800" strike="noStrike" u="none">
                <a:solidFill>
                  <a:srgbClr val="000000"/>
                </a:solidFill>
                <a:effectLst/>
                <a:uFillTx/>
                <a:latin typeface="Arial"/>
              </a:rPr>
              <a:t> </a:t>
            </a:r>
            <a:r>
              <a:rPr b="0" lang="en-GB" sz="1800" strike="noStrike" u="none">
                <a:solidFill>
                  <a:srgbClr val="000000"/>
                </a:solidFill>
                <a:effectLst/>
                <a:uFillTx/>
                <a:latin typeface="Arial"/>
              </a:rPr>
              <a:t>thes.bncf.firenze.sbn.it. </a:t>
            </a:r>
            <a:r>
              <a:rPr b="0" lang="hi-IN" sz="1800" strike="noStrike" u="none">
                <a:solidFill>
                  <a:srgbClr val="000000"/>
                </a:solidFill>
                <a:effectLst/>
                <a:uFillTx/>
                <a:latin typeface="Arial"/>
              </a:rPr>
              <a:t>مؤرشف من الأصل في </a:t>
            </a:r>
            <a:r>
              <a:rPr b="0" lang="en-GB" sz="1800" strike="noStrike" u="none">
                <a:solidFill>
                  <a:srgbClr val="000000"/>
                </a:solidFill>
                <a:effectLst/>
                <a:uFillTx/>
                <a:latin typeface="Arial"/>
              </a:rPr>
              <a:t>2019</a:t>
            </a:r>
            <a:r>
              <a:rPr b="0" lang="en-GB" sz="1800" strike="noStrike" u="none">
                <a:solidFill>
                  <a:srgbClr val="000000"/>
                </a:solidFill>
                <a:effectLst/>
                <a:uFillTx/>
                <a:latin typeface="Arial"/>
              </a:rPr>
              <a:t>-</a:t>
            </a:r>
            <a:r>
              <a:rPr b="0" lang="en-GB" sz="1800" strike="noStrike" u="none">
                <a:solidFill>
                  <a:srgbClr val="000000"/>
                </a:solidFill>
                <a:effectLst/>
                <a:uFillTx/>
                <a:latin typeface="Arial"/>
              </a:rPr>
              <a:t>04</a:t>
            </a:r>
            <a:r>
              <a:rPr b="0" lang="en-GB" sz="1800" strike="noStrike" u="none">
                <a:solidFill>
                  <a:srgbClr val="000000"/>
                </a:solidFill>
                <a:effectLst/>
                <a:uFillTx/>
                <a:latin typeface="Arial"/>
              </a:rPr>
              <a:t>-</a:t>
            </a:r>
            <a:r>
              <a:rPr b="0" lang="en-GB" sz="1800" strike="noStrike" u="none">
                <a:solidFill>
                  <a:srgbClr val="000000"/>
                </a:solidFill>
                <a:effectLst/>
                <a:uFillTx/>
                <a:latin typeface="Arial"/>
              </a:rPr>
              <a:t>28</a:t>
            </a:r>
            <a:r>
              <a:rPr b="0" lang="en-GB" sz="1800" strike="noStrike" u="none">
                <a:solidFill>
                  <a:srgbClr val="000000"/>
                </a:solidFill>
                <a:effectLst/>
                <a:uFillTx/>
                <a:latin typeface="Arial"/>
              </a:rPr>
              <a:t>.</a:t>
            </a:r>
            <a:endParaRPr b="0" lang="en-GB" sz="1800" strike="noStrike" u="none">
              <a:solidFill>
                <a:srgbClr val="000000"/>
              </a:solidFill>
              <a:effectLst/>
              <a:uFillTx/>
              <a:latin typeface="Arial"/>
            </a:endParaRPr>
          </a:p>
          <a:p>
            <a:pPr indent="0">
              <a:lnSpc>
                <a:spcPct val="100000"/>
              </a:lnSpc>
              <a:buNone/>
              <a:tabLst>
                <a:tab algn="l" pos="0"/>
              </a:tabLst>
            </a:pPr>
            <a:r>
              <a:rPr b="0" lang="en-GB" sz="1800" strike="noStrike" u="none">
                <a:solidFill>
                  <a:srgbClr val="000000"/>
                </a:solidFill>
                <a:effectLst/>
                <a:uFillTx/>
                <a:latin typeface="Arial"/>
              </a:rPr>
              <a:t> </a:t>
            </a:r>
            <a:endParaRPr b="0" lang="en-GB" sz="1800" strike="noStrike" u="none">
              <a:solidFill>
                <a:srgbClr val="000000"/>
              </a:solidFill>
              <a:effectLst/>
              <a:uFillTx/>
              <a:latin typeface="Arial"/>
            </a:endParaRPr>
          </a:p>
        </p:txBody>
      </p:sp>
      <p:sp>
        <p:nvSpPr>
          <p:cNvPr id="636" name="PlaceHolder 37"/>
          <p:cNvSpPr/>
          <p:nvPr/>
        </p:nvSpPr>
        <p:spPr>
          <a:xfrm>
            <a:off x="540000" y="10836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2800" strike="noStrike" u="none">
              <a:solidFill>
                <a:srgbClr val="000000"/>
              </a:solidFill>
              <a:effectLst/>
              <a:uFillTx/>
              <a:latin typeface="Noto Sans Arabic"/>
              <a:ea typeface="DejaVu Sans"/>
            </a:endParaRPr>
          </a:p>
        </p:txBody>
      </p:sp>
      <p:sp>
        <p:nvSpPr>
          <p:cNvPr id="637" name="PlaceHolder 38"/>
          <p:cNvSpPr/>
          <p:nvPr/>
        </p:nvSpPr>
        <p:spPr>
          <a:xfrm>
            <a:off x="507960" y="74880"/>
            <a:ext cx="3308400" cy="478800"/>
          </a:xfrm>
          <a:prstGeom prst="rect">
            <a:avLst/>
          </a:prstGeom>
          <a:noFill/>
          <a:ln w="0">
            <a:noFill/>
          </a:ln>
        </p:spPr>
        <p:style>
          <a:lnRef idx="0"/>
          <a:fillRef idx="0"/>
          <a:effectRef idx="0"/>
          <a:fontRef idx="minor"/>
        </p:style>
        <p:txBody>
          <a:bodyPr lIns="0" rIns="0" tIns="0" bIns="0" anchor="ctr" anchorCtr="1">
            <a:normAutofit/>
          </a:bodyPr>
          <a:p>
            <a:pPr>
              <a:lnSpc>
                <a:spcPct val="100000"/>
              </a:lnSpc>
            </a:pPr>
            <a:endParaRPr b="0" lang="en-GB" sz="1800" strike="noStrike" u="none">
              <a:solidFill>
                <a:srgbClr val="000000"/>
              </a:solidFill>
              <a:effectLst/>
              <a:uFillTx/>
              <a:latin typeface="Arial"/>
              <a:ea typeface="DejaVu Sans"/>
            </a:endParaRPr>
          </a:p>
        </p:txBody>
      </p:sp>
      <p:sp>
        <p:nvSpPr>
          <p:cNvPr id="638" name="PlaceHolder 39"/>
          <p:cNvSpPr/>
          <p:nvPr/>
        </p:nvSpPr>
        <p:spPr>
          <a:xfrm>
            <a:off x="720000" y="108360"/>
            <a:ext cx="3308400" cy="49032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Lst>
            </a:pPr>
            <a:r>
              <a:rPr b="1" lang="hi-IN" sz="2400" strike="noStrike" u="none">
                <a:solidFill>
                  <a:srgbClr val="000000"/>
                </a:solidFill>
                <a:effectLst/>
                <a:uFillTx/>
                <a:latin typeface="Noto Sans Arabic"/>
                <a:cs typeface="Noto Sans Arabic"/>
              </a:rPr>
              <a:t>الخاتمة</a:t>
            </a:r>
            <a:endParaRPr b="0" lang="en-GB"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467</TotalTime>
  <Application>LibreOffice/25.8.2.2$Windows_X86_64 LibreOffice_project/d401f2107ccab8f924a8e2df40f573aab7605b6f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2025-10-20T17:42:54Z</dcterms:created>
  <dc:creator/>
  <dc:description>
               Yellow Idea - LibreOffice Impress Template
                    by Dwi Alita @ealita.id
This template is made as an answer to Indonesian LibreOffice Community and
Gimpscape ID's call-to-arms to contribute to the 10th anniversary of
LibreOffice celebration.
Credits:
This work is licensed under the Creative Commons Attribution-ShareAlike 4.0
International License by Dwi Alita @ealita.id.
To view a copy of this license, visit https://creativecommons.org/licenses/by-sa/4.0/legalcode
or send a letter to Creative Commons, PO Box 1866, Mountain View, CA 94042, USA.
    </dc:description>
  <dc:language>en-GB</dc:language>
  <cp:lastModifiedBy/>
  <cp:lastPrinted>2025-10-26T20:20:27Z</cp:lastPrinted>
  <dcterms:modified xsi:type="dcterms:W3CDTF">2025-10-26T20:23:36Z</dcterms:modified>
  <cp:revision>70</cp:revision>
  <dc:subject/>
  <dc:title>Yellow Idea</dc:title>
</cp:coreProperties>
</file>

<file path=docProps/custom.xml><?xml version="1.0" encoding="utf-8"?>
<Properties xmlns="http://schemas.openxmlformats.org/officeDocument/2006/custom-properties" xmlns:vt="http://schemas.openxmlformats.org/officeDocument/2006/docPropsVTypes"/>
</file>