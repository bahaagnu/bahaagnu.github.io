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presentation.xml" ContentType="application/vnd.openxmlformats-officedocument.presentationml.presentation.main+xml"/>
  <Override PartName="/ppt/slideMasters/slideMaster10.xml" ContentType="application/vnd.openxmlformats-officedocument.presentationml.slideMaster+xml"/>
  <Override PartName="/ppt/slideMasters/slideMaster1.xml" ContentType="application/vnd.openxmlformats-officedocument.presentationml.slideMaster+xml"/>
  <Override PartName="/ppt/slideMasters/slideMaster9.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6.xml" ContentType="application/vnd.openxmlformats-officedocument.presentationml.slideMaster+xml"/>
  <Override PartName="/ppt/slideMasters/slideMaster11.xml" ContentType="application/vnd.openxmlformats-officedocument.presentationml.slideMaster+xml"/>
  <Override PartName="/ppt/slideMasters/slideMaster8.xml" ContentType="application/vnd.openxmlformats-officedocument.presentationml.slideMaster+xml"/>
  <Override PartName="/ppt/slideMasters/slideMaster12.xml" ContentType="application/vnd.openxmlformats-officedocument.presentationml.slideMaster+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1.xml.rels" ContentType="application/vnd.openxmlformats-package.relationships+xml"/>
  <Override PartName="/ppt/slideMasters/_rels/slideMaster8.xml.rels" ContentType="application/vnd.openxmlformats-package.relationships+xml"/>
  <Override PartName="/ppt/slideMasters/_rels/slideMaster11.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6.xml.rels" ContentType="application/vnd.openxmlformats-package.relationships+xml"/>
  <Override PartName="/ppt/slideMasters/_rels/slideMaster12.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presProps.xml" ContentType="application/vnd.openxmlformats-officedocument.presentationml.presProps+xml"/>
  <Override PartName="/ppt/media/image2.svg" ContentType="image/svg"/>
  <Override PartName="/ppt/media/image1.png" ContentType="image/png"/>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22.xml.rels" ContentType="application/vnd.openxmlformats-package.relationships+xml"/>
  <Override PartName="/ppt/slides/_rels/slide35.xml.rels" ContentType="application/vnd.openxmlformats-package.relationships+xml"/>
  <Override PartName="/ppt/slides/_rels/slide18.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_rels/presentation.xml.rels" ContentType="application/vnd.openxmlformats-package.relationships+xml"/>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 id="2147483653" r:id="rId4"/>
    <p:sldMasterId id="2147483656" r:id="rId5"/>
    <p:sldMasterId id="2147483659" r:id="rId6"/>
    <p:sldMasterId id="2147483661" r:id="rId7"/>
    <p:sldMasterId id="2147483663" r:id="rId8"/>
    <p:sldMasterId id="2147483665" r:id="rId9"/>
    <p:sldMasterId id="2147483667" r:id="rId10"/>
  </p:sld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6.xml"/><Relationship Id="rId6" Type="http://schemas.openxmlformats.org/officeDocument/2006/relationships/slideMaster" Target="slideMasters/slideMaster8.xml"/><Relationship Id="rId7" Type="http://schemas.openxmlformats.org/officeDocument/2006/relationships/slideMaster" Target="slideMasters/slideMaster9.xml"/><Relationship Id="rId8" Type="http://schemas.openxmlformats.org/officeDocument/2006/relationships/slideMaster" Target="slideMasters/slideMaster10.xml"/><Relationship Id="rId9" Type="http://schemas.openxmlformats.org/officeDocument/2006/relationships/slideMaster" Target="slideMasters/slideMaster11.xml"/><Relationship Id="rId10" Type="http://schemas.openxmlformats.org/officeDocument/2006/relationships/slideMaster" Target="slideMasters/slideMaster12.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Yellow Idea">
    <p:bg>
      <p:bgPr>
        <a:solidFill>
          <a:srgbClr val="f2c02c"/>
        </a:solidFill>
      </p:bgPr>
    </p:bg>
    <p:spTree>
      <p:nvGrpSpPr>
        <p:cNvPr id="1" name=""/>
        <p:cNvGrpSpPr/>
        <p:nvPr/>
      </p:nvGrpSpPr>
      <p:grpSpPr>
        <a:xfrm>
          <a:off x="0" y="0"/>
          <a:ext cx="0" cy="0"/>
          <a:chOff x="0" y="0"/>
          <a:chExt cx="0" cy="0"/>
        </a:xfrm>
      </p:grpSpPr>
      <p:grpSp>
        <p:nvGrpSpPr>
          <p:cNvPr id="2" name=""/>
          <p:cNvGrpSpPr/>
          <p:nvPr/>
        </p:nvGrpSpPr>
        <p:grpSpPr>
          <a:xfrm>
            <a:off x="785160" y="1498680"/>
            <a:ext cx="3064680" cy="2954520"/>
            <a:chOff x="785160" y="1498680"/>
            <a:chExt cx="3064680" cy="2954520"/>
          </a:xfrm>
        </p:grpSpPr>
        <p:grpSp>
          <p:nvGrpSpPr>
            <p:cNvPr id="3" name=""/>
            <p:cNvGrpSpPr/>
            <p:nvPr/>
          </p:nvGrpSpPr>
          <p:grpSpPr>
            <a:xfrm>
              <a:off x="1668240" y="2219040"/>
              <a:ext cx="1553760" cy="2234160"/>
              <a:chOff x="1668240" y="2219040"/>
              <a:chExt cx="1553760" cy="2234160"/>
            </a:xfrm>
          </p:grpSpPr>
          <p:sp>
            <p:nvSpPr>
              <p:cNvPr id="4" name=""/>
              <p:cNvSpPr/>
              <p:nvPr/>
            </p:nvSpPr>
            <p:spPr>
              <a:xfrm>
                <a:off x="1668240" y="2219040"/>
                <a:ext cx="1553760" cy="1871280"/>
              </a:xfrm>
              <a:custGeom>
                <a:avLst/>
                <a:gdLst>
                  <a:gd name="textAreaLeft" fmla="*/ 0 w 1553760"/>
                  <a:gd name="textAreaRight" fmla="*/ 1557000 w 1553760"/>
                  <a:gd name="textAreaTop" fmla="*/ 0 h 1871280"/>
                  <a:gd name="textAreaBottom" fmla="*/ 1874520 h 187128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 name=""/>
              <p:cNvSpPr/>
              <p:nvPr/>
            </p:nvSpPr>
            <p:spPr>
              <a:xfrm>
                <a:off x="2081160" y="4093200"/>
                <a:ext cx="727560" cy="179640"/>
              </a:xfrm>
              <a:custGeom>
                <a:avLst/>
                <a:gdLst>
                  <a:gd name="textAreaLeft" fmla="*/ 0 w 727560"/>
                  <a:gd name="textAreaRight" fmla="*/ 730800 w 727560"/>
                  <a:gd name="textAreaTop" fmla="*/ 0 h 179640"/>
                  <a:gd name="textAreaBottom" fmla="*/ 182880 h 17964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6" name=""/>
              <p:cNvSpPr/>
              <p:nvPr/>
            </p:nvSpPr>
            <p:spPr>
              <a:xfrm>
                <a:off x="2151720" y="4273560"/>
                <a:ext cx="586440" cy="179640"/>
              </a:xfrm>
              <a:custGeom>
                <a:avLst/>
                <a:gdLst>
                  <a:gd name="textAreaLeft" fmla="*/ 0 w 586440"/>
                  <a:gd name="textAreaRight" fmla="*/ 589680 w 586440"/>
                  <a:gd name="textAreaTop" fmla="*/ 0 h 179640"/>
                  <a:gd name="textAreaBottom" fmla="*/ 182880 h 17964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7" name=""/>
              <p:cNvSpPr/>
              <p:nvPr/>
            </p:nvSpPr>
            <p:spPr>
              <a:xfrm>
                <a:off x="2094120" y="2736360"/>
                <a:ext cx="709920" cy="1353600"/>
              </a:xfrm>
              <a:custGeom>
                <a:avLst/>
                <a:gdLst>
                  <a:gd name="textAreaLeft" fmla="*/ 0 w 709920"/>
                  <a:gd name="textAreaRight" fmla="*/ 713160 w 709920"/>
                  <a:gd name="textAreaTop" fmla="*/ 0 h 1353600"/>
                  <a:gd name="textAreaBottom" fmla="*/ 1356840 h 135360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8" name=""/>
            <p:cNvGrpSpPr/>
            <p:nvPr/>
          </p:nvGrpSpPr>
          <p:grpSpPr>
            <a:xfrm>
              <a:off x="1043280" y="1530360"/>
              <a:ext cx="2806560" cy="1420200"/>
              <a:chOff x="1043280" y="1530360"/>
              <a:chExt cx="2806560" cy="1420200"/>
            </a:xfrm>
          </p:grpSpPr>
          <p:sp>
            <p:nvSpPr>
              <p:cNvPr id="9"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0"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1"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4" name=""/>
            <p:cNvGrpSpPr/>
            <p:nvPr/>
          </p:nvGrpSpPr>
          <p:grpSpPr>
            <a:xfrm>
              <a:off x="1639440" y="2187720"/>
              <a:ext cx="1553760" cy="2234160"/>
              <a:chOff x="1639440" y="2187720"/>
              <a:chExt cx="1553760" cy="2234160"/>
            </a:xfrm>
          </p:grpSpPr>
          <p:sp>
            <p:nvSpPr>
              <p:cNvPr id="15" name=""/>
              <p:cNvSpPr/>
              <p:nvPr/>
            </p:nvSpPr>
            <p:spPr>
              <a:xfrm>
                <a:off x="1639440" y="2187720"/>
                <a:ext cx="1553760" cy="1871280"/>
              </a:xfrm>
              <a:custGeom>
                <a:avLst/>
                <a:gdLst>
                  <a:gd name="textAreaLeft" fmla="*/ 0 w 1553760"/>
                  <a:gd name="textAreaRight" fmla="*/ 1557000 w 1553760"/>
                  <a:gd name="textAreaTop" fmla="*/ 0 h 1871280"/>
                  <a:gd name="textAreaBottom" fmla="*/ 1874520 h 187128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6" name=""/>
              <p:cNvSpPr/>
              <p:nvPr/>
            </p:nvSpPr>
            <p:spPr>
              <a:xfrm>
                <a:off x="2052720" y="4061880"/>
                <a:ext cx="727560" cy="179640"/>
              </a:xfrm>
              <a:custGeom>
                <a:avLst/>
                <a:gdLst>
                  <a:gd name="textAreaLeft" fmla="*/ 0 w 727560"/>
                  <a:gd name="textAreaRight" fmla="*/ 730800 w 727560"/>
                  <a:gd name="textAreaTop" fmla="*/ 0 h 179640"/>
                  <a:gd name="textAreaBottom" fmla="*/ 182880 h 17964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7" name=""/>
              <p:cNvSpPr/>
              <p:nvPr/>
            </p:nvSpPr>
            <p:spPr>
              <a:xfrm>
                <a:off x="2123280" y="4242240"/>
                <a:ext cx="586440" cy="179640"/>
              </a:xfrm>
              <a:custGeom>
                <a:avLst/>
                <a:gdLst>
                  <a:gd name="textAreaLeft" fmla="*/ 0 w 586440"/>
                  <a:gd name="textAreaRight" fmla="*/ 589680 w 586440"/>
                  <a:gd name="textAreaTop" fmla="*/ 0 h 179640"/>
                  <a:gd name="textAreaBottom" fmla="*/ 182880 h 17964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8" name=""/>
              <p:cNvSpPr/>
              <p:nvPr/>
            </p:nvSpPr>
            <p:spPr>
              <a:xfrm>
                <a:off x="2065320" y="2705040"/>
                <a:ext cx="710280" cy="1353600"/>
              </a:xfrm>
              <a:custGeom>
                <a:avLst/>
                <a:gdLst>
                  <a:gd name="textAreaLeft" fmla="*/ 0 w 710280"/>
                  <a:gd name="textAreaRight" fmla="*/ 713520 w 710280"/>
                  <a:gd name="textAreaTop" fmla="*/ 0 h 1353600"/>
                  <a:gd name="textAreaBottom" fmla="*/ 1356840 h 135360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19" name=""/>
            <p:cNvGrpSpPr/>
            <p:nvPr/>
          </p:nvGrpSpPr>
          <p:grpSpPr>
            <a:xfrm>
              <a:off x="1014840" y="1498680"/>
              <a:ext cx="2806560" cy="1420560"/>
              <a:chOff x="1014840" y="1498680"/>
              <a:chExt cx="2806560" cy="1420560"/>
            </a:xfrm>
          </p:grpSpPr>
          <p:sp>
            <p:nvSpPr>
              <p:cNvPr id="20"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1"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2"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3"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4"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25" name=""/>
            <p:cNvGrpSpPr/>
            <p:nvPr/>
          </p:nvGrpSpPr>
          <p:grpSpPr>
            <a:xfrm>
              <a:off x="785160" y="2054880"/>
              <a:ext cx="3052440" cy="2273400"/>
              <a:chOff x="785160" y="2054880"/>
              <a:chExt cx="3052440" cy="2273400"/>
            </a:xfrm>
          </p:grpSpPr>
          <p:sp>
            <p:nvSpPr>
              <p:cNvPr id="26"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7"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8"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9"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30" name=""/>
              <p:cNvSpPr/>
              <p:nvPr/>
            </p:nvSpPr>
            <p:spPr>
              <a:xfrm>
                <a:off x="1568880" y="4125600"/>
                <a:ext cx="181440" cy="202680"/>
              </a:xfrm>
              <a:custGeom>
                <a:avLst/>
                <a:gdLst>
                  <a:gd name="textAreaLeft" fmla="*/ 0 w 181440"/>
                  <a:gd name="textAreaRight" fmla="*/ 184680 w 181440"/>
                  <a:gd name="textAreaTop" fmla="*/ 0 h 202680"/>
                  <a:gd name="textAreaBottom" fmla="*/ 205920 h 20268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1" name=""/>
              <p:cNvSpPr/>
              <p:nvPr/>
            </p:nvSpPr>
            <p:spPr>
              <a:xfrm>
                <a:off x="3604680" y="3255840"/>
                <a:ext cx="183600" cy="199440"/>
              </a:xfrm>
              <a:custGeom>
                <a:avLst/>
                <a:gdLst>
                  <a:gd name="textAreaLeft" fmla="*/ 0 w 183600"/>
                  <a:gd name="textAreaRight" fmla="*/ 186840 w 183600"/>
                  <a:gd name="textAreaTop" fmla="*/ 0 h 199440"/>
                  <a:gd name="textAreaBottom" fmla="*/ 202680 h 19944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2" name=""/>
              <p:cNvSpPr/>
              <p:nvPr/>
            </p:nvSpPr>
            <p:spPr>
              <a:xfrm>
                <a:off x="785160" y="2122200"/>
                <a:ext cx="204480" cy="180000"/>
              </a:xfrm>
              <a:custGeom>
                <a:avLst/>
                <a:gdLst>
                  <a:gd name="textAreaLeft" fmla="*/ 0 w 204480"/>
                  <a:gd name="textAreaRight" fmla="*/ 207720 w 204480"/>
                  <a:gd name="textAreaTop" fmla="*/ 0 h 180000"/>
                  <a:gd name="textAreaBottom" fmla="*/ 183240 h 18000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 name=""/>
              <p:cNvSpPr/>
              <p:nvPr/>
            </p:nvSpPr>
            <p:spPr>
              <a:xfrm>
                <a:off x="3624480" y="2125440"/>
                <a:ext cx="213120" cy="212760"/>
              </a:xfrm>
              <a:custGeom>
                <a:avLst/>
                <a:gdLst>
                  <a:gd name="textAreaLeft" fmla="*/ 0 w 213120"/>
                  <a:gd name="textAreaRight" fmla="*/ 216360 w 213120"/>
                  <a:gd name="textAreaTop" fmla="*/ 0 h 212760"/>
                  <a:gd name="textAreaBottom" fmla="*/ 216000 h 21276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34" name=""/>
          <p:cNvGrpSpPr/>
          <p:nvPr/>
        </p:nvGrpSpPr>
        <p:grpSpPr>
          <a:xfrm>
            <a:off x="8280720" y="4099680"/>
            <a:ext cx="1557000" cy="1465200"/>
            <a:chOff x="8280720" y="4099680"/>
            <a:chExt cx="1557000" cy="1465200"/>
          </a:xfrm>
        </p:grpSpPr>
        <p:sp>
          <p:nvSpPr>
            <p:cNvPr id="35"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7"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8"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9"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40" name=""/>
          <p:cNvGrpSpPr/>
          <p:nvPr/>
        </p:nvGrpSpPr>
        <p:grpSpPr>
          <a:xfrm>
            <a:off x="5009400" y="429480"/>
            <a:ext cx="4872600" cy="4930200"/>
            <a:chOff x="5009400" y="429480"/>
            <a:chExt cx="4872600" cy="4930200"/>
          </a:xfrm>
        </p:grpSpPr>
        <p:sp>
          <p:nvSpPr>
            <p:cNvPr id="41" name=""/>
            <p:cNvSpPr/>
            <p:nvPr/>
          </p:nvSpPr>
          <p:spPr>
            <a:xfrm>
              <a:off x="5009400" y="429480"/>
              <a:ext cx="204480" cy="179640"/>
            </a:xfrm>
            <a:custGeom>
              <a:avLst/>
              <a:gdLst>
                <a:gd name="textAreaLeft" fmla="*/ 0 w 204480"/>
                <a:gd name="textAreaRight" fmla="*/ 207720 w 204480"/>
                <a:gd name="textAreaTop" fmla="*/ 0 h 179640"/>
                <a:gd name="textAreaBottom" fmla="*/ 182880 h 17964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2" name=""/>
            <p:cNvSpPr/>
            <p:nvPr/>
          </p:nvSpPr>
          <p:spPr>
            <a:xfrm>
              <a:off x="6346800" y="5160240"/>
              <a:ext cx="183600" cy="199440"/>
            </a:xfrm>
            <a:custGeom>
              <a:avLst/>
              <a:gdLst>
                <a:gd name="textAreaLeft" fmla="*/ 0 w 183600"/>
                <a:gd name="textAreaRight" fmla="*/ 186840 w 183600"/>
                <a:gd name="textAreaTop" fmla="*/ 0 h 199440"/>
                <a:gd name="textAreaBottom" fmla="*/ 202680 h 19944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3"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4"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5" name=""/>
            <p:cNvSpPr/>
            <p:nvPr/>
          </p:nvSpPr>
          <p:spPr>
            <a:xfrm>
              <a:off x="9668880" y="2216880"/>
              <a:ext cx="213120" cy="212760"/>
            </a:xfrm>
            <a:custGeom>
              <a:avLst/>
              <a:gdLst>
                <a:gd name="textAreaLeft" fmla="*/ 0 w 213120"/>
                <a:gd name="textAreaRight" fmla="*/ 216360 w 213120"/>
                <a:gd name="textAreaTop" fmla="*/ 0 h 212760"/>
                <a:gd name="textAreaBottom" fmla="*/ 216000 h 21276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46" name=""/>
          <p:cNvSpPr/>
          <p:nvPr/>
        </p:nvSpPr>
        <p:spPr>
          <a:xfrm>
            <a:off x="0" y="3690000"/>
            <a:ext cx="105120" cy="1980720"/>
          </a:xfrm>
          <a:custGeom>
            <a:avLst/>
            <a:gdLst>
              <a:gd name="textAreaLeft" fmla="*/ 0 w 105120"/>
              <a:gd name="textAreaRight" fmla="*/ 108360 w 105120"/>
              <a:gd name="textAreaTop" fmla="*/ 0 h 1980720"/>
              <a:gd name="textAreaBottom" fmla="*/ 1983960 h 198072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7" name=""/>
          <p:cNvSpPr/>
          <p:nvPr/>
        </p:nvSpPr>
        <p:spPr>
          <a:xfrm>
            <a:off x="9972000" y="0"/>
            <a:ext cx="105120" cy="1977120"/>
          </a:xfrm>
          <a:custGeom>
            <a:avLst/>
            <a:gdLst>
              <a:gd name="textAreaLeft" fmla="*/ 0 w 105120"/>
              <a:gd name="textAreaRight" fmla="*/ 108360 w 105120"/>
              <a:gd name="textAreaTop" fmla="*/ 0 h 1977120"/>
              <a:gd name="textAreaBottom" fmla="*/ 1980360 h 197712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8"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9" name="PlaceHolder 2"/>
          <p:cNvSpPr>
            <a:spLocks noGrp="1"/>
          </p:cNvSpPr>
          <p:nvPr>
            <p:ph type="ftr" idx="1"/>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50" name="PlaceHolder 3"/>
          <p:cNvSpPr>
            <a:spLocks noGrp="1"/>
          </p:cNvSpPr>
          <p:nvPr>
            <p:ph type="sldNum" idx="2"/>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4E369A54-D77B-43D7-9422-F4F904AA64C0}"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51" name="PlaceHolder 4"/>
          <p:cNvSpPr>
            <a:spLocks noGrp="1"/>
          </p:cNvSpPr>
          <p:nvPr>
            <p:ph type="dt" idx="3"/>
          </p:nvPr>
        </p:nvSpPr>
        <p:spPr>
          <a:xfrm>
            <a:off x="504000" y="532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52" name="PlaceHolder 5"/>
          <p:cNvSpPr>
            <a:spLocks noGrp="1"/>
          </p:cNvSpPr>
          <p:nvPr>
            <p:ph type="body"/>
          </p:nvPr>
        </p:nvSpPr>
        <p:spPr>
          <a:xfrm>
            <a:off x="504000" y="1326600"/>
            <a:ext cx="9069120" cy="32857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bg>
      <p:bgPr>
        <a:solidFill>
          <a:srgbClr val="f2c02c"/>
        </a:solidFill>
      </p:bgPr>
    </p:bg>
    <p:spTree>
      <p:nvGrpSpPr>
        <p:cNvPr id="1" name=""/>
        <p:cNvGrpSpPr/>
        <p:nvPr/>
      </p:nvGrpSpPr>
      <p:grpSpPr>
        <a:xfrm>
          <a:off x="0" y="0"/>
          <a:ext cx="0" cy="0"/>
          <a:chOff x="0" y="0"/>
          <a:chExt cx="0" cy="0"/>
        </a:xfrm>
      </p:grpSpPr>
      <p:grpSp>
        <p:nvGrpSpPr>
          <p:cNvPr id="53" name=""/>
          <p:cNvGrpSpPr/>
          <p:nvPr/>
        </p:nvGrpSpPr>
        <p:grpSpPr>
          <a:xfrm>
            <a:off x="785160" y="1498680"/>
            <a:ext cx="3064680" cy="2954520"/>
            <a:chOff x="785160" y="1498680"/>
            <a:chExt cx="3064680" cy="2954520"/>
          </a:xfrm>
        </p:grpSpPr>
        <p:grpSp>
          <p:nvGrpSpPr>
            <p:cNvPr id="54" name=""/>
            <p:cNvGrpSpPr/>
            <p:nvPr/>
          </p:nvGrpSpPr>
          <p:grpSpPr>
            <a:xfrm>
              <a:off x="1668240" y="2219040"/>
              <a:ext cx="1553760" cy="2234160"/>
              <a:chOff x="1668240" y="2219040"/>
              <a:chExt cx="1553760" cy="2234160"/>
            </a:xfrm>
          </p:grpSpPr>
          <p:sp>
            <p:nvSpPr>
              <p:cNvPr id="55" name=""/>
              <p:cNvSpPr/>
              <p:nvPr/>
            </p:nvSpPr>
            <p:spPr>
              <a:xfrm>
                <a:off x="1668240" y="2219040"/>
                <a:ext cx="1553760" cy="1871280"/>
              </a:xfrm>
              <a:custGeom>
                <a:avLst/>
                <a:gdLst>
                  <a:gd name="textAreaLeft" fmla="*/ 0 w 1553760"/>
                  <a:gd name="textAreaRight" fmla="*/ 1557000 w 1553760"/>
                  <a:gd name="textAreaTop" fmla="*/ 0 h 1871280"/>
                  <a:gd name="textAreaBottom" fmla="*/ 1874520 h 187128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6" name=""/>
              <p:cNvSpPr/>
              <p:nvPr/>
            </p:nvSpPr>
            <p:spPr>
              <a:xfrm>
                <a:off x="2081160" y="4093200"/>
                <a:ext cx="727560" cy="179640"/>
              </a:xfrm>
              <a:custGeom>
                <a:avLst/>
                <a:gdLst>
                  <a:gd name="textAreaLeft" fmla="*/ 0 w 727560"/>
                  <a:gd name="textAreaRight" fmla="*/ 730800 w 727560"/>
                  <a:gd name="textAreaTop" fmla="*/ 0 h 179640"/>
                  <a:gd name="textAreaBottom" fmla="*/ 182880 h 17964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7" name=""/>
              <p:cNvSpPr/>
              <p:nvPr/>
            </p:nvSpPr>
            <p:spPr>
              <a:xfrm>
                <a:off x="2151720" y="4273560"/>
                <a:ext cx="586440" cy="179640"/>
              </a:xfrm>
              <a:custGeom>
                <a:avLst/>
                <a:gdLst>
                  <a:gd name="textAreaLeft" fmla="*/ 0 w 586440"/>
                  <a:gd name="textAreaRight" fmla="*/ 589680 w 586440"/>
                  <a:gd name="textAreaTop" fmla="*/ 0 h 179640"/>
                  <a:gd name="textAreaBottom" fmla="*/ 182880 h 17964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8" name=""/>
              <p:cNvSpPr/>
              <p:nvPr/>
            </p:nvSpPr>
            <p:spPr>
              <a:xfrm>
                <a:off x="2094120" y="2736360"/>
                <a:ext cx="709920" cy="1353600"/>
              </a:xfrm>
              <a:custGeom>
                <a:avLst/>
                <a:gdLst>
                  <a:gd name="textAreaLeft" fmla="*/ 0 w 709920"/>
                  <a:gd name="textAreaRight" fmla="*/ 713160 w 709920"/>
                  <a:gd name="textAreaTop" fmla="*/ 0 h 1353600"/>
                  <a:gd name="textAreaBottom" fmla="*/ 1356840 h 135360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59" name=""/>
            <p:cNvGrpSpPr/>
            <p:nvPr/>
          </p:nvGrpSpPr>
          <p:grpSpPr>
            <a:xfrm>
              <a:off x="1043280" y="1530360"/>
              <a:ext cx="2806560" cy="1420200"/>
              <a:chOff x="1043280" y="1530360"/>
              <a:chExt cx="2806560" cy="1420200"/>
            </a:xfrm>
          </p:grpSpPr>
          <p:sp>
            <p:nvSpPr>
              <p:cNvPr id="60"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1"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2"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3"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4"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65" name=""/>
            <p:cNvGrpSpPr/>
            <p:nvPr/>
          </p:nvGrpSpPr>
          <p:grpSpPr>
            <a:xfrm>
              <a:off x="1639440" y="2187720"/>
              <a:ext cx="1553760" cy="2234160"/>
              <a:chOff x="1639440" y="2187720"/>
              <a:chExt cx="1553760" cy="2234160"/>
            </a:xfrm>
          </p:grpSpPr>
          <p:sp>
            <p:nvSpPr>
              <p:cNvPr id="66" name=""/>
              <p:cNvSpPr/>
              <p:nvPr/>
            </p:nvSpPr>
            <p:spPr>
              <a:xfrm>
                <a:off x="1639440" y="2187720"/>
                <a:ext cx="1553760" cy="1871280"/>
              </a:xfrm>
              <a:custGeom>
                <a:avLst/>
                <a:gdLst>
                  <a:gd name="textAreaLeft" fmla="*/ 0 w 1553760"/>
                  <a:gd name="textAreaRight" fmla="*/ 1557000 w 1553760"/>
                  <a:gd name="textAreaTop" fmla="*/ 0 h 1871280"/>
                  <a:gd name="textAreaBottom" fmla="*/ 1874520 h 187128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7" name=""/>
              <p:cNvSpPr/>
              <p:nvPr/>
            </p:nvSpPr>
            <p:spPr>
              <a:xfrm>
                <a:off x="2052720" y="4061880"/>
                <a:ext cx="727560" cy="179640"/>
              </a:xfrm>
              <a:custGeom>
                <a:avLst/>
                <a:gdLst>
                  <a:gd name="textAreaLeft" fmla="*/ 0 w 727560"/>
                  <a:gd name="textAreaRight" fmla="*/ 730800 w 727560"/>
                  <a:gd name="textAreaTop" fmla="*/ 0 h 179640"/>
                  <a:gd name="textAreaBottom" fmla="*/ 182880 h 17964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8" name=""/>
              <p:cNvSpPr/>
              <p:nvPr/>
            </p:nvSpPr>
            <p:spPr>
              <a:xfrm>
                <a:off x="2123280" y="4242240"/>
                <a:ext cx="586440" cy="179640"/>
              </a:xfrm>
              <a:custGeom>
                <a:avLst/>
                <a:gdLst>
                  <a:gd name="textAreaLeft" fmla="*/ 0 w 586440"/>
                  <a:gd name="textAreaRight" fmla="*/ 589680 w 586440"/>
                  <a:gd name="textAreaTop" fmla="*/ 0 h 179640"/>
                  <a:gd name="textAreaBottom" fmla="*/ 182880 h 17964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9" name=""/>
              <p:cNvSpPr/>
              <p:nvPr/>
            </p:nvSpPr>
            <p:spPr>
              <a:xfrm>
                <a:off x="2065320" y="2705040"/>
                <a:ext cx="710280" cy="1353600"/>
              </a:xfrm>
              <a:custGeom>
                <a:avLst/>
                <a:gdLst>
                  <a:gd name="textAreaLeft" fmla="*/ 0 w 710280"/>
                  <a:gd name="textAreaRight" fmla="*/ 713520 w 710280"/>
                  <a:gd name="textAreaTop" fmla="*/ 0 h 1353600"/>
                  <a:gd name="textAreaBottom" fmla="*/ 1356840 h 135360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70" name=""/>
            <p:cNvGrpSpPr/>
            <p:nvPr/>
          </p:nvGrpSpPr>
          <p:grpSpPr>
            <a:xfrm>
              <a:off x="1014840" y="1498680"/>
              <a:ext cx="2806560" cy="1420560"/>
              <a:chOff x="1014840" y="1498680"/>
              <a:chExt cx="2806560" cy="1420560"/>
            </a:xfrm>
          </p:grpSpPr>
          <p:sp>
            <p:nvSpPr>
              <p:cNvPr id="71"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2"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3"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4"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5"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76" name=""/>
            <p:cNvGrpSpPr/>
            <p:nvPr/>
          </p:nvGrpSpPr>
          <p:grpSpPr>
            <a:xfrm>
              <a:off x="785160" y="2054880"/>
              <a:ext cx="3052440" cy="2273400"/>
              <a:chOff x="785160" y="2054880"/>
              <a:chExt cx="3052440" cy="2273400"/>
            </a:xfrm>
          </p:grpSpPr>
          <p:sp>
            <p:nvSpPr>
              <p:cNvPr id="77"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8"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9"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0"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1" name=""/>
              <p:cNvSpPr/>
              <p:nvPr/>
            </p:nvSpPr>
            <p:spPr>
              <a:xfrm>
                <a:off x="1568880" y="4125600"/>
                <a:ext cx="181440" cy="202680"/>
              </a:xfrm>
              <a:custGeom>
                <a:avLst/>
                <a:gdLst>
                  <a:gd name="textAreaLeft" fmla="*/ 0 w 181440"/>
                  <a:gd name="textAreaRight" fmla="*/ 184680 w 181440"/>
                  <a:gd name="textAreaTop" fmla="*/ 0 h 202680"/>
                  <a:gd name="textAreaBottom" fmla="*/ 205920 h 20268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2" name=""/>
              <p:cNvSpPr/>
              <p:nvPr/>
            </p:nvSpPr>
            <p:spPr>
              <a:xfrm>
                <a:off x="3604680" y="3255840"/>
                <a:ext cx="183600" cy="199440"/>
              </a:xfrm>
              <a:custGeom>
                <a:avLst/>
                <a:gdLst>
                  <a:gd name="textAreaLeft" fmla="*/ 0 w 183600"/>
                  <a:gd name="textAreaRight" fmla="*/ 186840 w 183600"/>
                  <a:gd name="textAreaTop" fmla="*/ 0 h 199440"/>
                  <a:gd name="textAreaBottom" fmla="*/ 202680 h 19944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3" name=""/>
              <p:cNvSpPr/>
              <p:nvPr/>
            </p:nvSpPr>
            <p:spPr>
              <a:xfrm>
                <a:off x="785160" y="2122200"/>
                <a:ext cx="204480" cy="180000"/>
              </a:xfrm>
              <a:custGeom>
                <a:avLst/>
                <a:gdLst>
                  <a:gd name="textAreaLeft" fmla="*/ 0 w 204480"/>
                  <a:gd name="textAreaRight" fmla="*/ 207720 w 204480"/>
                  <a:gd name="textAreaTop" fmla="*/ 0 h 180000"/>
                  <a:gd name="textAreaBottom" fmla="*/ 183240 h 18000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4" name=""/>
              <p:cNvSpPr/>
              <p:nvPr/>
            </p:nvSpPr>
            <p:spPr>
              <a:xfrm>
                <a:off x="3624480" y="2125440"/>
                <a:ext cx="213120" cy="212760"/>
              </a:xfrm>
              <a:custGeom>
                <a:avLst/>
                <a:gdLst>
                  <a:gd name="textAreaLeft" fmla="*/ 0 w 213120"/>
                  <a:gd name="textAreaRight" fmla="*/ 216360 w 213120"/>
                  <a:gd name="textAreaTop" fmla="*/ 0 h 212760"/>
                  <a:gd name="textAreaBottom" fmla="*/ 216000 h 21276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85" name=""/>
          <p:cNvGrpSpPr/>
          <p:nvPr/>
        </p:nvGrpSpPr>
        <p:grpSpPr>
          <a:xfrm>
            <a:off x="8280720" y="4099680"/>
            <a:ext cx="1557000" cy="1465200"/>
            <a:chOff x="8280720" y="4099680"/>
            <a:chExt cx="1557000" cy="1465200"/>
          </a:xfrm>
        </p:grpSpPr>
        <p:sp>
          <p:nvSpPr>
            <p:cNvPr id="86"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7"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8"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9"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0"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91" name=""/>
          <p:cNvGrpSpPr/>
          <p:nvPr/>
        </p:nvGrpSpPr>
        <p:grpSpPr>
          <a:xfrm>
            <a:off x="5009400" y="429480"/>
            <a:ext cx="4872600" cy="4930200"/>
            <a:chOff x="5009400" y="429480"/>
            <a:chExt cx="4872600" cy="4930200"/>
          </a:xfrm>
        </p:grpSpPr>
        <p:sp>
          <p:nvSpPr>
            <p:cNvPr id="92" name=""/>
            <p:cNvSpPr/>
            <p:nvPr/>
          </p:nvSpPr>
          <p:spPr>
            <a:xfrm>
              <a:off x="5009400" y="429480"/>
              <a:ext cx="204480" cy="179640"/>
            </a:xfrm>
            <a:custGeom>
              <a:avLst/>
              <a:gdLst>
                <a:gd name="textAreaLeft" fmla="*/ 0 w 204480"/>
                <a:gd name="textAreaRight" fmla="*/ 207720 w 204480"/>
                <a:gd name="textAreaTop" fmla="*/ 0 h 179640"/>
                <a:gd name="textAreaBottom" fmla="*/ 182880 h 17964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3" name=""/>
            <p:cNvSpPr/>
            <p:nvPr/>
          </p:nvSpPr>
          <p:spPr>
            <a:xfrm>
              <a:off x="6346800" y="5160240"/>
              <a:ext cx="183600" cy="199440"/>
            </a:xfrm>
            <a:custGeom>
              <a:avLst/>
              <a:gdLst>
                <a:gd name="textAreaLeft" fmla="*/ 0 w 183600"/>
                <a:gd name="textAreaRight" fmla="*/ 186840 w 183600"/>
                <a:gd name="textAreaTop" fmla="*/ 0 h 199440"/>
                <a:gd name="textAreaBottom" fmla="*/ 202680 h 19944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4"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5"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6" name=""/>
            <p:cNvSpPr/>
            <p:nvPr/>
          </p:nvSpPr>
          <p:spPr>
            <a:xfrm>
              <a:off x="9668880" y="2216880"/>
              <a:ext cx="213120" cy="212760"/>
            </a:xfrm>
            <a:custGeom>
              <a:avLst/>
              <a:gdLst>
                <a:gd name="textAreaLeft" fmla="*/ 0 w 213120"/>
                <a:gd name="textAreaRight" fmla="*/ 216360 w 213120"/>
                <a:gd name="textAreaTop" fmla="*/ 0 h 212760"/>
                <a:gd name="textAreaBottom" fmla="*/ 216000 h 21276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97" name=""/>
          <p:cNvSpPr/>
          <p:nvPr/>
        </p:nvSpPr>
        <p:spPr>
          <a:xfrm>
            <a:off x="0" y="3690000"/>
            <a:ext cx="105120" cy="1980720"/>
          </a:xfrm>
          <a:custGeom>
            <a:avLst/>
            <a:gdLst>
              <a:gd name="textAreaLeft" fmla="*/ 0 w 105120"/>
              <a:gd name="textAreaRight" fmla="*/ 108360 w 105120"/>
              <a:gd name="textAreaTop" fmla="*/ 0 h 1980720"/>
              <a:gd name="textAreaBottom" fmla="*/ 1983960 h 198072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8" name=""/>
          <p:cNvSpPr/>
          <p:nvPr/>
        </p:nvSpPr>
        <p:spPr>
          <a:xfrm>
            <a:off x="9972000" y="0"/>
            <a:ext cx="105120" cy="1977120"/>
          </a:xfrm>
          <a:custGeom>
            <a:avLst/>
            <a:gdLst>
              <a:gd name="textAreaLeft" fmla="*/ 0 w 105120"/>
              <a:gd name="textAreaRight" fmla="*/ 108360 w 105120"/>
              <a:gd name="textAreaTop" fmla="*/ 0 h 1977120"/>
              <a:gd name="textAreaBottom" fmla="*/ 1980360 h 197712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9"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00"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01" name="PlaceHolder 3"/>
          <p:cNvSpPr>
            <a:spLocks noGrp="1"/>
          </p:cNvSpPr>
          <p:nvPr>
            <p:ph type="ftr" idx="4"/>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02" name="PlaceHolder 4"/>
          <p:cNvSpPr>
            <a:spLocks noGrp="1"/>
          </p:cNvSpPr>
          <p:nvPr>
            <p:ph type="sldNum" idx="5"/>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8C787A17-6156-4101-B7C1-3CC408BCC515}"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03" name="PlaceHolder 5"/>
          <p:cNvSpPr>
            <a:spLocks noGrp="1"/>
          </p:cNvSpPr>
          <p:nvPr>
            <p:ph type="dt" idx="6"/>
          </p:nvPr>
        </p:nvSpPr>
        <p:spPr>
          <a:xfrm>
            <a:off x="504000" y="532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scription">
    <p:spTree>
      <p:nvGrpSpPr>
        <p:cNvPr id="1" name=""/>
        <p:cNvGrpSpPr/>
        <p:nvPr/>
      </p:nvGrpSpPr>
      <p:grpSpPr>
        <a:xfrm>
          <a:off x="0" y="0"/>
          <a:ext cx="0" cy="0"/>
          <a:chOff x="0" y="0"/>
          <a:chExt cx="0" cy="0"/>
        </a:xfrm>
      </p:grpSpPr>
      <p:sp>
        <p:nvSpPr>
          <p:cNvPr id="141"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142"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C0FD044F-EAB1-4674-A260-1C388AC27632}" type="slidenum">
              <a:t>&lt;#&gt;</a:t>
            </a:fld>
          </a:p>
        </p:txBody>
      </p:sp>
      <p:sp>
        <p:nvSpPr>
          <p:cNvPr id="6" name="PlaceHolder 5"/>
          <p:cNvSpPr>
            <a:spLocks noGrp="1"/>
          </p:cNvSpPr>
          <p:nvPr>
            <p:ph type="dt" idx="9"/>
          </p:nvPr>
        </p:nvSpPr>
        <p:spPr/>
        <p:txBody>
          <a:bodyPr/>
          <a:p>
            <a:r>
              <a:rPr lang="en-GB"/>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Contents">
    <p:spTree>
      <p:nvGrpSpPr>
        <p:cNvPr id="1" name=""/>
        <p:cNvGrpSpPr/>
        <p:nvPr/>
      </p:nvGrpSpPr>
      <p:grpSpPr>
        <a:xfrm>
          <a:off x="0" y="0"/>
          <a:ext cx="0" cy="0"/>
          <a:chOff x="0" y="0"/>
          <a:chExt cx="0" cy="0"/>
        </a:xfrm>
      </p:grpSpPr>
      <p:sp>
        <p:nvSpPr>
          <p:cNvPr id="143" name=""/>
          <p:cNvSpPr/>
          <p:nvPr/>
        </p:nvSpPr>
        <p:spPr>
          <a:xfrm>
            <a:off x="0" y="0"/>
            <a:ext cx="10077120" cy="5667120"/>
          </a:xfrm>
          <a:custGeom>
            <a:avLst/>
            <a:gdLst>
              <a:gd name="textAreaLeft" fmla="*/ 0 w 10077120"/>
              <a:gd name="textAreaRight" fmla="*/ 10080360 w 10077120"/>
              <a:gd name="textAreaTop" fmla="*/ 0 h 5667120"/>
              <a:gd name="textAreaBottom" fmla="*/ 5670360 h 566712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44" name=""/>
          <p:cNvGrpSpPr/>
          <p:nvPr/>
        </p:nvGrpSpPr>
        <p:grpSpPr>
          <a:xfrm>
            <a:off x="4304520" y="277920"/>
            <a:ext cx="5131440" cy="4219200"/>
            <a:chOff x="4304520" y="277920"/>
            <a:chExt cx="5131440" cy="4219200"/>
          </a:xfrm>
        </p:grpSpPr>
        <p:sp>
          <p:nvSpPr>
            <p:cNvPr id="145"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6"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7" name=""/>
            <p:cNvSpPr/>
            <p:nvPr/>
          </p:nvSpPr>
          <p:spPr>
            <a:xfrm>
              <a:off x="4304520" y="4309920"/>
              <a:ext cx="187200" cy="187200"/>
            </a:xfrm>
            <a:custGeom>
              <a:avLst/>
              <a:gdLst>
                <a:gd name="textAreaLeft" fmla="*/ 0 w 187200"/>
                <a:gd name="textAreaRight" fmla="*/ 190440 w 187200"/>
                <a:gd name="textAreaTop" fmla="*/ 0 h 187200"/>
                <a:gd name="textAreaBottom" fmla="*/ 190440 h 18720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8" name=""/>
            <p:cNvSpPr/>
            <p:nvPr/>
          </p:nvSpPr>
          <p:spPr>
            <a:xfrm>
              <a:off x="6459840" y="1847160"/>
              <a:ext cx="164880" cy="177120"/>
            </a:xfrm>
            <a:custGeom>
              <a:avLst/>
              <a:gdLst>
                <a:gd name="textAreaLeft" fmla="*/ 0 w 164880"/>
                <a:gd name="textAreaRight" fmla="*/ 168120 w 164880"/>
                <a:gd name="textAreaTop" fmla="*/ 0 h 177120"/>
                <a:gd name="textAreaBottom" fmla="*/ 180360 h 17712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9"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0"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51" name=""/>
          <p:cNvGrpSpPr/>
          <p:nvPr/>
        </p:nvGrpSpPr>
        <p:grpSpPr>
          <a:xfrm>
            <a:off x="432360" y="2833920"/>
            <a:ext cx="2343240" cy="2546280"/>
            <a:chOff x="432360" y="2833920"/>
            <a:chExt cx="2343240" cy="2546280"/>
          </a:xfrm>
        </p:grpSpPr>
        <p:sp>
          <p:nvSpPr>
            <p:cNvPr id="152" name=""/>
            <p:cNvSpPr/>
            <p:nvPr/>
          </p:nvSpPr>
          <p:spPr>
            <a:xfrm>
              <a:off x="977760" y="3434040"/>
              <a:ext cx="1356840" cy="1629720"/>
            </a:xfrm>
            <a:custGeom>
              <a:avLst/>
              <a:gdLst>
                <a:gd name="textAreaLeft" fmla="*/ 0 w 1356840"/>
                <a:gd name="textAreaRight" fmla="*/ 1360080 w 1356840"/>
                <a:gd name="textAreaTop" fmla="*/ 0 h 1629720"/>
                <a:gd name="textAreaBottom" fmla="*/ 1632960 h 162972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3" name=""/>
            <p:cNvSpPr/>
            <p:nvPr/>
          </p:nvSpPr>
          <p:spPr>
            <a:xfrm>
              <a:off x="1338840" y="5067000"/>
              <a:ext cx="635040" cy="156240"/>
            </a:xfrm>
            <a:custGeom>
              <a:avLst/>
              <a:gdLst>
                <a:gd name="textAreaLeft" fmla="*/ 0 w 635040"/>
                <a:gd name="textAreaRight" fmla="*/ 638280 w 635040"/>
                <a:gd name="textAreaTop" fmla="*/ 0 h 156240"/>
                <a:gd name="textAreaBottom" fmla="*/ 159480 h 15624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4" name=""/>
            <p:cNvSpPr/>
            <p:nvPr/>
          </p:nvSpPr>
          <p:spPr>
            <a:xfrm>
              <a:off x="1400400" y="5224320"/>
              <a:ext cx="511920" cy="155880"/>
            </a:xfrm>
            <a:custGeom>
              <a:avLst/>
              <a:gdLst>
                <a:gd name="textAreaLeft" fmla="*/ 0 w 511920"/>
                <a:gd name="textAreaRight" fmla="*/ 515160 w 511920"/>
                <a:gd name="textAreaTop" fmla="*/ 0 h 155880"/>
                <a:gd name="textAreaBottom" fmla="*/ 159120 h 15588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5" name=""/>
            <p:cNvSpPr/>
            <p:nvPr/>
          </p:nvSpPr>
          <p:spPr>
            <a:xfrm>
              <a:off x="1350000" y="3885120"/>
              <a:ext cx="619920" cy="1178640"/>
            </a:xfrm>
            <a:custGeom>
              <a:avLst/>
              <a:gdLst>
                <a:gd name="textAreaLeft" fmla="*/ 0 w 619920"/>
                <a:gd name="textAreaRight" fmla="*/ 623160 w 619920"/>
                <a:gd name="textAreaTop" fmla="*/ 0 h 1178640"/>
                <a:gd name="textAreaBottom" fmla="*/ 1181880 h 117864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6"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7"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8"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9"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60"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61" name=""/>
          <p:cNvGrpSpPr/>
          <p:nvPr/>
        </p:nvGrpSpPr>
        <p:grpSpPr>
          <a:xfrm>
            <a:off x="632520" y="720000"/>
            <a:ext cx="923760" cy="588960"/>
            <a:chOff x="632520" y="720000"/>
            <a:chExt cx="923760" cy="588960"/>
          </a:xfrm>
        </p:grpSpPr>
        <p:sp>
          <p:nvSpPr>
            <p:cNvPr id="162" name=""/>
            <p:cNvSpPr/>
            <p:nvPr/>
          </p:nvSpPr>
          <p:spPr>
            <a:xfrm>
              <a:off x="701280" y="78336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3" name=""/>
            <p:cNvSpPr/>
            <p:nvPr/>
          </p:nvSpPr>
          <p:spPr>
            <a:xfrm>
              <a:off x="632520" y="72000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64" name=""/>
          <p:cNvGrpSpPr/>
          <p:nvPr/>
        </p:nvGrpSpPr>
        <p:grpSpPr>
          <a:xfrm>
            <a:off x="632520" y="2359080"/>
            <a:ext cx="923760" cy="589320"/>
            <a:chOff x="632520" y="2359080"/>
            <a:chExt cx="923760" cy="589320"/>
          </a:xfrm>
        </p:grpSpPr>
        <p:sp>
          <p:nvSpPr>
            <p:cNvPr id="165" name=""/>
            <p:cNvSpPr/>
            <p:nvPr/>
          </p:nvSpPr>
          <p:spPr>
            <a:xfrm>
              <a:off x="701280" y="242280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6" name=""/>
            <p:cNvSpPr/>
            <p:nvPr/>
          </p:nvSpPr>
          <p:spPr>
            <a:xfrm>
              <a:off x="632520" y="235908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167" name=""/>
          <p:cNvGrpSpPr/>
          <p:nvPr/>
        </p:nvGrpSpPr>
        <p:grpSpPr>
          <a:xfrm>
            <a:off x="5639760" y="2359080"/>
            <a:ext cx="923760" cy="589320"/>
            <a:chOff x="5639760" y="2359080"/>
            <a:chExt cx="923760" cy="589320"/>
          </a:xfrm>
        </p:grpSpPr>
        <p:sp>
          <p:nvSpPr>
            <p:cNvPr id="168" name=""/>
            <p:cNvSpPr/>
            <p:nvPr/>
          </p:nvSpPr>
          <p:spPr>
            <a:xfrm>
              <a:off x="5708880" y="242280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9" name=""/>
            <p:cNvSpPr/>
            <p:nvPr/>
          </p:nvSpPr>
          <p:spPr>
            <a:xfrm>
              <a:off x="5639760" y="235908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170" name=""/>
          <p:cNvGrpSpPr/>
          <p:nvPr/>
        </p:nvGrpSpPr>
        <p:grpSpPr>
          <a:xfrm>
            <a:off x="5639760" y="3998160"/>
            <a:ext cx="923760" cy="588960"/>
            <a:chOff x="5639760" y="3998160"/>
            <a:chExt cx="923760" cy="588960"/>
          </a:xfrm>
        </p:grpSpPr>
        <p:sp>
          <p:nvSpPr>
            <p:cNvPr id="171" name=""/>
            <p:cNvSpPr/>
            <p:nvPr/>
          </p:nvSpPr>
          <p:spPr>
            <a:xfrm>
              <a:off x="5708880" y="406152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72" name=""/>
            <p:cNvSpPr/>
            <p:nvPr/>
          </p:nvSpPr>
          <p:spPr>
            <a:xfrm>
              <a:off x="5639760" y="399816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173"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74" name="PlaceHolder 2"/>
          <p:cNvSpPr>
            <a:spLocks noGrp="1"/>
          </p:cNvSpPr>
          <p:nvPr>
            <p:ph type="ftr" idx="10"/>
          </p:nvPr>
        </p:nvSpPr>
        <p:spPr>
          <a:xfrm>
            <a:off x="3420000" y="523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75" name="PlaceHolder 3"/>
          <p:cNvSpPr>
            <a:spLocks noGrp="1"/>
          </p:cNvSpPr>
          <p:nvPr>
            <p:ph type="sldNum" idx="11"/>
          </p:nvPr>
        </p:nvSpPr>
        <p:spPr>
          <a:xfrm>
            <a:off x="7228800" y="523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F96FC859-48CC-4A7F-8F65-47D552ABAEB7}"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76" name="PlaceHolder 4"/>
          <p:cNvSpPr>
            <a:spLocks noGrp="1"/>
          </p:cNvSpPr>
          <p:nvPr>
            <p:ph type="dt" idx="12"/>
          </p:nvPr>
        </p:nvSpPr>
        <p:spPr>
          <a:xfrm>
            <a:off x="504000" y="523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177" name="PlaceHolder 5"/>
          <p:cNvSpPr>
            <a:spLocks noGrp="1"/>
          </p:cNvSpPr>
          <p:nvPr>
            <p:ph type="body"/>
          </p:nvPr>
        </p:nvSpPr>
        <p:spPr>
          <a:xfrm>
            <a:off x="504000" y="1326600"/>
            <a:ext cx="9069120" cy="32857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178" name=""/>
          <p:cNvSpPr/>
          <p:nvPr/>
        </p:nvSpPr>
        <p:spPr>
          <a:xfrm>
            <a:off x="0" y="0"/>
            <a:ext cx="10077120" cy="5667120"/>
          </a:xfrm>
          <a:custGeom>
            <a:avLst/>
            <a:gdLst>
              <a:gd name="textAreaLeft" fmla="*/ 0 w 10077120"/>
              <a:gd name="textAreaRight" fmla="*/ 10080360 w 10077120"/>
              <a:gd name="textAreaTop" fmla="*/ 0 h 5667120"/>
              <a:gd name="textAreaBottom" fmla="*/ 5670360 h 566712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79" name=""/>
          <p:cNvGrpSpPr/>
          <p:nvPr/>
        </p:nvGrpSpPr>
        <p:grpSpPr>
          <a:xfrm>
            <a:off x="4304520" y="277920"/>
            <a:ext cx="5131440" cy="4219200"/>
            <a:chOff x="4304520" y="277920"/>
            <a:chExt cx="5131440" cy="4219200"/>
          </a:xfrm>
        </p:grpSpPr>
        <p:sp>
          <p:nvSpPr>
            <p:cNvPr id="180"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1"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2" name=""/>
            <p:cNvSpPr/>
            <p:nvPr/>
          </p:nvSpPr>
          <p:spPr>
            <a:xfrm>
              <a:off x="4304520" y="4309920"/>
              <a:ext cx="187200" cy="187200"/>
            </a:xfrm>
            <a:custGeom>
              <a:avLst/>
              <a:gdLst>
                <a:gd name="textAreaLeft" fmla="*/ 0 w 187200"/>
                <a:gd name="textAreaRight" fmla="*/ 190440 w 187200"/>
                <a:gd name="textAreaTop" fmla="*/ 0 h 187200"/>
                <a:gd name="textAreaBottom" fmla="*/ 190440 h 18720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3" name=""/>
            <p:cNvSpPr/>
            <p:nvPr/>
          </p:nvSpPr>
          <p:spPr>
            <a:xfrm>
              <a:off x="6459840" y="1847160"/>
              <a:ext cx="164880" cy="177120"/>
            </a:xfrm>
            <a:custGeom>
              <a:avLst/>
              <a:gdLst>
                <a:gd name="textAreaLeft" fmla="*/ 0 w 164880"/>
                <a:gd name="textAreaRight" fmla="*/ 168120 w 164880"/>
                <a:gd name="textAreaTop" fmla="*/ 0 h 177120"/>
                <a:gd name="textAreaBottom" fmla="*/ 180360 h 17712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4"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5"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86" name=""/>
          <p:cNvGrpSpPr/>
          <p:nvPr/>
        </p:nvGrpSpPr>
        <p:grpSpPr>
          <a:xfrm>
            <a:off x="432360" y="2833920"/>
            <a:ext cx="2343240" cy="2546280"/>
            <a:chOff x="432360" y="2833920"/>
            <a:chExt cx="2343240" cy="2546280"/>
          </a:xfrm>
        </p:grpSpPr>
        <p:sp>
          <p:nvSpPr>
            <p:cNvPr id="187" name=""/>
            <p:cNvSpPr/>
            <p:nvPr/>
          </p:nvSpPr>
          <p:spPr>
            <a:xfrm>
              <a:off x="977760" y="3434040"/>
              <a:ext cx="1356840" cy="1629720"/>
            </a:xfrm>
            <a:custGeom>
              <a:avLst/>
              <a:gdLst>
                <a:gd name="textAreaLeft" fmla="*/ 0 w 1356840"/>
                <a:gd name="textAreaRight" fmla="*/ 1360080 w 1356840"/>
                <a:gd name="textAreaTop" fmla="*/ 0 h 1629720"/>
                <a:gd name="textAreaBottom" fmla="*/ 1632960 h 162972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8" name=""/>
            <p:cNvSpPr/>
            <p:nvPr/>
          </p:nvSpPr>
          <p:spPr>
            <a:xfrm>
              <a:off x="1338840" y="5067000"/>
              <a:ext cx="635040" cy="156240"/>
            </a:xfrm>
            <a:custGeom>
              <a:avLst/>
              <a:gdLst>
                <a:gd name="textAreaLeft" fmla="*/ 0 w 635040"/>
                <a:gd name="textAreaRight" fmla="*/ 638280 w 635040"/>
                <a:gd name="textAreaTop" fmla="*/ 0 h 156240"/>
                <a:gd name="textAreaBottom" fmla="*/ 159480 h 15624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9" name=""/>
            <p:cNvSpPr/>
            <p:nvPr/>
          </p:nvSpPr>
          <p:spPr>
            <a:xfrm>
              <a:off x="1400400" y="5224320"/>
              <a:ext cx="511920" cy="155880"/>
            </a:xfrm>
            <a:custGeom>
              <a:avLst/>
              <a:gdLst>
                <a:gd name="textAreaLeft" fmla="*/ 0 w 511920"/>
                <a:gd name="textAreaRight" fmla="*/ 515160 w 511920"/>
                <a:gd name="textAreaTop" fmla="*/ 0 h 155880"/>
                <a:gd name="textAreaBottom" fmla="*/ 159120 h 15588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0" name=""/>
            <p:cNvSpPr/>
            <p:nvPr/>
          </p:nvSpPr>
          <p:spPr>
            <a:xfrm>
              <a:off x="1350000" y="3885120"/>
              <a:ext cx="619920" cy="1178640"/>
            </a:xfrm>
            <a:custGeom>
              <a:avLst/>
              <a:gdLst>
                <a:gd name="textAreaLeft" fmla="*/ 0 w 619920"/>
                <a:gd name="textAreaRight" fmla="*/ 623160 w 619920"/>
                <a:gd name="textAreaTop" fmla="*/ 0 h 1178640"/>
                <a:gd name="textAreaBottom" fmla="*/ 1181880 h 117864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1"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2"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3"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4"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5"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96" name=""/>
          <p:cNvGrpSpPr/>
          <p:nvPr/>
        </p:nvGrpSpPr>
        <p:grpSpPr>
          <a:xfrm>
            <a:off x="632520" y="720000"/>
            <a:ext cx="923760" cy="588960"/>
            <a:chOff x="632520" y="720000"/>
            <a:chExt cx="923760" cy="588960"/>
          </a:xfrm>
        </p:grpSpPr>
        <p:sp>
          <p:nvSpPr>
            <p:cNvPr id="197" name=""/>
            <p:cNvSpPr/>
            <p:nvPr/>
          </p:nvSpPr>
          <p:spPr>
            <a:xfrm>
              <a:off x="701280" y="78336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98" name=""/>
            <p:cNvSpPr/>
            <p:nvPr/>
          </p:nvSpPr>
          <p:spPr>
            <a:xfrm>
              <a:off x="632520" y="72000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99" name=""/>
          <p:cNvGrpSpPr/>
          <p:nvPr/>
        </p:nvGrpSpPr>
        <p:grpSpPr>
          <a:xfrm>
            <a:off x="632520" y="2359080"/>
            <a:ext cx="923760" cy="589320"/>
            <a:chOff x="632520" y="2359080"/>
            <a:chExt cx="923760" cy="589320"/>
          </a:xfrm>
        </p:grpSpPr>
        <p:sp>
          <p:nvSpPr>
            <p:cNvPr id="200" name=""/>
            <p:cNvSpPr/>
            <p:nvPr/>
          </p:nvSpPr>
          <p:spPr>
            <a:xfrm>
              <a:off x="701280" y="242280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1" name=""/>
            <p:cNvSpPr/>
            <p:nvPr/>
          </p:nvSpPr>
          <p:spPr>
            <a:xfrm>
              <a:off x="632520" y="235908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202" name=""/>
          <p:cNvGrpSpPr/>
          <p:nvPr/>
        </p:nvGrpSpPr>
        <p:grpSpPr>
          <a:xfrm>
            <a:off x="5639760" y="2359080"/>
            <a:ext cx="923760" cy="589320"/>
            <a:chOff x="5639760" y="2359080"/>
            <a:chExt cx="923760" cy="589320"/>
          </a:xfrm>
        </p:grpSpPr>
        <p:sp>
          <p:nvSpPr>
            <p:cNvPr id="203" name=""/>
            <p:cNvSpPr/>
            <p:nvPr/>
          </p:nvSpPr>
          <p:spPr>
            <a:xfrm>
              <a:off x="5708880" y="242280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4" name=""/>
            <p:cNvSpPr/>
            <p:nvPr/>
          </p:nvSpPr>
          <p:spPr>
            <a:xfrm>
              <a:off x="5639760" y="235908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205" name=""/>
          <p:cNvGrpSpPr/>
          <p:nvPr/>
        </p:nvGrpSpPr>
        <p:grpSpPr>
          <a:xfrm>
            <a:off x="5639760" y="3998160"/>
            <a:ext cx="923760" cy="588960"/>
            <a:chOff x="5639760" y="3998160"/>
            <a:chExt cx="923760" cy="588960"/>
          </a:xfrm>
        </p:grpSpPr>
        <p:sp>
          <p:nvSpPr>
            <p:cNvPr id="206" name=""/>
            <p:cNvSpPr/>
            <p:nvPr/>
          </p:nvSpPr>
          <p:spPr>
            <a:xfrm>
              <a:off x="5708880" y="4061520"/>
              <a:ext cx="854640" cy="525600"/>
            </a:xfrm>
            <a:custGeom>
              <a:avLst/>
              <a:gdLst>
                <a:gd name="textAreaLeft" fmla="*/ 0 w 854640"/>
                <a:gd name="textAreaRight" fmla="*/ 857880 w 854640"/>
                <a:gd name="textAreaTop" fmla="*/ 0 h 525600"/>
                <a:gd name="textAreaBottom" fmla="*/ 528840 h 52560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7" name=""/>
            <p:cNvSpPr/>
            <p:nvPr/>
          </p:nvSpPr>
          <p:spPr>
            <a:xfrm>
              <a:off x="5639760" y="3998160"/>
              <a:ext cx="855000" cy="525600"/>
            </a:xfrm>
            <a:custGeom>
              <a:avLst/>
              <a:gdLst>
                <a:gd name="textAreaLeft" fmla="*/ 0 w 855000"/>
                <a:gd name="textAreaRight" fmla="*/ 858240 w 855000"/>
                <a:gd name="textAreaTop" fmla="*/ 0 h 525600"/>
                <a:gd name="textAreaBottom" fmla="*/ 528840 h 52560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208"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09"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10" name="PlaceHolder 3"/>
          <p:cNvSpPr>
            <a:spLocks noGrp="1"/>
          </p:cNvSpPr>
          <p:nvPr>
            <p:ph type="ftr" idx="13"/>
          </p:nvPr>
        </p:nvSpPr>
        <p:spPr>
          <a:xfrm>
            <a:off x="3420000" y="523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11" name="PlaceHolder 4"/>
          <p:cNvSpPr>
            <a:spLocks noGrp="1"/>
          </p:cNvSpPr>
          <p:nvPr>
            <p:ph type="sldNum" idx="14"/>
          </p:nvPr>
        </p:nvSpPr>
        <p:spPr>
          <a:xfrm>
            <a:off x="7228800" y="523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6AD6EA57-46A1-4E52-8DA3-2D916832B1A0}"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12" name="PlaceHolder 5"/>
          <p:cNvSpPr>
            <a:spLocks noGrp="1"/>
          </p:cNvSpPr>
          <p:nvPr>
            <p:ph type="dt" idx="15"/>
          </p:nvPr>
        </p:nvSpPr>
        <p:spPr>
          <a:xfrm>
            <a:off x="504000" y="523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13" name=""/>
          <p:cNvSpPr/>
          <p:nvPr/>
        </p:nvSpPr>
        <p:spPr>
          <a:xfrm>
            <a:off x="504000" y="216000"/>
            <a:ext cx="9069120" cy="5235120"/>
          </a:xfrm>
          <a:custGeom>
            <a:avLst/>
            <a:gdLst>
              <a:gd name="textAreaLeft" fmla="*/ 0 w 9069120"/>
              <a:gd name="textAreaRight" fmla="*/ 9072360 w 9069120"/>
              <a:gd name="textAreaTop" fmla="*/ 0 h 5235120"/>
              <a:gd name="textAreaBottom" fmla="*/ 5238360 h 523512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14" name=""/>
          <p:cNvGrpSpPr/>
          <p:nvPr/>
        </p:nvGrpSpPr>
        <p:grpSpPr>
          <a:xfrm>
            <a:off x="673920" y="3056400"/>
            <a:ext cx="2151720" cy="2240280"/>
            <a:chOff x="673920" y="3056400"/>
            <a:chExt cx="2151720" cy="2240280"/>
          </a:xfrm>
        </p:grpSpPr>
        <p:sp>
          <p:nvSpPr>
            <p:cNvPr id="215" name=""/>
            <p:cNvSpPr/>
            <p:nvPr/>
          </p:nvSpPr>
          <p:spPr>
            <a:xfrm>
              <a:off x="1153080" y="3584520"/>
              <a:ext cx="1190160" cy="1433880"/>
            </a:xfrm>
            <a:custGeom>
              <a:avLst/>
              <a:gdLst>
                <a:gd name="textAreaLeft" fmla="*/ 0 w 1190160"/>
                <a:gd name="textAreaRight" fmla="*/ 1193400 w 1190160"/>
                <a:gd name="textAreaTop" fmla="*/ 0 h 1433880"/>
                <a:gd name="textAreaBottom" fmla="*/ 1437120 h 143388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6" name=""/>
            <p:cNvSpPr/>
            <p:nvPr/>
          </p:nvSpPr>
          <p:spPr>
            <a:xfrm>
              <a:off x="1469520" y="5021640"/>
              <a:ext cx="557280" cy="136800"/>
            </a:xfrm>
            <a:custGeom>
              <a:avLst/>
              <a:gdLst>
                <a:gd name="textAreaLeft" fmla="*/ 0 w 557280"/>
                <a:gd name="textAreaRight" fmla="*/ 560520 w 557280"/>
                <a:gd name="textAreaTop" fmla="*/ 0 h 136800"/>
                <a:gd name="textAreaBottom" fmla="*/ 140040 h 13680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7" name=""/>
            <p:cNvSpPr/>
            <p:nvPr/>
          </p:nvSpPr>
          <p:spPr>
            <a:xfrm>
              <a:off x="1523520" y="5159880"/>
              <a:ext cx="448920" cy="136800"/>
            </a:xfrm>
            <a:custGeom>
              <a:avLst/>
              <a:gdLst>
                <a:gd name="textAreaLeft" fmla="*/ 0 w 448920"/>
                <a:gd name="textAreaRight" fmla="*/ 452160 w 448920"/>
                <a:gd name="textAreaTop" fmla="*/ 0 h 136800"/>
                <a:gd name="textAreaBottom" fmla="*/ 140040 h 13680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8" name=""/>
            <p:cNvSpPr/>
            <p:nvPr/>
          </p:nvSpPr>
          <p:spPr>
            <a:xfrm>
              <a:off x="1479600" y="3981240"/>
              <a:ext cx="543240" cy="1037160"/>
            </a:xfrm>
            <a:custGeom>
              <a:avLst/>
              <a:gdLst>
                <a:gd name="textAreaLeft" fmla="*/ 0 w 543240"/>
                <a:gd name="textAreaRight" fmla="*/ 546480 w 543240"/>
                <a:gd name="textAreaTop" fmla="*/ 0 h 1037160"/>
                <a:gd name="textAreaBottom" fmla="*/ 1040400 h 103716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9"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0"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1"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2"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3"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24" name=""/>
          <p:cNvGrpSpPr/>
          <p:nvPr/>
        </p:nvGrpSpPr>
        <p:grpSpPr>
          <a:xfrm>
            <a:off x="1030320" y="307080"/>
            <a:ext cx="8366760" cy="4898160"/>
            <a:chOff x="1030320" y="307080"/>
            <a:chExt cx="8366760" cy="4898160"/>
          </a:xfrm>
        </p:grpSpPr>
        <p:grpSp>
          <p:nvGrpSpPr>
            <p:cNvPr id="225" name=""/>
            <p:cNvGrpSpPr/>
            <p:nvPr/>
          </p:nvGrpSpPr>
          <p:grpSpPr>
            <a:xfrm>
              <a:off x="7599600" y="307080"/>
              <a:ext cx="1797480" cy="1523880"/>
              <a:chOff x="7599600" y="307080"/>
              <a:chExt cx="1797480" cy="1523880"/>
            </a:xfrm>
          </p:grpSpPr>
          <p:sp>
            <p:nvSpPr>
              <p:cNvPr id="226"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7"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8"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9"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0"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1" name=""/>
            <p:cNvSpPr/>
            <p:nvPr/>
          </p:nvSpPr>
          <p:spPr>
            <a:xfrm>
              <a:off x="6364080" y="928440"/>
              <a:ext cx="164520" cy="177480"/>
            </a:xfrm>
            <a:custGeom>
              <a:avLst/>
              <a:gdLst>
                <a:gd name="textAreaLeft" fmla="*/ 0 w 164520"/>
                <a:gd name="textAreaRight" fmla="*/ 167760 w 164520"/>
                <a:gd name="textAreaTop" fmla="*/ 0 h 177480"/>
                <a:gd name="textAreaBottom" fmla="*/ 180720 h 17748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2"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3"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4" name=""/>
            <p:cNvSpPr/>
            <p:nvPr/>
          </p:nvSpPr>
          <p:spPr>
            <a:xfrm>
              <a:off x="8921520" y="3384360"/>
              <a:ext cx="187920" cy="187920"/>
            </a:xfrm>
            <a:custGeom>
              <a:avLst/>
              <a:gdLst>
                <a:gd name="textAreaLeft" fmla="*/ 0 w 187920"/>
                <a:gd name="textAreaRight" fmla="*/ 191160 w 187920"/>
                <a:gd name="textAreaTop" fmla="*/ 0 h 187920"/>
                <a:gd name="textAreaBottom" fmla="*/ 191160 h 18792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5" name=""/>
            <p:cNvSpPr/>
            <p:nvPr/>
          </p:nvSpPr>
          <p:spPr>
            <a:xfrm>
              <a:off x="1030320" y="502560"/>
              <a:ext cx="164520" cy="177840"/>
            </a:xfrm>
            <a:custGeom>
              <a:avLst/>
              <a:gdLst>
                <a:gd name="textAreaLeft" fmla="*/ 0 w 164520"/>
                <a:gd name="textAreaRight" fmla="*/ 167760 w 164520"/>
                <a:gd name="textAreaTop" fmla="*/ 0 h 177840"/>
                <a:gd name="textAreaBottom" fmla="*/ 181080 h 17784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6" name=""/>
            <p:cNvSpPr/>
            <p:nvPr/>
          </p:nvSpPr>
          <p:spPr>
            <a:xfrm>
              <a:off x="4014360" y="3813480"/>
              <a:ext cx="164520" cy="177840"/>
            </a:xfrm>
            <a:custGeom>
              <a:avLst/>
              <a:gdLst>
                <a:gd name="textAreaLeft" fmla="*/ 0 w 164520"/>
                <a:gd name="textAreaRight" fmla="*/ 167760 w 164520"/>
                <a:gd name="textAreaTop" fmla="*/ 0 h 177840"/>
                <a:gd name="textAreaBottom" fmla="*/ 181080 h 17784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7"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8"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9"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40" name="PlaceHolder 2"/>
          <p:cNvSpPr>
            <a:spLocks noGrp="1"/>
          </p:cNvSpPr>
          <p:nvPr>
            <p:ph type="ftr" idx="16"/>
          </p:nvPr>
        </p:nvSpPr>
        <p:spPr>
          <a:xfrm>
            <a:off x="3420000" y="523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41" name="PlaceHolder 3"/>
          <p:cNvSpPr>
            <a:spLocks noGrp="1"/>
          </p:cNvSpPr>
          <p:nvPr>
            <p:ph type="sldNum" idx="17"/>
          </p:nvPr>
        </p:nvSpPr>
        <p:spPr>
          <a:xfrm>
            <a:off x="7228800" y="523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C53AFB82-4204-411B-A2A4-25C6DFA0D260}"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42" name="PlaceHolder 4"/>
          <p:cNvSpPr>
            <a:spLocks noGrp="1"/>
          </p:cNvSpPr>
          <p:nvPr>
            <p:ph type="dt" idx="18"/>
          </p:nvPr>
        </p:nvSpPr>
        <p:spPr>
          <a:xfrm>
            <a:off x="504000" y="523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243" name="PlaceHolder 5"/>
          <p:cNvSpPr>
            <a:spLocks noGrp="1"/>
          </p:cNvSpPr>
          <p:nvPr>
            <p:ph type="body"/>
          </p:nvPr>
        </p:nvSpPr>
        <p:spPr>
          <a:xfrm>
            <a:off x="504000" y="1326600"/>
            <a:ext cx="9069120" cy="32857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spTree>
      <p:nvGrpSpPr>
        <p:cNvPr id="1" name=""/>
        <p:cNvGrpSpPr/>
        <p:nvPr/>
      </p:nvGrpSpPr>
      <p:grpSpPr>
        <a:xfrm>
          <a:off x="0" y="0"/>
          <a:ext cx="0" cy="0"/>
          <a:chOff x="0" y="0"/>
          <a:chExt cx="0" cy="0"/>
        </a:xfrm>
      </p:grpSpPr>
      <p:sp>
        <p:nvSpPr>
          <p:cNvPr id="244" name=""/>
          <p:cNvSpPr/>
          <p:nvPr/>
        </p:nvSpPr>
        <p:spPr>
          <a:xfrm>
            <a:off x="504000" y="216000"/>
            <a:ext cx="9069120" cy="5235120"/>
          </a:xfrm>
          <a:custGeom>
            <a:avLst/>
            <a:gdLst>
              <a:gd name="textAreaLeft" fmla="*/ 0 w 9069120"/>
              <a:gd name="textAreaRight" fmla="*/ 9072360 w 9069120"/>
              <a:gd name="textAreaTop" fmla="*/ 0 h 5235120"/>
              <a:gd name="textAreaBottom" fmla="*/ 5238360 h 523512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45" name=""/>
          <p:cNvGrpSpPr/>
          <p:nvPr/>
        </p:nvGrpSpPr>
        <p:grpSpPr>
          <a:xfrm>
            <a:off x="673920" y="3056400"/>
            <a:ext cx="2151720" cy="2240280"/>
            <a:chOff x="673920" y="3056400"/>
            <a:chExt cx="2151720" cy="2240280"/>
          </a:xfrm>
        </p:grpSpPr>
        <p:sp>
          <p:nvSpPr>
            <p:cNvPr id="246" name=""/>
            <p:cNvSpPr/>
            <p:nvPr/>
          </p:nvSpPr>
          <p:spPr>
            <a:xfrm>
              <a:off x="1153080" y="3584520"/>
              <a:ext cx="1190160" cy="1433880"/>
            </a:xfrm>
            <a:custGeom>
              <a:avLst/>
              <a:gdLst>
                <a:gd name="textAreaLeft" fmla="*/ 0 w 1190160"/>
                <a:gd name="textAreaRight" fmla="*/ 1193400 w 1190160"/>
                <a:gd name="textAreaTop" fmla="*/ 0 h 1433880"/>
                <a:gd name="textAreaBottom" fmla="*/ 1437120 h 143388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7" name=""/>
            <p:cNvSpPr/>
            <p:nvPr/>
          </p:nvSpPr>
          <p:spPr>
            <a:xfrm>
              <a:off x="1469520" y="5021640"/>
              <a:ext cx="557280" cy="136800"/>
            </a:xfrm>
            <a:custGeom>
              <a:avLst/>
              <a:gdLst>
                <a:gd name="textAreaLeft" fmla="*/ 0 w 557280"/>
                <a:gd name="textAreaRight" fmla="*/ 560520 w 557280"/>
                <a:gd name="textAreaTop" fmla="*/ 0 h 136800"/>
                <a:gd name="textAreaBottom" fmla="*/ 140040 h 13680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8" name=""/>
            <p:cNvSpPr/>
            <p:nvPr/>
          </p:nvSpPr>
          <p:spPr>
            <a:xfrm>
              <a:off x="1523520" y="5159880"/>
              <a:ext cx="448920" cy="136800"/>
            </a:xfrm>
            <a:custGeom>
              <a:avLst/>
              <a:gdLst>
                <a:gd name="textAreaLeft" fmla="*/ 0 w 448920"/>
                <a:gd name="textAreaRight" fmla="*/ 452160 w 448920"/>
                <a:gd name="textAreaTop" fmla="*/ 0 h 136800"/>
                <a:gd name="textAreaBottom" fmla="*/ 140040 h 13680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9" name=""/>
            <p:cNvSpPr/>
            <p:nvPr/>
          </p:nvSpPr>
          <p:spPr>
            <a:xfrm>
              <a:off x="1479600" y="3981240"/>
              <a:ext cx="543240" cy="1037160"/>
            </a:xfrm>
            <a:custGeom>
              <a:avLst/>
              <a:gdLst>
                <a:gd name="textAreaLeft" fmla="*/ 0 w 543240"/>
                <a:gd name="textAreaRight" fmla="*/ 546480 w 543240"/>
                <a:gd name="textAreaTop" fmla="*/ 0 h 1037160"/>
                <a:gd name="textAreaBottom" fmla="*/ 1040400 h 103716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50"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1"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2"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3"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4"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55" name=""/>
          <p:cNvGrpSpPr/>
          <p:nvPr/>
        </p:nvGrpSpPr>
        <p:grpSpPr>
          <a:xfrm>
            <a:off x="1030320" y="307080"/>
            <a:ext cx="8366760" cy="4898160"/>
            <a:chOff x="1030320" y="307080"/>
            <a:chExt cx="8366760" cy="4898160"/>
          </a:xfrm>
        </p:grpSpPr>
        <p:grpSp>
          <p:nvGrpSpPr>
            <p:cNvPr id="256" name=""/>
            <p:cNvGrpSpPr/>
            <p:nvPr/>
          </p:nvGrpSpPr>
          <p:grpSpPr>
            <a:xfrm>
              <a:off x="7599600" y="307080"/>
              <a:ext cx="1797480" cy="1523880"/>
              <a:chOff x="7599600" y="307080"/>
              <a:chExt cx="1797480" cy="1523880"/>
            </a:xfrm>
          </p:grpSpPr>
          <p:sp>
            <p:nvSpPr>
              <p:cNvPr id="257"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8"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9"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0"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1"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62" name=""/>
            <p:cNvSpPr/>
            <p:nvPr/>
          </p:nvSpPr>
          <p:spPr>
            <a:xfrm>
              <a:off x="6364080" y="928440"/>
              <a:ext cx="164520" cy="177480"/>
            </a:xfrm>
            <a:custGeom>
              <a:avLst/>
              <a:gdLst>
                <a:gd name="textAreaLeft" fmla="*/ 0 w 164520"/>
                <a:gd name="textAreaRight" fmla="*/ 167760 w 164520"/>
                <a:gd name="textAreaTop" fmla="*/ 0 h 177480"/>
                <a:gd name="textAreaBottom" fmla="*/ 180720 h 17748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3"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4"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5" name=""/>
            <p:cNvSpPr/>
            <p:nvPr/>
          </p:nvSpPr>
          <p:spPr>
            <a:xfrm>
              <a:off x="8921520" y="3384360"/>
              <a:ext cx="187920" cy="187920"/>
            </a:xfrm>
            <a:custGeom>
              <a:avLst/>
              <a:gdLst>
                <a:gd name="textAreaLeft" fmla="*/ 0 w 187920"/>
                <a:gd name="textAreaRight" fmla="*/ 191160 w 187920"/>
                <a:gd name="textAreaTop" fmla="*/ 0 h 187920"/>
                <a:gd name="textAreaBottom" fmla="*/ 191160 h 18792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6" name=""/>
            <p:cNvSpPr/>
            <p:nvPr/>
          </p:nvSpPr>
          <p:spPr>
            <a:xfrm>
              <a:off x="1030320" y="502560"/>
              <a:ext cx="164520" cy="177840"/>
            </a:xfrm>
            <a:custGeom>
              <a:avLst/>
              <a:gdLst>
                <a:gd name="textAreaLeft" fmla="*/ 0 w 164520"/>
                <a:gd name="textAreaRight" fmla="*/ 167760 w 164520"/>
                <a:gd name="textAreaTop" fmla="*/ 0 h 177840"/>
                <a:gd name="textAreaBottom" fmla="*/ 181080 h 17784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7" name=""/>
            <p:cNvSpPr/>
            <p:nvPr/>
          </p:nvSpPr>
          <p:spPr>
            <a:xfrm>
              <a:off x="4014360" y="3813480"/>
              <a:ext cx="164520" cy="177840"/>
            </a:xfrm>
            <a:custGeom>
              <a:avLst/>
              <a:gdLst>
                <a:gd name="textAreaLeft" fmla="*/ 0 w 164520"/>
                <a:gd name="textAreaRight" fmla="*/ 167760 w 164520"/>
                <a:gd name="textAreaTop" fmla="*/ 0 h 177840"/>
                <a:gd name="textAreaBottom" fmla="*/ 181080 h 17784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8"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9"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70" name="PlaceHolder 1"/>
          <p:cNvSpPr>
            <a:spLocks noGrp="1"/>
          </p:cNvSpPr>
          <p:nvPr>
            <p:ph type="title"/>
          </p:nvPr>
        </p:nvSpPr>
        <p:spPr>
          <a:xfrm>
            <a:off x="4320000" y="1800000"/>
            <a:ext cx="5036760" cy="71676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71"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72" name="PlaceHolder 3"/>
          <p:cNvSpPr>
            <a:spLocks noGrp="1"/>
          </p:cNvSpPr>
          <p:nvPr>
            <p:ph type="ftr" idx="19"/>
          </p:nvPr>
        </p:nvSpPr>
        <p:spPr>
          <a:xfrm>
            <a:off x="3420000" y="523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73" name="PlaceHolder 4"/>
          <p:cNvSpPr>
            <a:spLocks noGrp="1"/>
          </p:cNvSpPr>
          <p:nvPr>
            <p:ph type="sldNum" idx="20"/>
          </p:nvPr>
        </p:nvSpPr>
        <p:spPr>
          <a:xfrm>
            <a:off x="7228800" y="523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47253458-0803-43B9-9C48-780E7A41AFF3}"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74" name="PlaceHolder 5"/>
          <p:cNvSpPr>
            <a:spLocks noGrp="1"/>
          </p:cNvSpPr>
          <p:nvPr>
            <p:ph type="dt" idx="21"/>
          </p:nvPr>
        </p:nvSpPr>
        <p:spPr>
          <a:xfrm>
            <a:off x="504000" y="5238000"/>
            <a:ext cx="2343960" cy="23940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1">
    <p:spTree>
      <p:nvGrpSpPr>
        <p:cNvPr id="1" name=""/>
        <p:cNvGrpSpPr/>
        <p:nvPr/>
      </p:nvGrpSpPr>
      <p:grpSpPr>
        <a:xfrm>
          <a:off x="0" y="0"/>
          <a:ext cx="0" cy="0"/>
          <a:chOff x="0" y="0"/>
          <a:chExt cx="0" cy="0"/>
        </a:xfrm>
      </p:grpSpPr>
      <p:sp>
        <p:nvSpPr>
          <p:cNvPr id="303"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04"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46D6F41F-8D80-4DE1-BD88-705200EE7F6E}" type="slidenum">
              <a:t>&lt;#&gt;</a:t>
            </a:fld>
          </a:p>
        </p:txBody>
      </p:sp>
      <p:sp>
        <p:nvSpPr>
          <p:cNvPr id="6" name="PlaceHolder 5"/>
          <p:cNvSpPr>
            <a:spLocks noGrp="1"/>
          </p:cNvSpPr>
          <p:nvPr>
            <p:ph type="dt" idx="24"/>
          </p:nvPr>
        </p:nvSpPr>
        <p:spPr/>
        <p:txBody>
          <a:bodyPr/>
          <a:p>
            <a:r>
              <a:rPr lang="en-GB"/>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2">
    <p:spTree>
      <p:nvGrpSpPr>
        <p:cNvPr id="1" name=""/>
        <p:cNvGrpSpPr/>
        <p:nvPr/>
      </p:nvGrpSpPr>
      <p:grpSpPr>
        <a:xfrm>
          <a:off x="0" y="0"/>
          <a:ext cx="0" cy="0"/>
          <a:chOff x="0" y="0"/>
          <a:chExt cx="0" cy="0"/>
        </a:xfrm>
      </p:grpSpPr>
      <p:sp>
        <p:nvSpPr>
          <p:cNvPr id="350"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51"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5B16FD27-AC2C-452D-8F33-974C0A979B67}" type="slidenum">
              <a:t>&lt;#&gt;</a:t>
            </a:fld>
          </a:p>
        </p:txBody>
      </p:sp>
      <p:sp>
        <p:nvSpPr>
          <p:cNvPr id="6" name="PlaceHolder 5"/>
          <p:cNvSpPr>
            <a:spLocks noGrp="1"/>
          </p:cNvSpPr>
          <p:nvPr>
            <p:ph type="dt" idx="27"/>
          </p:nvPr>
        </p:nvSpPr>
        <p:spPr/>
        <p:txBody>
          <a:bodyPr/>
          <a:p>
            <a:r>
              <a:rPr lang="en-GB"/>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1">
    <p:spTree>
      <p:nvGrpSpPr>
        <p:cNvPr id="1" name=""/>
        <p:cNvGrpSpPr/>
        <p:nvPr/>
      </p:nvGrpSpPr>
      <p:grpSpPr>
        <a:xfrm>
          <a:off x="0" y="0"/>
          <a:ext cx="0" cy="0"/>
          <a:chOff x="0" y="0"/>
          <a:chExt cx="0" cy="0"/>
        </a:xfrm>
      </p:grpSpPr>
      <p:sp>
        <p:nvSpPr>
          <p:cNvPr id="387"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88"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DBA5C90A-3B0A-4CFA-9B6F-1BDD16929884}" type="slidenum">
              <a:t>&lt;#&gt;</a:t>
            </a:fld>
          </a:p>
        </p:txBody>
      </p:sp>
      <p:sp>
        <p:nvSpPr>
          <p:cNvPr id="6" name="PlaceHolder 5"/>
          <p:cNvSpPr>
            <a:spLocks noGrp="1"/>
          </p:cNvSpPr>
          <p:nvPr>
            <p:ph type="dt" idx="30"/>
          </p:nvPr>
        </p:nvSpPr>
        <p:spPr/>
        <p:txBody>
          <a:bodyPr/>
          <a:p>
            <a:r>
              <a:rPr lang="en-GB"/>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2">
    <p:spTree>
      <p:nvGrpSpPr>
        <p:cNvPr id="1" name=""/>
        <p:cNvGrpSpPr/>
        <p:nvPr/>
      </p:nvGrpSpPr>
      <p:grpSpPr>
        <a:xfrm>
          <a:off x="0" y="0"/>
          <a:ext cx="0" cy="0"/>
          <a:chOff x="0" y="0"/>
          <a:chExt cx="0" cy="0"/>
        </a:xfrm>
      </p:grpSpPr>
      <p:sp>
        <p:nvSpPr>
          <p:cNvPr id="425"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26"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2DB997C6-3266-4855-AED8-1D1DF69C3A49}" type="slidenum">
              <a:t>&lt;#&gt;</a:t>
            </a:fld>
          </a:p>
        </p:txBody>
      </p:sp>
      <p:sp>
        <p:nvSpPr>
          <p:cNvPr id="6" name="PlaceHolder 5"/>
          <p:cNvSpPr>
            <a:spLocks noGrp="1"/>
          </p:cNvSpPr>
          <p:nvPr>
            <p:ph type="dt" idx="33"/>
          </p:nvPr>
        </p:nvSpPr>
        <p:spPr/>
        <p:txBody>
          <a:bodyPr/>
          <a:p>
            <a:r>
              <a:rPr lang="en-GB"/>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End">
    <p:spTree>
      <p:nvGrpSpPr>
        <p:cNvPr id="1" name=""/>
        <p:cNvGrpSpPr/>
        <p:nvPr/>
      </p:nvGrpSpPr>
      <p:grpSpPr>
        <a:xfrm>
          <a:off x="0" y="0"/>
          <a:ext cx="0" cy="0"/>
          <a:chOff x="0" y="0"/>
          <a:chExt cx="0" cy="0"/>
        </a:xfrm>
      </p:grpSpPr>
      <p:sp>
        <p:nvSpPr>
          <p:cNvPr id="473" name="PlaceHolder 1"/>
          <p:cNvSpPr>
            <a:spLocks noGrp="1"/>
          </p:cNvSpPr>
          <p:nvPr>
            <p:ph type="title"/>
          </p:nvPr>
        </p:nvSpPr>
        <p:spPr>
          <a:xfrm>
            <a:off x="4320000" y="1844280"/>
            <a:ext cx="503676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74" name="PlaceHolder 2"/>
          <p:cNvSpPr>
            <a:spLocks noGrp="1"/>
          </p:cNvSpPr>
          <p:nvPr>
            <p:ph/>
          </p:nvPr>
        </p:nvSpPr>
        <p:spPr>
          <a:xfrm>
            <a:off x="4320000" y="2880000"/>
            <a:ext cx="5036760" cy="179676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18FA4A73-46C1-40C3-9322-8152BA85676D}" type="slidenum">
              <a:t>&lt;#&gt;</a:t>
            </a:fld>
          </a:p>
        </p:txBody>
      </p:sp>
      <p:sp>
        <p:nvSpPr>
          <p:cNvPr id="6" name="PlaceHolder 5"/>
          <p:cNvSpPr>
            <a:spLocks noGrp="1"/>
          </p:cNvSpPr>
          <p:nvPr>
            <p:ph type="dt" idx="36"/>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xml"/><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6.xml"/><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4" name=""/>
          <p:cNvGrpSpPr/>
          <p:nvPr/>
        </p:nvGrpSpPr>
        <p:grpSpPr>
          <a:xfrm>
            <a:off x="1260000" y="1620000"/>
            <a:ext cx="7557120" cy="1617120"/>
            <a:chOff x="1260000" y="1620000"/>
            <a:chExt cx="7557120" cy="1617120"/>
          </a:xfrm>
        </p:grpSpPr>
        <p:sp>
          <p:nvSpPr>
            <p:cNvPr id="105" name=""/>
            <p:cNvSpPr/>
            <p:nvPr/>
          </p:nvSpPr>
          <p:spPr>
            <a:xfrm>
              <a:off x="1260000" y="1620000"/>
              <a:ext cx="7557120" cy="1617120"/>
            </a:xfrm>
            <a:custGeom>
              <a:avLst/>
              <a:gdLst>
                <a:gd name="textAreaLeft" fmla="*/ 0 w 7557120"/>
                <a:gd name="textAreaRight" fmla="*/ 7560360 w 7557120"/>
                <a:gd name="textAreaTop" fmla="*/ 0 h 1617120"/>
                <a:gd name="textAreaBottom" fmla="*/ 1620360 h 1617120"/>
              </a:gdLst>
              <a:ahLst/>
              <a:cxnLst/>
              <a:rect l="textAreaLeft" t="textAreaTop" r="textAreaRight" b="textAreaBottom"/>
              <a:pathLst>
                <a:path w="21001" h="4501">
                  <a:moveTo>
                    <a:pt x="0" y="0"/>
                  </a:moveTo>
                  <a:lnTo>
                    <a:pt x="21001" y="0"/>
                  </a:lnTo>
                  <a:lnTo>
                    <a:pt x="21001" y="4501"/>
                  </a:lnTo>
                  <a:lnTo>
                    <a:pt x="0" y="45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06" name=""/>
            <p:cNvGrpSpPr/>
            <p:nvPr/>
          </p:nvGrpSpPr>
          <p:grpSpPr>
            <a:xfrm>
              <a:off x="1360080" y="1741680"/>
              <a:ext cx="642600" cy="666720"/>
              <a:chOff x="1360080" y="1741680"/>
              <a:chExt cx="642600" cy="666720"/>
            </a:xfrm>
          </p:grpSpPr>
          <p:sp>
            <p:nvSpPr>
              <p:cNvPr id="107" name=""/>
              <p:cNvSpPr/>
              <p:nvPr/>
            </p:nvSpPr>
            <p:spPr>
              <a:xfrm>
                <a:off x="1503360" y="1899360"/>
                <a:ext cx="353160" cy="425880"/>
              </a:xfrm>
              <a:custGeom>
                <a:avLst/>
                <a:gdLst>
                  <a:gd name="textAreaLeft" fmla="*/ 0 w 353160"/>
                  <a:gd name="textAreaRight" fmla="*/ 356400 w 353160"/>
                  <a:gd name="textAreaTop" fmla="*/ 0 h 425880"/>
                  <a:gd name="textAreaBottom" fmla="*/ 429120 h 425880"/>
                </a:gdLst>
                <a:ahLst/>
                <a:cxnLst/>
                <a:rect l="textAreaLeft" t="textAreaTop" r="textAreaRight" b="textAreaBottom"/>
                <a:pathLst>
                  <a:path w="990" h="1192">
                    <a:moveTo>
                      <a:pt x="495" y="0"/>
                    </a:moveTo>
                    <a:lnTo>
                      <a:pt x="495" y="0"/>
                    </a:lnTo>
                    <a:lnTo>
                      <a:pt x="495" y="0"/>
                    </a:lnTo>
                    <a:lnTo>
                      <a:pt x="461" y="1"/>
                    </a:lnTo>
                    <a:lnTo>
                      <a:pt x="429" y="4"/>
                    </a:lnTo>
                    <a:lnTo>
                      <a:pt x="397" y="9"/>
                    </a:lnTo>
                    <a:lnTo>
                      <a:pt x="366" y="16"/>
                    </a:lnTo>
                    <a:lnTo>
                      <a:pt x="336" y="25"/>
                    </a:lnTo>
                    <a:lnTo>
                      <a:pt x="306" y="36"/>
                    </a:lnTo>
                    <a:lnTo>
                      <a:pt x="277" y="50"/>
                    </a:lnTo>
                    <a:lnTo>
                      <a:pt x="247" y="66"/>
                    </a:lnTo>
                    <a:lnTo>
                      <a:pt x="218" y="84"/>
                    </a:lnTo>
                    <a:lnTo>
                      <a:pt x="192" y="102"/>
                    </a:lnTo>
                    <a:lnTo>
                      <a:pt x="167" y="122"/>
                    </a:lnTo>
                    <a:lnTo>
                      <a:pt x="144" y="144"/>
                    </a:lnTo>
                    <a:lnTo>
                      <a:pt x="123" y="167"/>
                    </a:lnTo>
                    <a:lnTo>
                      <a:pt x="103" y="192"/>
                    </a:lnTo>
                    <a:lnTo>
                      <a:pt x="84" y="218"/>
                    </a:lnTo>
                    <a:lnTo>
                      <a:pt x="66" y="247"/>
                    </a:lnTo>
                    <a:lnTo>
                      <a:pt x="50" y="277"/>
                    </a:lnTo>
                    <a:lnTo>
                      <a:pt x="36" y="306"/>
                    </a:lnTo>
                    <a:lnTo>
                      <a:pt x="25" y="336"/>
                    </a:lnTo>
                    <a:lnTo>
                      <a:pt x="16" y="366"/>
                    </a:lnTo>
                    <a:lnTo>
                      <a:pt x="9" y="397"/>
                    </a:lnTo>
                    <a:lnTo>
                      <a:pt x="4" y="429"/>
                    </a:lnTo>
                    <a:lnTo>
                      <a:pt x="1" y="461"/>
                    </a:lnTo>
                    <a:lnTo>
                      <a:pt x="0" y="495"/>
                    </a:lnTo>
                    <a:lnTo>
                      <a:pt x="0" y="495"/>
                    </a:lnTo>
                    <a:lnTo>
                      <a:pt x="0" y="495"/>
                    </a:lnTo>
                    <a:lnTo>
                      <a:pt x="1" y="528"/>
                    </a:lnTo>
                    <a:lnTo>
                      <a:pt x="4" y="561"/>
                    </a:lnTo>
                    <a:lnTo>
                      <a:pt x="9" y="592"/>
                    </a:lnTo>
                    <a:lnTo>
                      <a:pt x="16" y="623"/>
                    </a:lnTo>
                    <a:lnTo>
                      <a:pt x="25" y="653"/>
                    </a:lnTo>
                    <a:lnTo>
                      <a:pt x="37" y="683"/>
                    </a:lnTo>
                    <a:lnTo>
                      <a:pt x="50" y="712"/>
                    </a:lnTo>
                    <a:lnTo>
                      <a:pt x="66" y="742"/>
                    </a:lnTo>
                    <a:lnTo>
                      <a:pt x="84" y="771"/>
                    </a:lnTo>
                    <a:lnTo>
                      <a:pt x="102" y="797"/>
                    </a:lnTo>
                    <a:lnTo>
                      <a:pt x="122" y="822"/>
                    </a:lnTo>
                    <a:lnTo>
                      <a:pt x="144" y="845"/>
                    </a:lnTo>
                    <a:lnTo>
                      <a:pt x="167" y="867"/>
                    </a:lnTo>
                    <a:lnTo>
                      <a:pt x="192" y="887"/>
                    </a:lnTo>
                    <a:lnTo>
                      <a:pt x="218" y="905"/>
                    </a:lnTo>
                    <a:lnTo>
                      <a:pt x="247" y="923"/>
                    </a:lnTo>
                    <a:lnTo>
                      <a:pt x="268" y="934"/>
                    </a:lnTo>
                    <a:lnTo>
                      <a:pt x="288" y="944"/>
                    </a:lnTo>
                    <a:lnTo>
                      <a:pt x="309" y="953"/>
                    </a:lnTo>
                    <a:lnTo>
                      <a:pt x="331" y="962"/>
                    </a:lnTo>
                    <a:lnTo>
                      <a:pt x="331" y="962"/>
                    </a:lnTo>
                    <a:lnTo>
                      <a:pt x="331" y="1134"/>
                    </a:lnTo>
                    <a:lnTo>
                      <a:pt x="331" y="1140"/>
                    </a:lnTo>
                    <a:lnTo>
                      <a:pt x="332" y="1146"/>
                    </a:lnTo>
                    <a:lnTo>
                      <a:pt x="334" y="1151"/>
                    </a:lnTo>
                    <a:lnTo>
                      <a:pt x="336" y="1156"/>
                    </a:lnTo>
                    <a:lnTo>
                      <a:pt x="338" y="1162"/>
                    </a:lnTo>
                    <a:lnTo>
                      <a:pt x="341" y="1166"/>
                    </a:lnTo>
                    <a:lnTo>
                      <a:pt x="344" y="1171"/>
                    </a:lnTo>
                    <a:lnTo>
                      <a:pt x="348" y="1175"/>
                    </a:lnTo>
                    <a:lnTo>
                      <a:pt x="352" y="1179"/>
                    </a:lnTo>
                    <a:lnTo>
                      <a:pt x="357" y="1182"/>
                    </a:lnTo>
                    <a:lnTo>
                      <a:pt x="361" y="1185"/>
                    </a:lnTo>
                    <a:lnTo>
                      <a:pt x="366" y="1187"/>
                    </a:lnTo>
                    <a:lnTo>
                      <a:pt x="372" y="1189"/>
                    </a:lnTo>
                    <a:lnTo>
                      <a:pt x="377" y="1191"/>
                    </a:lnTo>
                    <a:lnTo>
                      <a:pt x="383" y="1192"/>
                    </a:lnTo>
                    <a:lnTo>
                      <a:pt x="389" y="1192"/>
                    </a:lnTo>
                    <a:lnTo>
                      <a:pt x="600" y="1192"/>
                    </a:lnTo>
                    <a:lnTo>
                      <a:pt x="606" y="1192"/>
                    </a:lnTo>
                    <a:lnTo>
                      <a:pt x="612" y="1191"/>
                    </a:lnTo>
                    <a:lnTo>
                      <a:pt x="617" y="1189"/>
                    </a:lnTo>
                    <a:lnTo>
                      <a:pt x="623" y="1187"/>
                    </a:lnTo>
                    <a:lnTo>
                      <a:pt x="628" y="1185"/>
                    </a:lnTo>
                    <a:lnTo>
                      <a:pt x="632" y="1182"/>
                    </a:lnTo>
                    <a:lnTo>
                      <a:pt x="637" y="1179"/>
                    </a:lnTo>
                    <a:lnTo>
                      <a:pt x="641" y="1175"/>
                    </a:lnTo>
                    <a:lnTo>
                      <a:pt x="645" y="1171"/>
                    </a:lnTo>
                    <a:lnTo>
                      <a:pt x="648" y="1166"/>
                    </a:lnTo>
                    <a:lnTo>
                      <a:pt x="651" y="1162"/>
                    </a:lnTo>
                    <a:lnTo>
                      <a:pt x="653" y="1156"/>
                    </a:lnTo>
                    <a:lnTo>
                      <a:pt x="655" y="1151"/>
                    </a:lnTo>
                    <a:lnTo>
                      <a:pt x="657" y="1146"/>
                    </a:lnTo>
                    <a:lnTo>
                      <a:pt x="658" y="1140"/>
                    </a:lnTo>
                    <a:lnTo>
                      <a:pt x="658" y="1134"/>
                    </a:lnTo>
                    <a:lnTo>
                      <a:pt x="658" y="962"/>
                    </a:lnTo>
                    <a:lnTo>
                      <a:pt x="658" y="962"/>
                    </a:lnTo>
                    <a:lnTo>
                      <a:pt x="658" y="962"/>
                    </a:lnTo>
                    <a:lnTo>
                      <a:pt x="680" y="953"/>
                    </a:lnTo>
                    <a:lnTo>
                      <a:pt x="701" y="944"/>
                    </a:lnTo>
                    <a:lnTo>
                      <a:pt x="721" y="934"/>
                    </a:lnTo>
                    <a:lnTo>
                      <a:pt x="742" y="923"/>
                    </a:lnTo>
                    <a:lnTo>
                      <a:pt x="771" y="905"/>
                    </a:lnTo>
                    <a:lnTo>
                      <a:pt x="797" y="887"/>
                    </a:lnTo>
                    <a:lnTo>
                      <a:pt x="822" y="867"/>
                    </a:lnTo>
                    <a:lnTo>
                      <a:pt x="845" y="845"/>
                    </a:lnTo>
                    <a:lnTo>
                      <a:pt x="867" y="822"/>
                    </a:lnTo>
                    <a:lnTo>
                      <a:pt x="887" y="797"/>
                    </a:lnTo>
                    <a:lnTo>
                      <a:pt x="906" y="771"/>
                    </a:lnTo>
                    <a:lnTo>
                      <a:pt x="924" y="742"/>
                    </a:lnTo>
                    <a:lnTo>
                      <a:pt x="940" y="712"/>
                    </a:lnTo>
                    <a:lnTo>
                      <a:pt x="953" y="683"/>
                    </a:lnTo>
                    <a:lnTo>
                      <a:pt x="965" y="653"/>
                    </a:lnTo>
                    <a:lnTo>
                      <a:pt x="974" y="623"/>
                    </a:lnTo>
                    <a:lnTo>
                      <a:pt x="981" y="592"/>
                    </a:lnTo>
                    <a:lnTo>
                      <a:pt x="986" y="561"/>
                    </a:lnTo>
                    <a:lnTo>
                      <a:pt x="989" y="528"/>
                    </a:lnTo>
                    <a:lnTo>
                      <a:pt x="990" y="495"/>
                    </a:lnTo>
                    <a:lnTo>
                      <a:pt x="990" y="495"/>
                    </a:lnTo>
                    <a:lnTo>
                      <a:pt x="990" y="495"/>
                    </a:lnTo>
                    <a:lnTo>
                      <a:pt x="989" y="461"/>
                    </a:lnTo>
                    <a:lnTo>
                      <a:pt x="986" y="429"/>
                    </a:lnTo>
                    <a:lnTo>
                      <a:pt x="981" y="397"/>
                    </a:lnTo>
                    <a:lnTo>
                      <a:pt x="974" y="366"/>
                    </a:lnTo>
                    <a:lnTo>
                      <a:pt x="965" y="336"/>
                    </a:lnTo>
                    <a:lnTo>
                      <a:pt x="953" y="306"/>
                    </a:lnTo>
                    <a:lnTo>
                      <a:pt x="940" y="277"/>
                    </a:lnTo>
                    <a:lnTo>
                      <a:pt x="924" y="247"/>
                    </a:lnTo>
                    <a:lnTo>
                      <a:pt x="906" y="218"/>
                    </a:lnTo>
                    <a:lnTo>
                      <a:pt x="887" y="192"/>
                    </a:lnTo>
                    <a:lnTo>
                      <a:pt x="867" y="167"/>
                    </a:lnTo>
                    <a:lnTo>
                      <a:pt x="846" y="144"/>
                    </a:lnTo>
                    <a:lnTo>
                      <a:pt x="822" y="122"/>
                    </a:lnTo>
                    <a:lnTo>
                      <a:pt x="797" y="102"/>
                    </a:lnTo>
                    <a:lnTo>
                      <a:pt x="771" y="84"/>
                    </a:lnTo>
                    <a:lnTo>
                      <a:pt x="742" y="66"/>
                    </a:lnTo>
                    <a:lnTo>
                      <a:pt x="712" y="50"/>
                    </a:lnTo>
                    <a:lnTo>
                      <a:pt x="683" y="36"/>
                    </a:lnTo>
                    <a:lnTo>
                      <a:pt x="653" y="25"/>
                    </a:lnTo>
                    <a:lnTo>
                      <a:pt x="623" y="16"/>
                    </a:lnTo>
                    <a:lnTo>
                      <a:pt x="592" y="9"/>
                    </a:lnTo>
                    <a:lnTo>
                      <a:pt x="561" y="4"/>
                    </a:lnTo>
                    <a:lnTo>
                      <a:pt x="528" y="1"/>
                    </a:lnTo>
                    <a:lnTo>
                      <a:pt x="495"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8" name=""/>
              <p:cNvSpPr/>
              <p:nvPr/>
            </p:nvSpPr>
            <p:spPr>
              <a:xfrm>
                <a:off x="1597680" y="2328480"/>
                <a:ext cx="164160" cy="38520"/>
              </a:xfrm>
              <a:custGeom>
                <a:avLst/>
                <a:gdLst>
                  <a:gd name="textAreaLeft" fmla="*/ 0 w 164160"/>
                  <a:gd name="textAreaRight" fmla="*/ 167400 w 164160"/>
                  <a:gd name="textAreaTop" fmla="*/ 0 h 38520"/>
                  <a:gd name="textAreaBottom" fmla="*/ 41760 h 38520"/>
                </a:gdLst>
                <a:ahLst/>
                <a:cxnLst/>
                <a:rect l="textAreaLeft" t="textAreaTop" r="textAreaRight" b="textAreaBottom"/>
                <a:pathLst>
                  <a:path w="465" h="116">
                    <a:moveTo>
                      <a:pt x="233" y="116"/>
                    </a:moveTo>
                    <a:lnTo>
                      <a:pt x="407" y="116"/>
                    </a:lnTo>
                    <a:lnTo>
                      <a:pt x="413" y="116"/>
                    </a:lnTo>
                    <a:lnTo>
                      <a:pt x="419" y="115"/>
                    </a:lnTo>
                    <a:lnTo>
                      <a:pt x="424" y="113"/>
                    </a:lnTo>
                    <a:lnTo>
                      <a:pt x="430" y="111"/>
                    </a:lnTo>
                    <a:lnTo>
                      <a:pt x="435" y="109"/>
                    </a:lnTo>
                    <a:lnTo>
                      <a:pt x="439" y="106"/>
                    </a:lnTo>
                    <a:lnTo>
                      <a:pt x="444" y="103"/>
                    </a:lnTo>
                    <a:lnTo>
                      <a:pt x="448" y="99"/>
                    </a:lnTo>
                    <a:lnTo>
                      <a:pt x="452" y="95"/>
                    </a:lnTo>
                    <a:lnTo>
                      <a:pt x="455" y="90"/>
                    </a:lnTo>
                    <a:lnTo>
                      <a:pt x="458" y="86"/>
                    </a:lnTo>
                    <a:lnTo>
                      <a:pt x="460" y="81"/>
                    </a:lnTo>
                    <a:lnTo>
                      <a:pt x="462" y="75"/>
                    </a:lnTo>
                    <a:lnTo>
                      <a:pt x="464" y="70"/>
                    </a:lnTo>
                    <a:lnTo>
                      <a:pt x="465" y="64"/>
                    </a:lnTo>
                    <a:lnTo>
                      <a:pt x="465" y="58"/>
                    </a:lnTo>
                    <a:lnTo>
                      <a:pt x="465" y="52"/>
                    </a:lnTo>
                    <a:lnTo>
                      <a:pt x="464" y="46"/>
                    </a:lnTo>
                    <a:lnTo>
                      <a:pt x="462" y="41"/>
                    </a:lnTo>
                    <a:lnTo>
                      <a:pt x="460" y="35"/>
                    </a:lnTo>
                    <a:lnTo>
                      <a:pt x="458" y="30"/>
                    </a:lnTo>
                    <a:lnTo>
                      <a:pt x="455" y="26"/>
                    </a:lnTo>
                    <a:lnTo>
                      <a:pt x="452" y="21"/>
                    </a:lnTo>
                    <a:lnTo>
                      <a:pt x="448" y="17"/>
                    </a:lnTo>
                    <a:lnTo>
                      <a:pt x="444" y="13"/>
                    </a:lnTo>
                    <a:lnTo>
                      <a:pt x="439" y="10"/>
                    </a:lnTo>
                    <a:lnTo>
                      <a:pt x="435" y="7"/>
                    </a:lnTo>
                    <a:lnTo>
                      <a:pt x="430" y="5"/>
                    </a:lnTo>
                    <a:lnTo>
                      <a:pt x="424" y="3"/>
                    </a:lnTo>
                    <a:lnTo>
                      <a:pt x="419" y="1"/>
                    </a:lnTo>
                    <a:lnTo>
                      <a:pt x="413" y="0"/>
                    </a:lnTo>
                    <a:lnTo>
                      <a:pt x="40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233"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9" name=""/>
              <p:cNvSpPr/>
              <p:nvPr/>
            </p:nvSpPr>
            <p:spPr>
              <a:xfrm>
                <a:off x="1613880" y="2369880"/>
                <a:ext cx="131760" cy="38520"/>
              </a:xfrm>
              <a:custGeom>
                <a:avLst/>
                <a:gdLst>
                  <a:gd name="textAreaLeft" fmla="*/ 0 w 131760"/>
                  <a:gd name="textAreaRight" fmla="*/ 135000 w 131760"/>
                  <a:gd name="textAreaTop" fmla="*/ 0 h 38520"/>
                  <a:gd name="textAreaBottom" fmla="*/ 41760 h 3852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0" name=""/>
              <p:cNvSpPr/>
              <p:nvPr/>
            </p:nvSpPr>
            <p:spPr>
              <a:xfrm>
                <a:off x="1600560" y="2017800"/>
                <a:ext cx="160200" cy="307440"/>
              </a:xfrm>
              <a:custGeom>
                <a:avLst/>
                <a:gdLst>
                  <a:gd name="textAreaLeft" fmla="*/ 0 w 160200"/>
                  <a:gd name="textAreaRight" fmla="*/ 163440 w 160200"/>
                  <a:gd name="textAreaTop" fmla="*/ 0 h 307440"/>
                  <a:gd name="textAreaBottom" fmla="*/ 310680 h 307440"/>
                </a:gdLst>
                <a:ahLst/>
                <a:cxnLst/>
                <a:rect l="textAreaLeft" t="textAreaTop" r="textAreaRight" b="textAreaBottom"/>
                <a:pathLst>
                  <a:path w="454" h="863">
                    <a:moveTo>
                      <a:pt x="165" y="863"/>
                    </a:moveTo>
                    <a:lnTo>
                      <a:pt x="173" y="456"/>
                    </a:lnTo>
                    <a:lnTo>
                      <a:pt x="174" y="443"/>
                    </a:lnTo>
                    <a:lnTo>
                      <a:pt x="178" y="430"/>
                    </a:lnTo>
                    <a:lnTo>
                      <a:pt x="182" y="418"/>
                    </a:lnTo>
                    <a:lnTo>
                      <a:pt x="188" y="407"/>
                    </a:lnTo>
                    <a:lnTo>
                      <a:pt x="195" y="397"/>
                    </a:lnTo>
                    <a:lnTo>
                      <a:pt x="204" y="386"/>
                    </a:lnTo>
                    <a:lnTo>
                      <a:pt x="223" y="367"/>
                    </a:lnTo>
                    <a:lnTo>
                      <a:pt x="246" y="350"/>
                    </a:lnTo>
                    <a:lnTo>
                      <a:pt x="271" y="333"/>
                    </a:lnTo>
                    <a:lnTo>
                      <a:pt x="324" y="302"/>
                    </a:lnTo>
                    <a:lnTo>
                      <a:pt x="376" y="269"/>
                    </a:lnTo>
                    <a:lnTo>
                      <a:pt x="399" y="251"/>
                    </a:lnTo>
                    <a:lnTo>
                      <a:pt x="419" y="232"/>
                    </a:lnTo>
                    <a:lnTo>
                      <a:pt x="428" y="222"/>
                    </a:lnTo>
                    <a:lnTo>
                      <a:pt x="435" y="211"/>
                    </a:lnTo>
                    <a:lnTo>
                      <a:pt x="442" y="200"/>
                    </a:lnTo>
                    <a:lnTo>
                      <a:pt x="447" y="188"/>
                    </a:lnTo>
                    <a:lnTo>
                      <a:pt x="451" y="175"/>
                    </a:lnTo>
                    <a:lnTo>
                      <a:pt x="453" y="161"/>
                    </a:lnTo>
                    <a:lnTo>
                      <a:pt x="454" y="147"/>
                    </a:lnTo>
                    <a:lnTo>
                      <a:pt x="453" y="132"/>
                    </a:lnTo>
                    <a:lnTo>
                      <a:pt x="450" y="120"/>
                    </a:lnTo>
                    <a:lnTo>
                      <a:pt x="447" y="109"/>
                    </a:lnTo>
                    <a:lnTo>
                      <a:pt x="442" y="100"/>
                    </a:lnTo>
                    <a:lnTo>
                      <a:pt x="435" y="92"/>
                    </a:lnTo>
                    <a:lnTo>
                      <a:pt x="428" y="85"/>
                    </a:lnTo>
                    <a:lnTo>
                      <a:pt x="420" y="80"/>
                    </a:lnTo>
                    <a:lnTo>
                      <a:pt x="410" y="76"/>
                    </a:lnTo>
                    <a:lnTo>
                      <a:pt x="400" y="72"/>
                    </a:lnTo>
                    <a:lnTo>
                      <a:pt x="390" y="70"/>
                    </a:lnTo>
                    <a:lnTo>
                      <a:pt x="379" y="69"/>
                    </a:lnTo>
                    <a:lnTo>
                      <a:pt x="355" y="70"/>
                    </a:lnTo>
                    <a:lnTo>
                      <a:pt x="331" y="74"/>
                    </a:lnTo>
                    <a:lnTo>
                      <a:pt x="307" y="81"/>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6"/>
                    </a:lnTo>
                    <a:lnTo>
                      <a:pt x="217" y="183"/>
                    </a:lnTo>
                    <a:lnTo>
                      <a:pt x="222" y="190"/>
                    </a:lnTo>
                    <a:lnTo>
                      <a:pt x="226" y="195"/>
                    </a:lnTo>
                    <a:lnTo>
                      <a:pt x="231" y="198"/>
                    </a:lnTo>
                    <a:lnTo>
                      <a:pt x="235" y="201"/>
                    </a:lnTo>
                    <a:lnTo>
                      <a:pt x="240" y="202"/>
                    </a:lnTo>
                    <a:lnTo>
                      <a:pt x="244" y="203"/>
                    </a:lnTo>
                    <a:lnTo>
                      <a:pt x="248" y="203"/>
                    </a:lnTo>
                    <a:lnTo>
                      <a:pt x="253" y="202"/>
                    </a:lnTo>
                    <a:lnTo>
                      <a:pt x="256" y="200"/>
                    </a:lnTo>
                    <a:lnTo>
                      <a:pt x="260" y="197"/>
                    </a:lnTo>
                    <a:lnTo>
                      <a:pt x="264" y="194"/>
                    </a:lnTo>
                    <a:lnTo>
                      <a:pt x="267" y="190"/>
                    </a:lnTo>
                    <a:lnTo>
                      <a:pt x="270" y="185"/>
                    </a:lnTo>
                    <a:lnTo>
                      <a:pt x="276" y="175"/>
                    </a:lnTo>
                    <a:lnTo>
                      <a:pt x="280" y="162"/>
                    </a:lnTo>
                    <a:lnTo>
                      <a:pt x="283" y="149"/>
                    </a:lnTo>
                    <a:lnTo>
                      <a:pt x="284" y="134"/>
                    </a:lnTo>
                    <a:lnTo>
                      <a:pt x="284" y="119"/>
                    </a:lnTo>
                    <a:lnTo>
                      <a:pt x="281" y="104"/>
                    </a:lnTo>
                    <a:lnTo>
                      <a:pt x="277" y="89"/>
                    </a:lnTo>
                    <a:lnTo>
                      <a:pt x="270" y="75"/>
                    </a:lnTo>
                    <a:lnTo>
                      <a:pt x="266" y="68"/>
                    </a:lnTo>
                    <a:lnTo>
                      <a:pt x="261" y="62"/>
                    </a:lnTo>
                    <a:lnTo>
                      <a:pt x="256" y="56"/>
                    </a:lnTo>
                    <a:lnTo>
                      <a:pt x="250" y="50"/>
                    </a:lnTo>
                    <a:lnTo>
                      <a:pt x="242" y="44"/>
                    </a:lnTo>
                    <a:lnTo>
                      <a:pt x="231" y="37"/>
                    </a:lnTo>
                    <a:lnTo>
                      <a:pt x="218" y="30"/>
                    </a:lnTo>
                    <a:lnTo>
                      <a:pt x="203" y="23"/>
                    </a:lnTo>
                    <a:lnTo>
                      <a:pt x="187" y="16"/>
                    </a:lnTo>
                    <a:lnTo>
                      <a:pt x="170" y="10"/>
                    </a:lnTo>
                    <a:lnTo>
                      <a:pt x="151" y="5"/>
                    </a:lnTo>
                    <a:lnTo>
                      <a:pt x="132"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60"/>
                    </a:lnTo>
                    <a:lnTo>
                      <a:pt x="5" y="71"/>
                    </a:lnTo>
                    <a:lnTo>
                      <a:pt x="1" y="82"/>
                    </a:lnTo>
                    <a:lnTo>
                      <a:pt x="0" y="94"/>
                    </a:lnTo>
                    <a:lnTo>
                      <a:pt x="1" y="105"/>
                    </a:lnTo>
                    <a:lnTo>
                      <a:pt x="3" y="117"/>
                    </a:lnTo>
                    <a:lnTo>
                      <a:pt x="7" y="129"/>
                    </a:lnTo>
                    <a:lnTo>
                      <a:pt x="12" y="141"/>
                    </a:lnTo>
                    <a:lnTo>
                      <a:pt x="27" y="165"/>
                    </a:lnTo>
                    <a:lnTo>
                      <a:pt x="46" y="188"/>
                    </a:lnTo>
                    <a:lnTo>
                      <a:pt x="69" y="213"/>
                    </a:lnTo>
                    <a:lnTo>
                      <a:pt x="122" y="261"/>
                    </a:lnTo>
                    <a:lnTo>
                      <a:pt x="177" y="308"/>
                    </a:lnTo>
                    <a:lnTo>
                      <a:pt x="227" y="355"/>
                    </a:lnTo>
                    <a:lnTo>
                      <a:pt x="248" y="377"/>
                    </a:lnTo>
                    <a:lnTo>
                      <a:pt x="264" y="399"/>
                    </a:lnTo>
                    <a:lnTo>
                      <a:pt x="270" y="410"/>
                    </a:lnTo>
                    <a:lnTo>
                      <a:pt x="275" y="421"/>
                    </a:lnTo>
                    <a:lnTo>
                      <a:pt x="278" y="432"/>
                    </a:lnTo>
                    <a:lnTo>
                      <a:pt x="280" y="442"/>
                    </a:lnTo>
                    <a:lnTo>
                      <a:pt x="281" y="482"/>
                    </a:lnTo>
                    <a:lnTo>
                      <a:pt x="281" y="540"/>
                    </a:lnTo>
                    <a:lnTo>
                      <a:pt x="279" y="681"/>
                    </a:lnTo>
                    <a:lnTo>
                      <a:pt x="274" y="863"/>
                    </a:lnTo>
                    <a:lnTo>
                      <a:pt x="165" y="863"/>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1" name=""/>
              <p:cNvSpPr/>
              <p:nvPr/>
            </p:nvSpPr>
            <p:spPr>
              <a:xfrm>
                <a:off x="1681560" y="174168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2" name=""/>
              <p:cNvSpPr/>
              <p:nvPr/>
            </p:nvSpPr>
            <p:spPr>
              <a:xfrm flipH="1">
                <a:off x="1856520" y="1830240"/>
                <a:ext cx="79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3" name=""/>
              <p:cNvSpPr/>
              <p:nvPr/>
            </p:nvSpPr>
            <p:spPr>
              <a:xfrm flipH="1">
                <a:off x="1941840" y="2066760"/>
                <a:ext cx="6084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4" name=""/>
              <p:cNvSpPr/>
              <p:nvPr/>
            </p:nvSpPr>
            <p:spPr>
              <a:xfrm>
                <a:off x="1427040" y="1830240"/>
                <a:ext cx="43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5" name=""/>
              <p:cNvSpPr/>
              <p:nvPr/>
            </p:nvSpPr>
            <p:spPr>
              <a:xfrm>
                <a:off x="1360080" y="20667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grpSp>
        <p:nvGrpSpPr>
          <p:cNvPr id="116" name=""/>
          <p:cNvGrpSpPr/>
          <p:nvPr/>
        </p:nvGrpSpPr>
        <p:grpSpPr>
          <a:xfrm>
            <a:off x="499320" y="93960"/>
            <a:ext cx="9484200" cy="5500080"/>
            <a:chOff x="499320" y="93960"/>
            <a:chExt cx="9484200" cy="5500080"/>
          </a:xfrm>
        </p:grpSpPr>
        <p:sp>
          <p:nvSpPr>
            <p:cNvPr id="117" name=""/>
            <p:cNvSpPr/>
            <p:nvPr/>
          </p:nvSpPr>
          <p:spPr>
            <a:xfrm>
              <a:off x="3584880" y="5416200"/>
              <a:ext cx="164880" cy="177840"/>
            </a:xfrm>
            <a:custGeom>
              <a:avLst/>
              <a:gdLst>
                <a:gd name="textAreaLeft" fmla="*/ 0 w 164880"/>
                <a:gd name="textAreaRight" fmla="*/ 168120 w 164880"/>
                <a:gd name="textAreaTop" fmla="*/ 0 h 177840"/>
                <a:gd name="textAreaBottom" fmla="*/ 181080 h 17784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8" name=""/>
            <p:cNvSpPr/>
            <p:nvPr/>
          </p:nvSpPr>
          <p:spPr>
            <a:xfrm>
              <a:off x="7238880" y="9396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1"/>
                  </a:lnTo>
                  <a:lnTo>
                    <a:pt x="525" y="318"/>
                  </a:lnTo>
                  <a:lnTo>
                    <a:pt x="522" y="334"/>
                  </a:lnTo>
                  <a:lnTo>
                    <a:pt x="517" y="350"/>
                  </a:lnTo>
                  <a:lnTo>
                    <a:pt x="511" y="366"/>
                  </a:lnTo>
                  <a:lnTo>
                    <a:pt x="504" y="382"/>
                  </a:lnTo>
                  <a:lnTo>
                    <a:pt x="495" y="398"/>
                  </a:lnTo>
                  <a:lnTo>
                    <a:pt x="486" y="413"/>
                  </a:lnTo>
                  <a:lnTo>
                    <a:pt x="475" y="427"/>
                  </a:lnTo>
                  <a:lnTo>
                    <a:pt x="465" y="441"/>
                  </a:lnTo>
                  <a:lnTo>
                    <a:pt x="453" y="453"/>
                  </a:lnTo>
                  <a:lnTo>
                    <a:pt x="441" y="465"/>
                  </a:lnTo>
                  <a:lnTo>
                    <a:pt x="427" y="475"/>
                  </a:lnTo>
                  <a:lnTo>
                    <a:pt x="413" y="485"/>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5"/>
                  </a:lnTo>
                  <a:lnTo>
                    <a:pt x="103" y="475"/>
                  </a:lnTo>
                  <a:lnTo>
                    <a:pt x="90" y="465"/>
                  </a:lnTo>
                  <a:lnTo>
                    <a:pt x="78" y="453"/>
                  </a:lnTo>
                  <a:lnTo>
                    <a:pt x="66" y="441"/>
                  </a:lnTo>
                  <a:lnTo>
                    <a:pt x="55" y="427"/>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0"/>
                  </a:lnTo>
                  <a:lnTo>
                    <a:pt x="20" y="165"/>
                  </a:lnTo>
                  <a:lnTo>
                    <a:pt x="28" y="149"/>
                  </a:lnTo>
                  <a:lnTo>
                    <a:pt x="36" y="133"/>
                  </a:lnTo>
                  <a:lnTo>
                    <a:pt x="45" y="118"/>
                  </a:lnTo>
                  <a:lnTo>
                    <a:pt x="55" y="103"/>
                  </a:lnTo>
                  <a:lnTo>
                    <a:pt x="66" y="90"/>
                  </a:lnTo>
                  <a:lnTo>
                    <a:pt x="78" y="78"/>
                  </a:lnTo>
                  <a:lnTo>
                    <a:pt x="90" y="66"/>
                  </a:lnTo>
                  <a:lnTo>
                    <a:pt x="103" y="55"/>
                  </a:lnTo>
                  <a:lnTo>
                    <a:pt x="118" y="45"/>
                  </a:lnTo>
                  <a:lnTo>
                    <a:pt x="133" y="36"/>
                  </a:lnTo>
                  <a:lnTo>
                    <a:pt x="149" y="28"/>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8"/>
                  </a:lnTo>
                  <a:lnTo>
                    <a:pt x="398" y="36"/>
                  </a:lnTo>
                  <a:lnTo>
                    <a:pt x="413" y="45"/>
                  </a:lnTo>
                  <a:lnTo>
                    <a:pt x="427" y="55"/>
                  </a:lnTo>
                  <a:lnTo>
                    <a:pt x="441" y="66"/>
                  </a:lnTo>
                  <a:lnTo>
                    <a:pt x="453" y="78"/>
                  </a:lnTo>
                  <a:lnTo>
                    <a:pt x="465" y="90"/>
                  </a:lnTo>
                  <a:lnTo>
                    <a:pt x="475" y="103"/>
                  </a:lnTo>
                  <a:lnTo>
                    <a:pt x="486" y="118"/>
                  </a:lnTo>
                  <a:lnTo>
                    <a:pt x="495" y="133"/>
                  </a:lnTo>
                  <a:lnTo>
                    <a:pt x="504" y="149"/>
                  </a:lnTo>
                  <a:lnTo>
                    <a:pt x="511" y="165"/>
                  </a:lnTo>
                  <a:lnTo>
                    <a:pt x="517" y="181"/>
                  </a:lnTo>
                  <a:lnTo>
                    <a:pt x="522" y="197"/>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9" name=""/>
            <p:cNvSpPr/>
            <p:nvPr/>
          </p:nvSpPr>
          <p:spPr>
            <a:xfrm flipH="1">
              <a:off x="2993040" y="1234440"/>
              <a:ext cx="197280" cy="1231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0" name=""/>
            <p:cNvSpPr/>
            <p:nvPr/>
          </p:nvSpPr>
          <p:spPr>
            <a:xfrm>
              <a:off x="3030120" y="1197360"/>
              <a:ext cx="123120" cy="1972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1" name=""/>
            <p:cNvSpPr/>
            <p:nvPr/>
          </p:nvSpPr>
          <p:spPr>
            <a:xfrm>
              <a:off x="9818640" y="1513080"/>
              <a:ext cx="164880" cy="177840"/>
            </a:xfrm>
            <a:custGeom>
              <a:avLst/>
              <a:gdLst>
                <a:gd name="textAreaLeft" fmla="*/ 0 w 164880"/>
                <a:gd name="textAreaRight" fmla="*/ 168120 w 164880"/>
                <a:gd name="textAreaTop" fmla="*/ 0 h 177840"/>
                <a:gd name="textAreaBottom" fmla="*/ 181080 h 17784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2" name=""/>
            <p:cNvSpPr/>
            <p:nvPr/>
          </p:nvSpPr>
          <p:spPr>
            <a:xfrm flipH="1">
              <a:off x="9641880" y="4579560"/>
              <a:ext cx="71640" cy="2210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3" name=""/>
            <p:cNvSpPr/>
            <p:nvPr/>
          </p:nvSpPr>
          <p:spPr>
            <a:xfrm>
              <a:off x="9567360" y="4654080"/>
              <a:ext cx="220680" cy="716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4" name=""/>
            <p:cNvSpPr/>
            <p:nvPr/>
          </p:nvSpPr>
          <p:spPr>
            <a:xfrm>
              <a:off x="499320" y="383472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2" y="334"/>
                  </a:lnTo>
                  <a:lnTo>
                    <a:pt x="517" y="350"/>
                  </a:lnTo>
                  <a:lnTo>
                    <a:pt x="511" y="366"/>
                  </a:lnTo>
                  <a:lnTo>
                    <a:pt x="504" y="382"/>
                  </a:lnTo>
                  <a:lnTo>
                    <a:pt x="495" y="398"/>
                  </a:lnTo>
                  <a:lnTo>
                    <a:pt x="486" y="413"/>
                  </a:lnTo>
                  <a:lnTo>
                    <a:pt x="475" y="428"/>
                  </a:lnTo>
                  <a:lnTo>
                    <a:pt x="465" y="441"/>
                  </a:lnTo>
                  <a:lnTo>
                    <a:pt x="453" y="453"/>
                  </a:lnTo>
                  <a:lnTo>
                    <a:pt x="441" y="465"/>
                  </a:lnTo>
                  <a:lnTo>
                    <a:pt x="427" y="475"/>
                  </a:lnTo>
                  <a:lnTo>
                    <a:pt x="413" y="486"/>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6"/>
                  </a:lnTo>
                  <a:lnTo>
                    <a:pt x="103" y="475"/>
                  </a:lnTo>
                  <a:lnTo>
                    <a:pt x="90" y="465"/>
                  </a:lnTo>
                  <a:lnTo>
                    <a:pt x="78" y="453"/>
                  </a:lnTo>
                  <a:lnTo>
                    <a:pt x="66" y="441"/>
                  </a:lnTo>
                  <a:lnTo>
                    <a:pt x="55" y="428"/>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8" y="149"/>
                  </a:lnTo>
                  <a:lnTo>
                    <a:pt x="36" y="133"/>
                  </a:lnTo>
                  <a:lnTo>
                    <a:pt x="45" y="118"/>
                  </a:lnTo>
                  <a:lnTo>
                    <a:pt x="55" y="104"/>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8" y="36"/>
                  </a:lnTo>
                  <a:lnTo>
                    <a:pt x="413" y="45"/>
                  </a:lnTo>
                  <a:lnTo>
                    <a:pt x="427" y="56"/>
                  </a:lnTo>
                  <a:lnTo>
                    <a:pt x="441" y="66"/>
                  </a:lnTo>
                  <a:lnTo>
                    <a:pt x="453" y="78"/>
                  </a:lnTo>
                  <a:lnTo>
                    <a:pt x="465" y="90"/>
                  </a:lnTo>
                  <a:lnTo>
                    <a:pt x="475" y="104"/>
                  </a:lnTo>
                  <a:lnTo>
                    <a:pt x="486" y="118"/>
                  </a:lnTo>
                  <a:lnTo>
                    <a:pt x="495" y="133"/>
                  </a:lnTo>
                  <a:lnTo>
                    <a:pt x="504" y="149"/>
                  </a:lnTo>
                  <a:lnTo>
                    <a:pt x="511" y="164"/>
                  </a:lnTo>
                  <a:lnTo>
                    <a:pt x="517" y="180"/>
                  </a:lnTo>
                  <a:lnTo>
                    <a:pt x="522"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5" name=""/>
            <p:cNvSpPr/>
            <p:nvPr/>
          </p:nvSpPr>
          <p:spPr>
            <a:xfrm>
              <a:off x="6383160" y="350928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6" y="475"/>
                  </a:lnTo>
                  <a:lnTo>
                    <a:pt x="412" y="486"/>
                  </a:lnTo>
                  <a:lnTo>
                    <a:pt x="397" y="495"/>
                  </a:lnTo>
                  <a:lnTo>
                    <a:pt x="381"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6" y="522"/>
                  </a:lnTo>
                  <a:lnTo>
                    <a:pt x="180" y="517"/>
                  </a:lnTo>
                  <a:lnTo>
                    <a:pt x="164" y="511"/>
                  </a:lnTo>
                  <a:lnTo>
                    <a:pt x="148" y="504"/>
                  </a:lnTo>
                  <a:lnTo>
                    <a:pt x="132" y="495"/>
                  </a:lnTo>
                  <a:lnTo>
                    <a:pt x="117" y="486"/>
                  </a:lnTo>
                  <a:lnTo>
                    <a:pt x="102" y="475"/>
                  </a:lnTo>
                  <a:lnTo>
                    <a:pt x="89" y="465"/>
                  </a:lnTo>
                  <a:lnTo>
                    <a:pt x="77" y="453"/>
                  </a:lnTo>
                  <a:lnTo>
                    <a:pt x="65" y="441"/>
                  </a:lnTo>
                  <a:lnTo>
                    <a:pt x="55" y="428"/>
                  </a:lnTo>
                  <a:lnTo>
                    <a:pt x="44" y="413"/>
                  </a:lnTo>
                  <a:lnTo>
                    <a:pt x="35" y="398"/>
                  </a:lnTo>
                  <a:lnTo>
                    <a:pt x="26" y="382"/>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2" y="56"/>
                  </a:lnTo>
                  <a:lnTo>
                    <a:pt x="117" y="45"/>
                  </a:lnTo>
                  <a:lnTo>
                    <a:pt x="132" y="36"/>
                  </a:lnTo>
                  <a:lnTo>
                    <a:pt x="148" y="27"/>
                  </a:lnTo>
                  <a:lnTo>
                    <a:pt x="164" y="20"/>
                  </a:lnTo>
                  <a:lnTo>
                    <a:pt x="180" y="14"/>
                  </a:lnTo>
                  <a:lnTo>
                    <a:pt x="196" y="9"/>
                  </a:lnTo>
                  <a:lnTo>
                    <a:pt x="213" y="5"/>
                  </a:lnTo>
                  <a:lnTo>
                    <a:pt x="230" y="2"/>
                  </a:lnTo>
                  <a:lnTo>
                    <a:pt x="247" y="1"/>
                  </a:lnTo>
                  <a:lnTo>
                    <a:pt x="265" y="0"/>
                  </a:lnTo>
                  <a:lnTo>
                    <a:pt x="283" y="1"/>
                  </a:lnTo>
                  <a:lnTo>
                    <a:pt x="300" y="2"/>
                  </a:lnTo>
                  <a:lnTo>
                    <a:pt x="317" y="5"/>
                  </a:lnTo>
                  <a:lnTo>
                    <a:pt x="334" y="9"/>
                  </a:lnTo>
                  <a:lnTo>
                    <a:pt x="350" y="14"/>
                  </a:lnTo>
                  <a:lnTo>
                    <a:pt x="366" y="20"/>
                  </a:lnTo>
                  <a:lnTo>
                    <a:pt x="381" y="27"/>
                  </a:lnTo>
                  <a:lnTo>
                    <a:pt x="397" y="36"/>
                  </a:lnTo>
                  <a:lnTo>
                    <a:pt x="412" y="45"/>
                  </a:lnTo>
                  <a:lnTo>
                    <a:pt x="426" y="56"/>
                  </a:lnTo>
                  <a:lnTo>
                    <a:pt x="440" y="66"/>
                  </a:lnTo>
                  <a:lnTo>
                    <a:pt x="452" y="78"/>
                  </a:lnTo>
                  <a:lnTo>
                    <a:pt x="464" y="90"/>
                  </a:lnTo>
                  <a:lnTo>
                    <a:pt x="474" y="104"/>
                  </a:lnTo>
                  <a:lnTo>
                    <a:pt x="485" y="118"/>
                  </a:lnTo>
                  <a:lnTo>
                    <a:pt x="494" y="133"/>
                  </a:lnTo>
                  <a:lnTo>
                    <a:pt x="503" y="149"/>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126" name=""/>
          <p:cNvGrpSpPr/>
          <p:nvPr/>
        </p:nvGrpSpPr>
        <p:grpSpPr>
          <a:xfrm>
            <a:off x="4059360" y="3556440"/>
            <a:ext cx="1960560" cy="2041560"/>
            <a:chOff x="4059360" y="3556440"/>
            <a:chExt cx="1960560" cy="2041560"/>
          </a:xfrm>
        </p:grpSpPr>
        <p:sp>
          <p:nvSpPr>
            <p:cNvPr id="127" name=""/>
            <p:cNvSpPr/>
            <p:nvPr/>
          </p:nvSpPr>
          <p:spPr>
            <a:xfrm>
              <a:off x="4496040" y="4037760"/>
              <a:ext cx="1084320" cy="1306440"/>
            </a:xfrm>
            <a:custGeom>
              <a:avLst/>
              <a:gdLst>
                <a:gd name="textAreaLeft" fmla="*/ 0 w 1084320"/>
                <a:gd name="textAreaRight" fmla="*/ 1087560 w 1084320"/>
                <a:gd name="textAreaTop" fmla="*/ 0 h 1306440"/>
                <a:gd name="textAreaBottom" fmla="*/ 1309680 h 1306440"/>
              </a:gdLst>
              <a:ahLst/>
              <a:cxnLst/>
              <a:rect l="textAreaLeft" t="textAreaTop" r="textAreaRight" b="textAreaBottom"/>
              <a:pathLst>
                <a:path w="3021" h="3638">
                  <a:moveTo>
                    <a:pt x="1511" y="0"/>
                  </a:moveTo>
                  <a:lnTo>
                    <a:pt x="1511" y="0"/>
                  </a:lnTo>
                  <a:lnTo>
                    <a:pt x="1510" y="0"/>
                  </a:lnTo>
                  <a:lnTo>
                    <a:pt x="1408" y="3"/>
                  </a:lnTo>
                  <a:lnTo>
                    <a:pt x="1309" y="12"/>
                  </a:lnTo>
                  <a:lnTo>
                    <a:pt x="1212" y="27"/>
                  </a:lnTo>
                  <a:lnTo>
                    <a:pt x="1119" y="49"/>
                  </a:lnTo>
                  <a:lnTo>
                    <a:pt x="1026" y="77"/>
                  </a:lnTo>
                  <a:lnTo>
                    <a:pt x="936" y="112"/>
                  </a:lnTo>
                  <a:lnTo>
                    <a:pt x="845" y="153"/>
                  </a:lnTo>
                  <a:lnTo>
                    <a:pt x="755" y="202"/>
                  </a:lnTo>
                  <a:lnTo>
                    <a:pt x="668" y="256"/>
                  </a:lnTo>
                  <a:lnTo>
                    <a:pt x="586" y="313"/>
                  </a:lnTo>
                  <a:lnTo>
                    <a:pt x="511" y="374"/>
                  </a:lnTo>
                  <a:lnTo>
                    <a:pt x="440" y="440"/>
                  </a:lnTo>
                  <a:lnTo>
                    <a:pt x="374" y="511"/>
                  </a:lnTo>
                  <a:lnTo>
                    <a:pt x="313" y="586"/>
                  </a:lnTo>
                  <a:lnTo>
                    <a:pt x="256" y="668"/>
                  </a:lnTo>
                  <a:lnTo>
                    <a:pt x="202" y="755"/>
                  </a:lnTo>
                  <a:lnTo>
                    <a:pt x="153" y="845"/>
                  </a:lnTo>
                  <a:lnTo>
                    <a:pt x="112" y="936"/>
                  </a:lnTo>
                  <a:lnTo>
                    <a:pt x="77" y="1027"/>
                  </a:lnTo>
                  <a:lnTo>
                    <a:pt x="49" y="1119"/>
                  </a:lnTo>
                  <a:lnTo>
                    <a:pt x="27" y="1213"/>
                  </a:lnTo>
                  <a:lnTo>
                    <a:pt x="12" y="1309"/>
                  </a:lnTo>
                  <a:lnTo>
                    <a:pt x="3" y="1408"/>
                  </a:lnTo>
                  <a:lnTo>
                    <a:pt x="0" y="1511"/>
                  </a:lnTo>
                  <a:lnTo>
                    <a:pt x="0" y="1511"/>
                  </a:lnTo>
                  <a:lnTo>
                    <a:pt x="0" y="1511"/>
                  </a:lnTo>
                  <a:lnTo>
                    <a:pt x="3" y="1613"/>
                  </a:lnTo>
                  <a:lnTo>
                    <a:pt x="12" y="1712"/>
                  </a:lnTo>
                  <a:lnTo>
                    <a:pt x="27" y="1808"/>
                  </a:lnTo>
                  <a:lnTo>
                    <a:pt x="49" y="1901"/>
                  </a:lnTo>
                  <a:lnTo>
                    <a:pt x="77" y="1993"/>
                  </a:lnTo>
                  <a:lnTo>
                    <a:pt x="112" y="2084"/>
                  </a:lnTo>
                  <a:lnTo>
                    <a:pt x="153" y="2174"/>
                  </a:lnTo>
                  <a:lnTo>
                    <a:pt x="202" y="2264"/>
                  </a:lnTo>
                  <a:lnTo>
                    <a:pt x="256" y="2351"/>
                  </a:lnTo>
                  <a:lnTo>
                    <a:pt x="313" y="2432"/>
                  </a:lnTo>
                  <a:lnTo>
                    <a:pt x="375" y="2508"/>
                  </a:lnTo>
                  <a:lnTo>
                    <a:pt x="440" y="2578"/>
                  </a:lnTo>
                  <a:lnTo>
                    <a:pt x="511" y="2644"/>
                  </a:lnTo>
                  <a:lnTo>
                    <a:pt x="587" y="2706"/>
                  </a:lnTo>
                  <a:lnTo>
                    <a:pt x="668" y="2763"/>
                  </a:lnTo>
                  <a:lnTo>
                    <a:pt x="755" y="2817"/>
                  </a:lnTo>
                  <a:lnTo>
                    <a:pt x="818" y="2852"/>
                  </a:lnTo>
                  <a:lnTo>
                    <a:pt x="881" y="2882"/>
                  </a:lnTo>
                  <a:lnTo>
                    <a:pt x="944" y="2909"/>
                  </a:lnTo>
                  <a:lnTo>
                    <a:pt x="1012" y="2935"/>
                  </a:lnTo>
                  <a:lnTo>
                    <a:pt x="1012" y="2937"/>
                  </a:lnTo>
                  <a:lnTo>
                    <a:pt x="1012" y="3461"/>
                  </a:lnTo>
                  <a:lnTo>
                    <a:pt x="1013" y="3479"/>
                  </a:lnTo>
                  <a:lnTo>
                    <a:pt x="1016" y="3497"/>
                  </a:lnTo>
                  <a:lnTo>
                    <a:pt x="1020" y="3514"/>
                  </a:lnTo>
                  <a:lnTo>
                    <a:pt x="1026" y="3530"/>
                  </a:lnTo>
                  <a:lnTo>
                    <a:pt x="1033" y="3545"/>
                  </a:lnTo>
                  <a:lnTo>
                    <a:pt x="1042" y="3560"/>
                  </a:lnTo>
                  <a:lnTo>
                    <a:pt x="1052" y="3573"/>
                  </a:lnTo>
                  <a:lnTo>
                    <a:pt x="1064" y="3586"/>
                  </a:lnTo>
                  <a:lnTo>
                    <a:pt x="1076" y="3597"/>
                  </a:lnTo>
                  <a:lnTo>
                    <a:pt x="1090" y="3608"/>
                  </a:lnTo>
                  <a:lnTo>
                    <a:pt x="1104" y="3616"/>
                  </a:lnTo>
                  <a:lnTo>
                    <a:pt x="1120" y="3624"/>
                  </a:lnTo>
                  <a:lnTo>
                    <a:pt x="1136" y="3630"/>
                  </a:lnTo>
                  <a:lnTo>
                    <a:pt x="1153" y="3634"/>
                  </a:lnTo>
                  <a:lnTo>
                    <a:pt x="1171" y="3637"/>
                  </a:lnTo>
                  <a:lnTo>
                    <a:pt x="1189" y="3638"/>
                  </a:lnTo>
                  <a:lnTo>
                    <a:pt x="1832" y="3638"/>
                  </a:lnTo>
                  <a:lnTo>
                    <a:pt x="1850" y="3637"/>
                  </a:lnTo>
                  <a:lnTo>
                    <a:pt x="1868" y="3634"/>
                  </a:lnTo>
                  <a:lnTo>
                    <a:pt x="1885" y="3630"/>
                  </a:lnTo>
                  <a:lnTo>
                    <a:pt x="1901" y="3624"/>
                  </a:lnTo>
                  <a:lnTo>
                    <a:pt x="1916" y="3616"/>
                  </a:lnTo>
                  <a:lnTo>
                    <a:pt x="1931" y="3608"/>
                  </a:lnTo>
                  <a:lnTo>
                    <a:pt x="1945" y="3597"/>
                  </a:lnTo>
                  <a:lnTo>
                    <a:pt x="1957" y="3586"/>
                  </a:lnTo>
                  <a:lnTo>
                    <a:pt x="1969" y="3573"/>
                  </a:lnTo>
                  <a:lnTo>
                    <a:pt x="1979" y="3560"/>
                  </a:lnTo>
                  <a:lnTo>
                    <a:pt x="1988" y="3545"/>
                  </a:lnTo>
                  <a:lnTo>
                    <a:pt x="1995" y="3530"/>
                  </a:lnTo>
                  <a:lnTo>
                    <a:pt x="2001" y="3514"/>
                  </a:lnTo>
                  <a:lnTo>
                    <a:pt x="2005" y="3497"/>
                  </a:lnTo>
                  <a:lnTo>
                    <a:pt x="2008" y="3479"/>
                  </a:lnTo>
                  <a:lnTo>
                    <a:pt x="2009" y="3461"/>
                  </a:lnTo>
                  <a:lnTo>
                    <a:pt x="2009" y="2937"/>
                  </a:lnTo>
                  <a:lnTo>
                    <a:pt x="2009" y="2935"/>
                  </a:lnTo>
                  <a:lnTo>
                    <a:pt x="2009" y="2935"/>
                  </a:lnTo>
                  <a:lnTo>
                    <a:pt x="2077" y="2910"/>
                  </a:lnTo>
                  <a:lnTo>
                    <a:pt x="2141" y="2883"/>
                  </a:lnTo>
                  <a:lnTo>
                    <a:pt x="2203" y="2852"/>
                  </a:lnTo>
                  <a:lnTo>
                    <a:pt x="2266" y="2818"/>
                  </a:lnTo>
                  <a:lnTo>
                    <a:pt x="2353" y="2764"/>
                  </a:lnTo>
                  <a:lnTo>
                    <a:pt x="2435" y="2706"/>
                  </a:lnTo>
                  <a:lnTo>
                    <a:pt x="2510" y="2645"/>
                  </a:lnTo>
                  <a:lnTo>
                    <a:pt x="2581" y="2579"/>
                  </a:lnTo>
                  <a:lnTo>
                    <a:pt x="2646" y="2508"/>
                  </a:lnTo>
                  <a:lnTo>
                    <a:pt x="2708" y="2432"/>
                  </a:lnTo>
                  <a:lnTo>
                    <a:pt x="2765" y="2351"/>
                  </a:lnTo>
                  <a:lnTo>
                    <a:pt x="2819" y="2264"/>
                  </a:lnTo>
                  <a:lnTo>
                    <a:pt x="2867" y="2174"/>
                  </a:lnTo>
                  <a:lnTo>
                    <a:pt x="2909" y="2084"/>
                  </a:lnTo>
                  <a:lnTo>
                    <a:pt x="2944" y="1993"/>
                  </a:lnTo>
                  <a:lnTo>
                    <a:pt x="2972" y="1901"/>
                  </a:lnTo>
                  <a:lnTo>
                    <a:pt x="2994" y="1808"/>
                  </a:lnTo>
                  <a:lnTo>
                    <a:pt x="3009" y="1712"/>
                  </a:lnTo>
                  <a:lnTo>
                    <a:pt x="3018" y="1613"/>
                  </a:lnTo>
                  <a:lnTo>
                    <a:pt x="3021" y="1511"/>
                  </a:lnTo>
                  <a:lnTo>
                    <a:pt x="3021" y="1511"/>
                  </a:lnTo>
                  <a:lnTo>
                    <a:pt x="3021" y="1511"/>
                  </a:lnTo>
                  <a:lnTo>
                    <a:pt x="3018" y="1408"/>
                  </a:lnTo>
                  <a:lnTo>
                    <a:pt x="3009" y="1309"/>
                  </a:lnTo>
                  <a:lnTo>
                    <a:pt x="2994" y="1213"/>
                  </a:lnTo>
                  <a:lnTo>
                    <a:pt x="2972" y="1119"/>
                  </a:lnTo>
                  <a:lnTo>
                    <a:pt x="2944" y="1027"/>
                  </a:lnTo>
                  <a:lnTo>
                    <a:pt x="2909" y="936"/>
                  </a:lnTo>
                  <a:lnTo>
                    <a:pt x="2867" y="845"/>
                  </a:lnTo>
                  <a:lnTo>
                    <a:pt x="2819" y="755"/>
                  </a:lnTo>
                  <a:lnTo>
                    <a:pt x="2765" y="668"/>
                  </a:lnTo>
                  <a:lnTo>
                    <a:pt x="2708" y="586"/>
                  </a:lnTo>
                  <a:lnTo>
                    <a:pt x="2646" y="511"/>
                  </a:lnTo>
                  <a:lnTo>
                    <a:pt x="2581" y="440"/>
                  </a:lnTo>
                  <a:lnTo>
                    <a:pt x="2510" y="374"/>
                  </a:lnTo>
                  <a:lnTo>
                    <a:pt x="2434" y="313"/>
                  </a:lnTo>
                  <a:lnTo>
                    <a:pt x="2353" y="256"/>
                  </a:lnTo>
                  <a:lnTo>
                    <a:pt x="2266" y="202"/>
                  </a:lnTo>
                  <a:lnTo>
                    <a:pt x="2176" y="153"/>
                  </a:lnTo>
                  <a:lnTo>
                    <a:pt x="2085" y="112"/>
                  </a:lnTo>
                  <a:lnTo>
                    <a:pt x="1994" y="77"/>
                  </a:lnTo>
                  <a:lnTo>
                    <a:pt x="1902" y="49"/>
                  </a:lnTo>
                  <a:lnTo>
                    <a:pt x="1808" y="27"/>
                  </a:lnTo>
                  <a:lnTo>
                    <a:pt x="1712" y="12"/>
                  </a:lnTo>
                  <a:lnTo>
                    <a:pt x="1613" y="3"/>
                  </a:lnTo>
                  <a:lnTo>
                    <a:pt x="1510" y="0"/>
                  </a:lnTo>
                  <a:lnTo>
                    <a:pt x="1510" y="0"/>
                  </a:lnTo>
                  <a:lnTo>
                    <a:pt x="1511" y="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8" name=""/>
            <p:cNvSpPr/>
            <p:nvPr/>
          </p:nvSpPr>
          <p:spPr>
            <a:xfrm>
              <a:off x="4784400" y="5347440"/>
              <a:ext cx="507600" cy="124560"/>
            </a:xfrm>
            <a:custGeom>
              <a:avLst/>
              <a:gdLst>
                <a:gd name="textAreaLeft" fmla="*/ 0 w 507600"/>
                <a:gd name="textAreaRight" fmla="*/ 510840 w 507600"/>
                <a:gd name="textAreaTop" fmla="*/ 0 h 124560"/>
                <a:gd name="textAreaBottom" fmla="*/ 127800 h 124560"/>
              </a:gdLst>
              <a:ahLst/>
              <a:cxnLst/>
              <a:rect l="textAreaLeft" t="textAreaTop" r="textAreaRight" b="textAreaBottom"/>
              <a:pathLst>
                <a:path w="1419" h="355">
                  <a:moveTo>
                    <a:pt x="709" y="355"/>
                  </a:moveTo>
                  <a:lnTo>
                    <a:pt x="1241" y="355"/>
                  </a:lnTo>
                  <a:lnTo>
                    <a:pt x="1259" y="354"/>
                  </a:lnTo>
                  <a:lnTo>
                    <a:pt x="1277" y="351"/>
                  </a:lnTo>
                  <a:lnTo>
                    <a:pt x="1294" y="347"/>
                  </a:lnTo>
                  <a:lnTo>
                    <a:pt x="1310" y="341"/>
                  </a:lnTo>
                  <a:lnTo>
                    <a:pt x="1326" y="334"/>
                  </a:lnTo>
                  <a:lnTo>
                    <a:pt x="1340" y="325"/>
                  </a:lnTo>
                  <a:lnTo>
                    <a:pt x="1354" y="315"/>
                  </a:lnTo>
                  <a:lnTo>
                    <a:pt x="1367" y="303"/>
                  </a:lnTo>
                  <a:lnTo>
                    <a:pt x="1378" y="291"/>
                  </a:lnTo>
                  <a:lnTo>
                    <a:pt x="1388" y="277"/>
                  </a:lnTo>
                  <a:lnTo>
                    <a:pt x="1397" y="262"/>
                  </a:lnTo>
                  <a:lnTo>
                    <a:pt x="1405" y="247"/>
                  </a:lnTo>
                  <a:lnTo>
                    <a:pt x="1411" y="231"/>
                  </a:lnTo>
                  <a:lnTo>
                    <a:pt x="1415" y="214"/>
                  </a:lnTo>
                  <a:lnTo>
                    <a:pt x="1418" y="196"/>
                  </a:lnTo>
                  <a:lnTo>
                    <a:pt x="1419" y="178"/>
                  </a:lnTo>
                  <a:lnTo>
                    <a:pt x="1418" y="160"/>
                  </a:lnTo>
                  <a:lnTo>
                    <a:pt x="1415" y="142"/>
                  </a:lnTo>
                  <a:lnTo>
                    <a:pt x="1411" y="125"/>
                  </a:lnTo>
                  <a:lnTo>
                    <a:pt x="1405" y="109"/>
                  </a:lnTo>
                  <a:lnTo>
                    <a:pt x="1397" y="93"/>
                  </a:lnTo>
                  <a:lnTo>
                    <a:pt x="1388" y="79"/>
                  </a:lnTo>
                  <a:lnTo>
                    <a:pt x="1378" y="65"/>
                  </a:lnTo>
                  <a:lnTo>
                    <a:pt x="1367" y="52"/>
                  </a:lnTo>
                  <a:lnTo>
                    <a:pt x="1354" y="41"/>
                  </a:lnTo>
                  <a:lnTo>
                    <a:pt x="1340" y="30"/>
                  </a:lnTo>
                  <a:lnTo>
                    <a:pt x="1326" y="22"/>
                  </a:lnTo>
                  <a:lnTo>
                    <a:pt x="1310" y="14"/>
                  </a:lnTo>
                  <a:lnTo>
                    <a:pt x="1294" y="8"/>
                  </a:lnTo>
                  <a:lnTo>
                    <a:pt x="1277" y="4"/>
                  </a:lnTo>
                  <a:lnTo>
                    <a:pt x="1259" y="1"/>
                  </a:lnTo>
                  <a:lnTo>
                    <a:pt x="1241" y="0"/>
                  </a:lnTo>
                  <a:lnTo>
                    <a:pt x="178" y="0"/>
                  </a:lnTo>
                  <a:lnTo>
                    <a:pt x="160" y="1"/>
                  </a:lnTo>
                  <a:lnTo>
                    <a:pt x="142" y="4"/>
                  </a:lnTo>
                  <a:lnTo>
                    <a:pt x="125" y="8"/>
                  </a:lnTo>
                  <a:lnTo>
                    <a:pt x="109" y="14"/>
                  </a:lnTo>
                  <a:lnTo>
                    <a:pt x="93" y="22"/>
                  </a:lnTo>
                  <a:lnTo>
                    <a:pt x="79" y="30"/>
                  </a:lnTo>
                  <a:lnTo>
                    <a:pt x="65" y="41"/>
                  </a:lnTo>
                  <a:lnTo>
                    <a:pt x="52" y="52"/>
                  </a:lnTo>
                  <a:lnTo>
                    <a:pt x="41" y="65"/>
                  </a:lnTo>
                  <a:lnTo>
                    <a:pt x="30" y="79"/>
                  </a:lnTo>
                  <a:lnTo>
                    <a:pt x="22" y="93"/>
                  </a:lnTo>
                  <a:lnTo>
                    <a:pt x="14" y="109"/>
                  </a:lnTo>
                  <a:lnTo>
                    <a:pt x="8" y="125"/>
                  </a:lnTo>
                  <a:lnTo>
                    <a:pt x="4" y="142"/>
                  </a:lnTo>
                  <a:lnTo>
                    <a:pt x="1" y="160"/>
                  </a:lnTo>
                  <a:lnTo>
                    <a:pt x="0" y="178"/>
                  </a:lnTo>
                  <a:lnTo>
                    <a:pt x="1" y="196"/>
                  </a:lnTo>
                  <a:lnTo>
                    <a:pt x="4" y="214"/>
                  </a:lnTo>
                  <a:lnTo>
                    <a:pt x="8" y="231"/>
                  </a:lnTo>
                  <a:lnTo>
                    <a:pt x="14" y="247"/>
                  </a:lnTo>
                  <a:lnTo>
                    <a:pt x="22" y="262"/>
                  </a:lnTo>
                  <a:lnTo>
                    <a:pt x="30" y="277"/>
                  </a:lnTo>
                  <a:lnTo>
                    <a:pt x="41" y="291"/>
                  </a:lnTo>
                  <a:lnTo>
                    <a:pt x="52" y="303"/>
                  </a:lnTo>
                  <a:lnTo>
                    <a:pt x="65" y="315"/>
                  </a:lnTo>
                  <a:lnTo>
                    <a:pt x="79" y="325"/>
                  </a:lnTo>
                  <a:lnTo>
                    <a:pt x="93" y="334"/>
                  </a:lnTo>
                  <a:lnTo>
                    <a:pt x="109" y="341"/>
                  </a:lnTo>
                  <a:lnTo>
                    <a:pt x="125" y="347"/>
                  </a:lnTo>
                  <a:lnTo>
                    <a:pt x="142" y="351"/>
                  </a:lnTo>
                  <a:lnTo>
                    <a:pt x="160" y="354"/>
                  </a:lnTo>
                  <a:lnTo>
                    <a:pt x="178" y="355"/>
                  </a:lnTo>
                  <a:lnTo>
                    <a:pt x="709"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9" name=""/>
            <p:cNvSpPr/>
            <p:nvPr/>
          </p:nvSpPr>
          <p:spPr>
            <a:xfrm>
              <a:off x="4833720" y="5473440"/>
              <a:ext cx="408960" cy="124560"/>
            </a:xfrm>
            <a:custGeom>
              <a:avLst/>
              <a:gdLst>
                <a:gd name="textAreaLeft" fmla="*/ 0 w 408960"/>
                <a:gd name="textAreaRight" fmla="*/ 412200 w 408960"/>
                <a:gd name="textAreaTop" fmla="*/ 0 h 124560"/>
                <a:gd name="textAreaBottom" fmla="*/ 127800 h 124560"/>
              </a:gdLst>
              <a:ahLst/>
              <a:cxnLst/>
              <a:rect l="textAreaLeft" t="textAreaTop" r="textAreaRight" b="textAreaBottom"/>
              <a:pathLst>
                <a:path w="1145" h="355">
                  <a:moveTo>
                    <a:pt x="572" y="355"/>
                  </a:moveTo>
                  <a:lnTo>
                    <a:pt x="968" y="355"/>
                  </a:lnTo>
                  <a:lnTo>
                    <a:pt x="986" y="354"/>
                  </a:lnTo>
                  <a:lnTo>
                    <a:pt x="1003" y="351"/>
                  </a:lnTo>
                  <a:lnTo>
                    <a:pt x="1020" y="347"/>
                  </a:lnTo>
                  <a:lnTo>
                    <a:pt x="1037" y="341"/>
                  </a:lnTo>
                  <a:lnTo>
                    <a:pt x="1052" y="334"/>
                  </a:lnTo>
                  <a:lnTo>
                    <a:pt x="1067" y="325"/>
                  </a:lnTo>
                  <a:lnTo>
                    <a:pt x="1080" y="315"/>
                  </a:lnTo>
                  <a:lnTo>
                    <a:pt x="1093" y="303"/>
                  </a:lnTo>
                  <a:lnTo>
                    <a:pt x="1104" y="291"/>
                  </a:lnTo>
                  <a:lnTo>
                    <a:pt x="1115" y="277"/>
                  </a:lnTo>
                  <a:lnTo>
                    <a:pt x="1123" y="262"/>
                  </a:lnTo>
                  <a:lnTo>
                    <a:pt x="1131" y="247"/>
                  </a:lnTo>
                  <a:lnTo>
                    <a:pt x="1137" y="231"/>
                  </a:lnTo>
                  <a:lnTo>
                    <a:pt x="1141" y="214"/>
                  </a:lnTo>
                  <a:lnTo>
                    <a:pt x="1144" y="196"/>
                  </a:lnTo>
                  <a:lnTo>
                    <a:pt x="1145" y="178"/>
                  </a:lnTo>
                  <a:lnTo>
                    <a:pt x="1145" y="178"/>
                  </a:lnTo>
                  <a:lnTo>
                    <a:pt x="1144" y="160"/>
                  </a:lnTo>
                  <a:lnTo>
                    <a:pt x="1141" y="142"/>
                  </a:lnTo>
                  <a:lnTo>
                    <a:pt x="1137" y="125"/>
                  </a:lnTo>
                  <a:lnTo>
                    <a:pt x="1131" y="109"/>
                  </a:lnTo>
                  <a:lnTo>
                    <a:pt x="1123" y="93"/>
                  </a:lnTo>
                  <a:lnTo>
                    <a:pt x="1115" y="79"/>
                  </a:lnTo>
                  <a:lnTo>
                    <a:pt x="1104" y="65"/>
                  </a:lnTo>
                  <a:lnTo>
                    <a:pt x="1093" y="52"/>
                  </a:lnTo>
                  <a:lnTo>
                    <a:pt x="1080" y="41"/>
                  </a:lnTo>
                  <a:lnTo>
                    <a:pt x="1067" y="30"/>
                  </a:lnTo>
                  <a:lnTo>
                    <a:pt x="1052" y="22"/>
                  </a:lnTo>
                  <a:lnTo>
                    <a:pt x="1037" y="14"/>
                  </a:lnTo>
                  <a:lnTo>
                    <a:pt x="1020" y="8"/>
                  </a:lnTo>
                  <a:lnTo>
                    <a:pt x="1003" y="4"/>
                  </a:lnTo>
                  <a:lnTo>
                    <a:pt x="986" y="1"/>
                  </a:lnTo>
                  <a:lnTo>
                    <a:pt x="968" y="0"/>
                  </a:lnTo>
                  <a:lnTo>
                    <a:pt x="177" y="0"/>
                  </a:lnTo>
                  <a:lnTo>
                    <a:pt x="159" y="1"/>
                  </a:lnTo>
                  <a:lnTo>
                    <a:pt x="142" y="4"/>
                  </a:lnTo>
                  <a:lnTo>
                    <a:pt x="125" y="8"/>
                  </a:lnTo>
                  <a:lnTo>
                    <a:pt x="108" y="14"/>
                  </a:lnTo>
                  <a:lnTo>
                    <a:pt x="93" y="22"/>
                  </a:lnTo>
                  <a:lnTo>
                    <a:pt x="78" y="30"/>
                  </a:lnTo>
                  <a:lnTo>
                    <a:pt x="65" y="41"/>
                  </a:lnTo>
                  <a:lnTo>
                    <a:pt x="52" y="52"/>
                  </a:lnTo>
                  <a:lnTo>
                    <a:pt x="41" y="65"/>
                  </a:lnTo>
                  <a:lnTo>
                    <a:pt x="30" y="79"/>
                  </a:lnTo>
                  <a:lnTo>
                    <a:pt x="22" y="93"/>
                  </a:lnTo>
                  <a:lnTo>
                    <a:pt x="14" y="109"/>
                  </a:lnTo>
                  <a:lnTo>
                    <a:pt x="8" y="125"/>
                  </a:lnTo>
                  <a:lnTo>
                    <a:pt x="4" y="142"/>
                  </a:lnTo>
                  <a:lnTo>
                    <a:pt x="1" y="160"/>
                  </a:lnTo>
                  <a:lnTo>
                    <a:pt x="0" y="178"/>
                  </a:lnTo>
                  <a:lnTo>
                    <a:pt x="0" y="178"/>
                  </a:lnTo>
                  <a:lnTo>
                    <a:pt x="1" y="196"/>
                  </a:lnTo>
                  <a:lnTo>
                    <a:pt x="4" y="214"/>
                  </a:lnTo>
                  <a:lnTo>
                    <a:pt x="8" y="231"/>
                  </a:lnTo>
                  <a:lnTo>
                    <a:pt x="14" y="247"/>
                  </a:lnTo>
                  <a:lnTo>
                    <a:pt x="22" y="262"/>
                  </a:lnTo>
                  <a:lnTo>
                    <a:pt x="30" y="277"/>
                  </a:lnTo>
                  <a:lnTo>
                    <a:pt x="41" y="291"/>
                  </a:lnTo>
                  <a:lnTo>
                    <a:pt x="52" y="303"/>
                  </a:lnTo>
                  <a:lnTo>
                    <a:pt x="65" y="315"/>
                  </a:lnTo>
                  <a:lnTo>
                    <a:pt x="78" y="325"/>
                  </a:lnTo>
                  <a:lnTo>
                    <a:pt x="93" y="334"/>
                  </a:lnTo>
                  <a:lnTo>
                    <a:pt x="108" y="341"/>
                  </a:lnTo>
                  <a:lnTo>
                    <a:pt x="125" y="347"/>
                  </a:lnTo>
                  <a:lnTo>
                    <a:pt x="142" y="351"/>
                  </a:lnTo>
                  <a:lnTo>
                    <a:pt x="159" y="354"/>
                  </a:lnTo>
                  <a:lnTo>
                    <a:pt x="177" y="355"/>
                  </a:lnTo>
                  <a:lnTo>
                    <a:pt x="572"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0" name=""/>
            <p:cNvSpPr/>
            <p:nvPr/>
          </p:nvSpPr>
          <p:spPr>
            <a:xfrm>
              <a:off x="4793400" y="4399560"/>
              <a:ext cx="495360" cy="944640"/>
            </a:xfrm>
            <a:custGeom>
              <a:avLst/>
              <a:gdLst>
                <a:gd name="textAreaLeft" fmla="*/ 0 w 495360"/>
                <a:gd name="textAreaRight" fmla="*/ 498600 w 495360"/>
                <a:gd name="textAreaTop" fmla="*/ 0 h 944640"/>
                <a:gd name="textAreaBottom" fmla="*/ 947880 h 944640"/>
              </a:gdLst>
              <a:ahLst/>
              <a:cxnLst/>
              <a:rect l="textAreaLeft" t="textAreaTop" r="textAreaRight" b="textAreaBottom"/>
              <a:pathLst>
                <a:path w="1385" h="2633">
                  <a:moveTo>
                    <a:pt x="503" y="2633"/>
                  </a:moveTo>
                  <a:lnTo>
                    <a:pt x="513" y="1969"/>
                  </a:lnTo>
                  <a:lnTo>
                    <a:pt x="520" y="1619"/>
                  </a:lnTo>
                  <a:lnTo>
                    <a:pt x="527" y="1392"/>
                  </a:lnTo>
                  <a:lnTo>
                    <a:pt x="531" y="1352"/>
                  </a:lnTo>
                  <a:lnTo>
                    <a:pt x="541" y="1314"/>
                  </a:lnTo>
                  <a:lnTo>
                    <a:pt x="555" y="1278"/>
                  </a:lnTo>
                  <a:lnTo>
                    <a:pt x="573" y="1244"/>
                  </a:lnTo>
                  <a:lnTo>
                    <a:pt x="595" y="1211"/>
                  </a:lnTo>
                  <a:lnTo>
                    <a:pt x="620" y="1180"/>
                  </a:lnTo>
                  <a:lnTo>
                    <a:pt x="680" y="1122"/>
                  </a:lnTo>
                  <a:lnTo>
                    <a:pt x="749" y="1069"/>
                  </a:lnTo>
                  <a:lnTo>
                    <a:pt x="825" y="1018"/>
                  </a:lnTo>
                  <a:lnTo>
                    <a:pt x="987" y="922"/>
                  </a:lnTo>
                  <a:lnTo>
                    <a:pt x="1146" y="822"/>
                  </a:lnTo>
                  <a:lnTo>
                    <a:pt x="1216" y="768"/>
                  </a:lnTo>
                  <a:lnTo>
                    <a:pt x="1278" y="709"/>
                  </a:lnTo>
                  <a:lnTo>
                    <a:pt x="1305" y="677"/>
                  </a:lnTo>
                  <a:lnTo>
                    <a:pt x="1328" y="644"/>
                  </a:lnTo>
                  <a:lnTo>
                    <a:pt x="1348" y="609"/>
                  </a:lnTo>
                  <a:lnTo>
                    <a:pt x="1364" y="572"/>
                  </a:lnTo>
                  <a:lnTo>
                    <a:pt x="1376" y="533"/>
                  </a:lnTo>
                  <a:lnTo>
                    <a:pt x="1383" y="492"/>
                  </a:lnTo>
                  <a:lnTo>
                    <a:pt x="1385" y="448"/>
                  </a:lnTo>
                  <a:lnTo>
                    <a:pt x="1382" y="402"/>
                  </a:lnTo>
                  <a:lnTo>
                    <a:pt x="1374" y="364"/>
                  </a:lnTo>
                  <a:lnTo>
                    <a:pt x="1363" y="332"/>
                  </a:lnTo>
                  <a:lnTo>
                    <a:pt x="1347" y="304"/>
                  </a:lnTo>
                  <a:lnTo>
                    <a:pt x="1328" y="279"/>
                  </a:lnTo>
                  <a:lnTo>
                    <a:pt x="1306" y="259"/>
                  </a:lnTo>
                  <a:lnTo>
                    <a:pt x="1280" y="243"/>
                  </a:lnTo>
                  <a:lnTo>
                    <a:pt x="1252" y="230"/>
                  </a:lnTo>
                  <a:lnTo>
                    <a:pt x="1222" y="221"/>
                  </a:lnTo>
                  <a:lnTo>
                    <a:pt x="1190" y="214"/>
                  </a:lnTo>
                  <a:lnTo>
                    <a:pt x="1156" y="211"/>
                  </a:lnTo>
                  <a:lnTo>
                    <a:pt x="1084" y="214"/>
                  </a:lnTo>
                  <a:lnTo>
                    <a:pt x="1010" y="227"/>
                  </a:lnTo>
                  <a:lnTo>
                    <a:pt x="936" y="249"/>
                  </a:lnTo>
                  <a:lnTo>
                    <a:pt x="865" y="278"/>
                  </a:lnTo>
                  <a:lnTo>
                    <a:pt x="800" y="313"/>
                  </a:lnTo>
                  <a:lnTo>
                    <a:pt x="743" y="354"/>
                  </a:lnTo>
                  <a:lnTo>
                    <a:pt x="719" y="375"/>
                  </a:lnTo>
                  <a:lnTo>
                    <a:pt x="697" y="397"/>
                  </a:lnTo>
                  <a:lnTo>
                    <a:pt x="679" y="420"/>
                  </a:lnTo>
                  <a:lnTo>
                    <a:pt x="665" y="443"/>
                  </a:lnTo>
                  <a:lnTo>
                    <a:pt x="654" y="466"/>
                  </a:lnTo>
                  <a:lnTo>
                    <a:pt x="649" y="489"/>
                  </a:lnTo>
                  <a:lnTo>
                    <a:pt x="648" y="512"/>
                  </a:lnTo>
                  <a:lnTo>
                    <a:pt x="652" y="535"/>
                  </a:lnTo>
                  <a:lnTo>
                    <a:pt x="661" y="557"/>
                  </a:lnTo>
                  <a:lnTo>
                    <a:pt x="677" y="579"/>
                  </a:lnTo>
                  <a:lnTo>
                    <a:pt x="691" y="593"/>
                  </a:lnTo>
                  <a:lnTo>
                    <a:pt x="705" y="604"/>
                  </a:lnTo>
                  <a:lnTo>
                    <a:pt x="718" y="612"/>
                  </a:lnTo>
                  <a:lnTo>
                    <a:pt x="732" y="616"/>
                  </a:lnTo>
                  <a:lnTo>
                    <a:pt x="745" y="618"/>
                  </a:lnTo>
                  <a:lnTo>
                    <a:pt x="758" y="618"/>
                  </a:lnTo>
                  <a:lnTo>
                    <a:pt x="771" y="614"/>
                  </a:lnTo>
                  <a:lnTo>
                    <a:pt x="783" y="609"/>
                  </a:lnTo>
                  <a:lnTo>
                    <a:pt x="794" y="601"/>
                  </a:lnTo>
                  <a:lnTo>
                    <a:pt x="805" y="591"/>
                  </a:lnTo>
                  <a:lnTo>
                    <a:pt x="815" y="579"/>
                  </a:lnTo>
                  <a:lnTo>
                    <a:pt x="825" y="565"/>
                  </a:lnTo>
                  <a:lnTo>
                    <a:pt x="841" y="532"/>
                  </a:lnTo>
                  <a:lnTo>
                    <a:pt x="854" y="495"/>
                  </a:lnTo>
                  <a:lnTo>
                    <a:pt x="863" y="453"/>
                  </a:lnTo>
                  <a:lnTo>
                    <a:pt x="866" y="409"/>
                  </a:lnTo>
                  <a:lnTo>
                    <a:pt x="865" y="363"/>
                  </a:lnTo>
                  <a:lnTo>
                    <a:pt x="858" y="317"/>
                  </a:lnTo>
                  <a:lnTo>
                    <a:pt x="845" y="271"/>
                  </a:lnTo>
                  <a:lnTo>
                    <a:pt x="824" y="228"/>
                  </a:lnTo>
                  <a:lnTo>
                    <a:pt x="812" y="207"/>
                  </a:lnTo>
                  <a:lnTo>
                    <a:pt x="797" y="188"/>
                  </a:lnTo>
                  <a:lnTo>
                    <a:pt x="780" y="170"/>
                  </a:lnTo>
                  <a:lnTo>
                    <a:pt x="762" y="153"/>
                  </a:lnTo>
                  <a:lnTo>
                    <a:pt x="737" y="134"/>
                  </a:lnTo>
                  <a:lnTo>
                    <a:pt x="704" y="113"/>
                  </a:lnTo>
                  <a:lnTo>
                    <a:pt x="665" y="91"/>
                  </a:lnTo>
                  <a:lnTo>
                    <a:pt x="619" y="70"/>
                  </a:lnTo>
                  <a:lnTo>
                    <a:pt x="570" y="49"/>
                  </a:lnTo>
                  <a:lnTo>
                    <a:pt x="516" y="31"/>
                  </a:lnTo>
                  <a:lnTo>
                    <a:pt x="460" y="15"/>
                  </a:lnTo>
                  <a:lnTo>
                    <a:pt x="403" y="5"/>
                  </a:lnTo>
                  <a:lnTo>
                    <a:pt x="345" y="0"/>
                  </a:lnTo>
                  <a:lnTo>
                    <a:pt x="288" y="2"/>
                  </a:lnTo>
                  <a:lnTo>
                    <a:pt x="232" y="11"/>
                  </a:lnTo>
                  <a:lnTo>
                    <a:pt x="205" y="20"/>
                  </a:lnTo>
                  <a:lnTo>
                    <a:pt x="179" y="30"/>
                  </a:lnTo>
                  <a:lnTo>
                    <a:pt x="154" y="43"/>
                  </a:lnTo>
                  <a:lnTo>
                    <a:pt x="130" y="59"/>
                  </a:lnTo>
                  <a:lnTo>
                    <a:pt x="107" y="77"/>
                  </a:lnTo>
                  <a:lnTo>
                    <a:pt x="85" y="99"/>
                  </a:lnTo>
                  <a:lnTo>
                    <a:pt x="65" y="123"/>
                  </a:lnTo>
                  <a:lnTo>
                    <a:pt x="46" y="151"/>
                  </a:lnTo>
                  <a:lnTo>
                    <a:pt x="30" y="182"/>
                  </a:lnTo>
                  <a:lnTo>
                    <a:pt x="15" y="217"/>
                  </a:lnTo>
                  <a:lnTo>
                    <a:pt x="4" y="251"/>
                  </a:lnTo>
                  <a:lnTo>
                    <a:pt x="0" y="287"/>
                  </a:lnTo>
                  <a:lnTo>
                    <a:pt x="2" y="322"/>
                  </a:lnTo>
                  <a:lnTo>
                    <a:pt x="8" y="358"/>
                  </a:lnTo>
                  <a:lnTo>
                    <a:pt x="20" y="394"/>
                  </a:lnTo>
                  <a:lnTo>
                    <a:pt x="37" y="430"/>
                  </a:lnTo>
                  <a:lnTo>
                    <a:pt x="82" y="502"/>
                  </a:lnTo>
                  <a:lnTo>
                    <a:pt x="141" y="576"/>
                  </a:lnTo>
                  <a:lnTo>
                    <a:pt x="211" y="649"/>
                  </a:lnTo>
                  <a:lnTo>
                    <a:pt x="372" y="796"/>
                  </a:lnTo>
                  <a:lnTo>
                    <a:pt x="540" y="941"/>
                  </a:lnTo>
                  <a:lnTo>
                    <a:pt x="693" y="1082"/>
                  </a:lnTo>
                  <a:lnTo>
                    <a:pt x="756" y="1151"/>
                  </a:lnTo>
                  <a:lnTo>
                    <a:pt x="805" y="1219"/>
                  </a:lnTo>
                  <a:lnTo>
                    <a:pt x="824" y="1252"/>
                  </a:lnTo>
                  <a:lnTo>
                    <a:pt x="839" y="1285"/>
                  </a:lnTo>
                  <a:lnTo>
                    <a:pt x="849" y="1317"/>
                  </a:lnTo>
                  <a:lnTo>
                    <a:pt x="854" y="1348"/>
                  </a:lnTo>
                  <a:lnTo>
                    <a:pt x="857" y="1471"/>
                  </a:lnTo>
                  <a:lnTo>
                    <a:pt x="857" y="1648"/>
                  </a:lnTo>
                  <a:lnTo>
                    <a:pt x="849" y="2078"/>
                  </a:lnTo>
                  <a:lnTo>
                    <a:pt x="833" y="2633"/>
                  </a:lnTo>
                  <a:lnTo>
                    <a:pt x="503" y="2633"/>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1" name=""/>
            <p:cNvSpPr/>
            <p:nvPr/>
          </p:nvSpPr>
          <p:spPr>
            <a:xfrm>
              <a:off x="5040000" y="3556440"/>
              <a:ext cx="360" cy="1864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2" name=""/>
            <p:cNvSpPr/>
            <p:nvPr/>
          </p:nvSpPr>
          <p:spPr>
            <a:xfrm flipH="1">
              <a:off x="568368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3" name=""/>
            <p:cNvSpPr/>
            <p:nvPr/>
          </p:nvSpPr>
          <p:spPr>
            <a:xfrm flipH="1">
              <a:off x="583344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4" name=""/>
            <p:cNvSpPr/>
            <p:nvPr/>
          </p:nvSpPr>
          <p:spPr>
            <a:xfrm>
              <a:off x="426384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5" name=""/>
            <p:cNvSpPr/>
            <p:nvPr/>
          </p:nvSpPr>
          <p:spPr>
            <a:xfrm>
              <a:off x="405936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sp>
        <p:nvSpPr>
          <p:cNvPr id="136" name="PlaceHolder 1"/>
          <p:cNvSpPr>
            <a:spLocks noGrp="1"/>
          </p:cNvSpPr>
          <p:nvPr>
            <p:ph type="title"/>
          </p:nvPr>
        </p:nvSpPr>
        <p:spPr>
          <a:xfrm>
            <a:off x="4320000" y="2019600"/>
            <a:ext cx="503676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37"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38" name="PlaceHolder 3"/>
          <p:cNvSpPr>
            <a:spLocks noGrp="1"/>
          </p:cNvSpPr>
          <p:nvPr>
            <p:ph type="ftr" idx="7"/>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39" name="PlaceHolder 4"/>
          <p:cNvSpPr>
            <a:spLocks noGrp="1"/>
          </p:cNvSpPr>
          <p:nvPr>
            <p:ph type="sldNum" idx="8"/>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3B1413A2-F58F-45D2-BE3F-4E9F348511DF}"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40" name="PlaceHolder 5"/>
          <p:cNvSpPr>
            <a:spLocks noGrp="1"/>
          </p:cNvSpPr>
          <p:nvPr>
            <p:ph type="dt" idx="9"/>
          </p:nvPr>
        </p:nvSpPr>
        <p:spPr>
          <a:xfrm>
            <a:off x="504000" y="532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4" r:id="rId2"/>
    <p:sldLayoutId id="2147483655"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2"/>
    <p:sldLayoutId id="2147483658"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
          <p:cNvSpPr/>
          <p:nvPr/>
        </p:nvSpPr>
        <p:spPr>
          <a:xfrm>
            <a:off x="0" y="180000"/>
            <a:ext cx="4146840" cy="414000"/>
          </a:xfrm>
          <a:custGeom>
            <a:avLst/>
            <a:gdLst>
              <a:gd name="textAreaLeft" fmla="*/ 0 w 4146840"/>
              <a:gd name="textAreaRight" fmla="*/ 4150080 w 4146840"/>
              <a:gd name="textAreaTop" fmla="*/ 0 h 414000"/>
              <a:gd name="textAreaBottom" fmla="*/ 417240 h 41400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76" name=""/>
          <p:cNvSpPr/>
          <p:nvPr/>
        </p:nvSpPr>
        <p:spPr>
          <a:xfrm>
            <a:off x="792000" y="1512000"/>
            <a:ext cx="8493120" cy="3597120"/>
          </a:xfrm>
          <a:custGeom>
            <a:avLst/>
            <a:gdLst>
              <a:gd name="textAreaLeft" fmla="*/ 0 w 8493120"/>
              <a:gd name="textAreaRight" fmla="*/ 8496360 w 8493120"/>
              <a:gd name="textAreaTop" fmla="*/ 0 h 3597120"/>
              <a:gd name="textAreaBottom" fmla="*/ 3600360 h 3597120"/>
            </a:gdLst>
            <a:ahLst/>
            <a:cxnLst/>
            <a:rect l="textAreaLeft" t="textAreaTop" r="textAreaRight" b="textAreaBottom"/>
            <a:pathLst>
              <a:path w="23601" h="10001">
                <a:moveTo>
                  <a:pt x="0" y="0"/>
                </a:moveTo>
                <a:lnTo>
                  <a:pt x="23601" y="0"/>
                </a:lnTo>
                <a:lnTo>
                  <a:pt x="23601" y="10001"/>
                </a:lnTo>
                <a:lnTo>
                  <a:pt x="0" y="100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77" name=""/>
          <p:cNvGrpSpPr/>
          <p:nvPr/>
        </p:nvGrpSpPr>
        <p:grpSpPr>
          <a:xfrm>
            <a:off x="69480" y="59040"/>
            <a:ext cx="656280" cy="687960"/>
            <a:chOff x="69480" y="59040"/>
            <a:chExt cx="656280" cy="687960"/>
          </a:xfrm>
        </p:grpSpPr>
        <p:grpSp>
          <p:nvGrpSpPr>
            <p:cNvPr id="278" name=""/>
            <p:cNvGrpSpPr/>
            <p:nvPr/>
          </p:nvGrpSpPr>
          <p:grpSpPr>
            <a:xfrm>
              <a:off x="82440" y="79560"/>
              <a:ext cx="643320" cy="667440"/>
              <a:chOff x="82440" y="79560"/>
              <a:chExt cx="643320" cy="667440"/>
            </a:xfrm>
          </p:grpSpPr>
          <p:sp>
            <p:nvSpPr>
              <p:cNvPr id="279" name=""/>
              <p:cNvSpPr/>
              <p:nvPr/>
            </p:nvSpPr>
            <p:spPr>
              <a:xfrm>
                <a:off x="225720" y="237600"/>
                <a:ext cx="353520" cy="426240"/>
              </a:xfrm>
              <a:custGeom>
                <a:avLst/>
                <a:gdLst>
                  <a:gd name="textAreaLeft" fmla="*/ 0 w 353520"/>
                  <a:gd name="textAreaRight" fmla="*/ 356760 w 353520"/>
                  <a:gd name="textAreaTop" fmla="*/ 0 h 426240"/>
                  <a:gd name="textAreaBottom" fmla="*/ 429480 h 42624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0" name=""/>
              <p:cNvSpPr/>
              <p:nvPr/>
            </p:nvSpPr>
            <p:spPr>
              <a:xfrm>
                <a:off x="320400" y="667080"/>
                <a:ext cx="164160" cy="38880"/>
              </a:xfrm>
              <a:custGeom>
                <a:avLst/>
                <a:gdLst>
                  <a:gd name="textAreaLeft" fmla="*/ 0 w 164160"/>
                  <a:gd name="textAreaRight" fmla="*/ 167400 w 164160"/>
                  <a:gd name="textAreaTop" fmla="*/ 0 h 38880"/>
                  <a:gd name="textAreaBottom" fmla="*/ 42120 h 3888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1" name=""/>
              <p:cNvSpPr/>
              <p:nvPr/>
            </p:nvSpPr>
            <p:spPr>
              <a:xfrm>
                <a:off x="336600" y="708480"/>
                <a:ext cx="131760" cy="38520"/>
              </a:xfrm>
              <a:custGeom>
                <a:avLst/>
                <a:gdLst>
                  <a:gd name="textAreaLeft" fmla="*/ 0 w 131760"/>
                  <a:gd name="textAreaRight" fmla="*/ 135000 w 131760"/>
                  <a:gd name="textAreaTop" fmla="*/ 0 h 38520"/>
                  <a:gd name="textAreaBottom" fmla="*/ 41760 h 3852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2" name=""/>
              <p:cNvSpPr/>
              <p:nvPr/>
            </p:nvSpPr>
            <p:spPr>
              <a:xfrm>
                <a:off x="323280" y="356040"/>
                <a:ext cx="160200" cy="307800"/>
              </a:xfrm>
              <a:custGeom>
                <a:avLst/>
                <a:gdLst>
                  <a:gd name="textAreaLeft" fmla="*/ 0 w 160200"/>
                  <a:gd name="textAreaRight" fmla="*/ 163440 w 160200"/>
                  <a:gd name="textAreaTop" fmla="*/ 0 h 307800"/>
                  <a:gd name="textAreaBottom" fmla="*/ 311040 h 30780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3"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4"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5"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6"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7"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88" name=""/>
            <p:cNvGrpSpPr/>
            <p:nvPr/>
          </p:nvGrpSpPr>
          <p:grpSpPr>
            <a:xfrm>
              <a:off x="69480" y="59040"/>
              <a:ext cx="643320" cy="667800"/>
              <a:chOff x="69480" y="59040"/>
              <a:chExt cx="643320" cy="667800"/>
            </a:xfrm>
          </p:grpSpPr>
          <p:sp>
            <p:nvSpPr>
              <p:cNvPr id="289" name=""/>
              <p:cNvSpPr/>
              <p:nvPr/>
            </p:nvSpPr>
            <p:spPr>
              <a:xfrm>
                <a:off x="212400" y="217080"/>
                <a:ext cx="353880" cy="426600"/>
              </a:xfrm>
              <a:custGeom>
                <a:avLst/>
                <a:gdLst>
                  <a:gd name="textAreaLeft" fmla="*/ 0 w 353880"/>
                  <a:gd name="textAreaRight" fmla="*/ 357120 w 353880"/>
                  <a:gd name="textAreaTop" fmla="*/ 0 h 426600"/>
                  <a:gd name="textAreaBottom" fmla="*/ 429840 h 42660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0" name=""/>
              <p:cNvSpPr/>
              <p:nvPr/>
            </p:nvSpPr>
            <p:spPr>
              <a:xfrm>
                <a:off x="307080" y="646920"/>
                <a:ext cx="164520" cy="38520"/>
              </a:xfrm>
              <a:custGeom>
                <a:avLst/>
                <a:gdLst>
                  <a:gd name="textAreaLeft" fmla="*/ 0 w 164520"/>
                  <a:gd name="textAreaRight" fmla="*/ 167760 w 164520"/>
                  <a:gd name="textAreaTop" fmla="*/ 0 h 38520"/>
                  <a:gd name="textAreaBottom" fmla="*/ 41760 h 3852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1" name=""/>
              <p:cNvSpPr/>
              <p:nvPr/>
            </p:nvSpPr>
            <p:spPr>
              <a:xfrm>
                <a:off x="323280" y="687960"/>
                <a:ext cx="132120" cy="38880"/>
              </a:xfrm>
              <a:custGeom>
                <a:avLst/>
                <a:gdLst>
                  <a:gd name="textAreaLeft" fmla="*/ 0 w 132120"/>
                  <a:gd name="textAreaRight" fmla="*/ 135360 w 132120"/>
                  <a:gd name="textAreaTop" fmla="*/ 0 h 38880"/>
                  <a:gd name="textAreaBottom" fmla="*/ 42120 h 3888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2" name=""/>
              <p:cNvSpPr/>
              <p:nvPr/>
            </p:nvSpPr>
            <p:spPr>
              <a:xfrm>
                <a:off x="309960" y="335520"/>
                <a:ext cx="160560" cy="308160"/>
              </a:xfrm>
              <a:custGeom>
                <a:avLst/>
                <a:gdLst>
                  <a:gd name="textAreaLeft" fmla="*/ 0 w 160560"/>
                  <a:gd name="textAreaRight" fmla="*/ 163800 w 160560"/>
                  <a:gd name="textAreaTop" fmla="*/ 0 h 308160"/>
                  <a:gd name="textAreaBottom" fmla="*/ 311400 h 30816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3"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4"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5"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6"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7"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298" name="PlaceHolder 1"/>
          <p:cNvSpPr>
            <a:spLocks noGrp="1"/>
          </p:cNvSpPr>
          <p:nvPr>
            <p:ph type="title"/>
          </p:nvPr>
        </p:nvSpPr>
        <p:spPr>
          <a:xfrm>
            <a:off x="4320000" y="2019600"/>
            <a:ext cx="5036760" cy="274680"/>
          </a:xfrm>
          <a:prstGeom prst="rect">
            <a:avLst/>
          </a:prstGeom>
          <a:noFill/>
          <a:ln w="0">
            <a:noFill/>
          </a:ln>
          <a:effectLst>
            <a:outerShdw dist="35638" dir="2700000" blurRad="76320" rotWithShape="0">
              <a:srgbClr val="e8a202"/>
            </a:outerShdw>
          </a:effectLst>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99"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00" name="PlaceHolder 3"/>
          <p:cNvSpPr>
            <a:spLocks noGrp="1"/>
          </p:cNvSpPr>
          <p:nvPr>
            <p:ph type="ftr" idx="22"/>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01" name="PlaceHolder 4"/>
          <p:cNvSpPr>
            <a:spLocks noGrp="1"/>
          </p:cNvSpPr>
          <p:nvPr>
            <p:ph type="sldNum" idx="23"/>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DDECA542-00CB-4DB1-AE19-44FD6C6622BC}"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02" name="PlaceHolder 5"/>
          <p:cNvSpPr>
            <a:spLocks noGrp="1"/>
          </p:cNvSpPr>
          <p:nvPr>
            <p:ph type="dt" idx="24"/>
          </p:nvPr>
        </p:nvSpPr>
        <p:spPr>
          <a:xfrm>
            <a:off x="504000" y="532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
          <p:cNvSpPr/>
          <p:nvPr/>
        </p:nvSpPr>
        <p:spPr>
          <a:xfrm>
            <a:off x="0" y="180000"/>
            <a:ext cx="4146840" cy="414000"/>
          </a:xfrm>
          <a:custGeom>
            <a:avLst/>
            <a:gdLst>
              <a:gd name="textAreaLeft" fmla="*/ 0 w 4146840"/>
              <a:gd name="textAreaRight" fmla="*/ 4150080 w 4146840"/>
              <a:gd name="textAreaTop" fmla="*/ 0 h 414000"/>
              <a:gd name="textAreaBottom" fmla="*/ 417240 h 41400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06" name=""/>
          <p:cNvGrpSpPr/>
          <p:nvPr/>
        </p:nvGrpSpPr>
        <p:grpSpPr>
          <a:xfrm>
            <a:off x="7474320" y="3038040"/>
            <a:ext cx="2442960" cy="2541960"/>
            <a:chOff x="7474320" y="3038040"/>
            <a:chExt cx="2442960" cy="2541960"/>
          </a:xfrm>
        </p:grpSpPr>
        <p:sp>
          <p:nvSpPr>
            <p:cNvPr id="307" name=""/>
            <p:cNvSpPr/>
            <p:nvPr/>
          </p:nvSpPr>
          <p:spPr>
            <a:xfrm>
              <a:off x="8018280" y="3637080"/>
              <a:ext cx="1351800" cy="1627200"/>
            </a:xfrm>
            <a:custGeom>
              <a:avLst/>
              <a:gdLst>
                <a:gd name="textAreaLeft" fmla="*/ 0 w 1351800"/>
                <a:gd name="textAreaRight" fmla="*/ 1355040 w 1351800"/>
                <a:gd name="textAreaTop" fmla="*/ 0 h 1627200"/>
                <a:gd name="textAreaBottom" fmla="*/ 1630440 h 1627200"/>
              </a:gdLst>
              <a:ahLst/>
              <a:cxnLst/>
              <a:rect l="textAreaLeft" t="textAreaTop" r="textAreaRight" b="textAreaBottom"/>
              <a:pathLst>
                <a:path w="3764" h="4529">
                  <a:moveTo>
                    <a:pt x="1882" y="0"/>
                  </a:moveTo>
                  <a:lnTo>
                    <a:pt x="1882" y="0"/>
                  </a:lnTo>
                  <a:lnTo>
                    <a:pt x="1882" y="0"/>
                  </a:lnTo>
                  <a:lnTo>
                    <a:pt x="1754" y="4"/>
                  </a:lnTo>
                  <a:lnTo>
                    <a:pt x="1631" y="15"/>
                  </a:lnTo>
                  <a:lnTo>
                    <a:pt x="1511" y="34"/>
                  </a:lnTo>
                  <a:lnTo>
                    <a:pt x="1394" y="61"/>
                  </a:lnTo>
                  <a:lnTo>
                    <a:pt x="1279" y="96"/>
                  </a:lnTo>
                  <a:lnTo>
                    <a:pt x="1166" y="140"/>
                  </a:lnTo>
                  <a:lnTo>
                    <a:pt x="1053" y="191"/>
                  </a:lnTo>
                  <a:lnTo>
                    <a:pt x="941" y="252"/>
                  </a:lnTo>
                  <a:lnTo>
                    <a:pt x="832" y="319"/>
                  </a:lnTo>
                  <a:lnTo>
                    <a:pt x="731" y="390"/>
                  </a:lnTo>
                  <a:lnTo>
                    <a:pt x="637" y="467"/>
                  </a:lnTo>
                  <a:lnTo>
                    <a:pt x="549" y="548"/>
                  </a:lnTo>
                  <a:lnTo>
                    <a:pt x="467" y="636"/>
                  </a:lnTo>
                  <a:lnTo>
                    <a:pt x="391" y="730"/>
                  </a:lnTo>
                  <a:lnTo>
                    <a:pt x="319" y="831"/>
                  </a:lnTo>
                  <a:lnTo>
                    <a:pt x="252" y="940"/>
                  </a:lnTo>
                  <a:lnTo>
                    <a:pt x="191" y="1052"/>
                  </a:lnTo>
                  <a:lnTo>
                    <a:pt x="139" y="1165"/>
                  </a:lnTo>
                  <a:lnTo>
                    <a:pt x="96" y="1278"/>
                  </a:lnTo>
                  <a:lnTo>
                    <a:pt x="61" y="1393"/>
                  </a:lnTo>
                  <a:lnTo>
                    <a:pt x="34" y="1510"/>
                  </a:lnTo>
                  <a:lnTo>
                    <a:pt x="15" y="1630"/>
                  </a:lnTo>
                  <a:lnTo>
                    <a:pt x="4" y="1753"/>
                  </a:lnTo>
                  <a:lnTo>
                    <a:pt x="0" y="1881"/>
                  </a:lnTo>
                  <a:lnTo>
                    <a:pt x="0" y="1881"/>
                  </a:lnTo>
                  <a:lnTo>
                    <a:pt x="0" y="1881"/>
                  </a:lnTo>
                  <a:lnTo>
                    <a:pt x="4" y="2008"/>
                  </a:lnTo>
                  <a:lnTo>
                    <a:pt x="15" y="2131"/>
                  </a:lnTo>
                  <a:lnTo>
                    <a:pt x="34" y="2250"/>
                  </a:lnTo>
                  <a:lnTo>
                    <a:pt x="61" y="2367"/>
                  </a:lnTo>
                  <a:lnTo>
                    <a:pt x="96" y="2482"/>
                  </a:lnTo>
                  <a:lnTo>
                    <a:pt x="140" y="2595"/>
                  </a:lnTo>
                  <a:lnTo>
                    <a:pt x="192" y="2707"/>
                  </a:lnTo>
                  <a:lnTo>
                    <a:pt x="252" y="2819"/>
                  </a:lnTo>
                  <a:lnTo>
                    <a:pt x="319" y="2927"/>
                  </a:lnTo>
                  <a:lnTo>
                    <a:pt x="391" y="3028"/>
                  </a:lnTo>
                  <a:lnTo>
                    <a:pt x="467" y="3123"/>
                  </a:lnTo>
                  <a:lnTo>
                    <a:pt x="549" y="3210"/>
                  </a:lnTo>
                  <a:lnTo>
                    <a:pt x="637" y="3292"/>
                  </a:lnTo>
                  <a:lnTo>
                    <a:pt x="731" y="3368"/>
                  </a:lnTo>
                  <a:lnTo>
                    <a:pt x="832" y="3440"/>
                  </a:lnTo>
                  <a:lnTo>
                    <a:pt x="941" y="3507"/>
                  </a:lnTo>
                  <a:lnTo>
                    <a:pt x="1020" y="3550"/>
                  </a:lnTo>
                  <a:lnTo>
                    <a:pt x="1097" y="3588"/>
                  </a:lnTo>
                  <a:lnTo>
                    <a:pt x="1176" y="3622"/>
                  </a:lnTo>
                  <a:lnTo>
                    <a:pt x="1260" y="3654"/>
                  </a:lnTo>
                  <a:lnTo>
                    <a:pt x="1260" y="3656"/>
                  </a:lnTo>
                  <a:lnTo>
                    <a:pt x="1260" y="4308"/>
                  </a:lnTo>
                  <a:lnTo>
                    <a:pt x="1261" y="4330"/>
                  </a:lnTo>
                  <a:lnTo>
                    <a:pt x="1264" y="4353"/>
                  </a:lnTo>
                  <a:lnTo>
                    <a:pt x="1270" y="4374"/>
                  </a:lnTo>
                  <a:lnTo>
                    <a:pt x="1277" y="4394"/>
                  </a:lnTo>
                  <a:lnTo>
                    <a:pt x="1287" y="4413"/>
                  </a:lnTo>
                  <a:lnTo>
                    <a:pt x="1298" y="4432"/>
                  </a:lnTo>
                  <a:lnTo>
                    <a:pt x="1310" y="4449"/>
                  </a:lnTo>
                  <a:lnTo>
                    <a:pt x="1325" y="4464"/>
                  </a:lnTo>
                  <a:lnTo>
                    <a:pt x="1340" y="4479"/>
                  </a:lnTo>
                  <a:lnTo>
                    <a:pt x="1357" y="4491"/>
                  </a:lnTo>
                  <a:lnTo>
                    <a:pt x="1376" y="4502"/>
                  </a:lnTo>
                  <a:lnTo>
                    <a:pt x="1395" y="4511"/>
                  </a:lnTo>
                  <a:lnTo>
                    <a:pt x="1415" y="4519"/>
                  </a:lnTo>
                  <a:lnTo>
                    <a:pt x="1436" y="4524"/>
                  </a:lnTo>
                  <a:lnTo>
                    <a:pt x="1458" y="4528"/>
                  </a:lnTo>
                  <a:lnTo>
                    <a:pt x="1481" y="4529"/>
                  </a:lnTo>
                  <a:lnTo>
                    <a:pt x="2282" y="4529"/>
                  </a:lnTo>
                  <a:lnTo>
                    <a:pt x="2305" y="4528"/>
                  </a:lnTo>
                  <a:lnTo>
                    <a:pt x="2327" y="4524"/>
                  </a:lnTo>
                  <a:lnTo>
                    <a:pt x="2348" y="4519"/>
                  </a:lnTo>
                  <a:lnTo>
                    <a:pt x="2368" y="4511"/>
                  </a:lnTo>
                  <a:lnTo>
                    <a:pt x="2388" y="4502"/>
                  </a:lnTo>
                  <a:lnTo>
                    <a:pt x="2406" y="4491"/>
                  </a:lnTo>
                  <a:lnTo>
                    <a:pt x="2423" y="4479"/>
                  </a:lnTo>
                  <a:lnTo>
                    <a:pt x="2439" y="4464"/>
                  </a:lnTo>
                  <a:lnTo>
                    <a:pt x="2453" y="4449"/>
                  </a:lnTo>
                  <a:lnTo>
                    <a:pt x="2465" y="4432"/>
                  </a:lnTo>
                  <a:lnTo>
                    <a:pt x="2476" y="4413"/>
                  </a:lnTo>
                  <a:lnTo>
                    <a:pt x="2486" y="4394"/>
                  </a:lnTo>
                  <a:lnTo>
                    <a:pt x="2493" y="4374"/>
                  </a:lnTo>
                  <a:lnTo>
                    <a:pt x="2498" y="4353"/>
                  </a:lnTo>
                  <a:lnTo>
                    <a:pt x="2502" y="4330"/>
                  </a:lnTo>
                  <a:lnTo>
                    <a:pt x="2503" y="4308"/>
                  </a:lnTo>
                  <a:lnTo>
                    <a:pt x="2503" y="3656"/>
                  </a:lnTo>
                  <a:lnTo>
                    <a:pt x="2503" y="3654"/>
                  </a:lnTo>
                  <a:lnTo>
                    <a:pt x="2503" y="3654"/>
                  </a:lnTo>
                  <a:lnTo>
                    <a:pt x="2587" y="3622"/>
                  </a:lnTo>
                  <a:lnTo>
                    <a:pt x="2667" y="3588"/>
                  </a:lnTo>
                  <a:lnTo>
                    <a:pt x="2744" y="3550"/>
                  </a:lnTo>
                  <a:lnTo>
                    <a:pt x="2823" y="3507"/>
                  </a:lnTo>
                  <a:lnTo>
                    <a:pt x="2931" y="3440"/>
                  </a:lnTo>
                  <a:lnTo>
                    <a:pt x="3033" y="3368"/>
                  </a:lnTo>
                  <a:lnTo>
                    <a:pt x="3127" y="3292"/>
                  </a:lnTo>
                  <a:lnTo>
                    <a:pt x="3215" y="3210"/>
                  </a:lnTo>
                  <a:lnTo>
                    <a:pt x="3297" y="3123"/>
                  </a:lnTo>
                  <a:lnTo>
                    <a:pt x="3373" y="3029"/>
                  </a:lnTo>
                  <a:lnTo>
                    <a:pt x="3445" y="2927"/>
                  </a:lnTo>
                  <a:lnTo>
                    <a:pt x="3512" y="2819"/>
                  </a:lnTo>
                  <a:lnTo>
                    <a:pt x="3572" y="2707"/>
                  </a:lnTo>
                  <a:lnTo>
                    <a:pt x="3624" y="2595"/>
                  </a:lnTo>
                  <a:lnTo>
                    <a:pt x="3667" y="2482"/>
                  </a:lnTo>
                  <a:lnTo>
                    <a:pt x="3702" y="2367"/>
                  </a:lnTo>
                  <a:lnTo>
                    <a:pt x="3729" y="2250"/>
                  </a:lnTo>
                  <a:lnTo>
                    <a:pt x="3748" y="2131"/>
                  </a:lnTo>
                  <a:lnTo>
                    <a:pt x="3760" y="2008"/>
                  </a:lnTo>
                  <a:lnTo>
                    <a:pt x="3764" y="1881"/>
                  </a:lnTo>
                  <a:lnTo>
                    <a:pt x="3764" y="1881"/>
                  </a:lnTo>
                  <a:lnTo>
                    <a:pt x="3764" y="1881"/>
                  </a:lnTo>
                  <a:lnTo>
                    <a:pt x="3760" y="1753"/>
                  </a:lnTo>
                  <a:lnTo>
                    <a:pt x="3749" y="1630"/>
                  </a:lnTo>
                  <a:lnTo>
                    <a:pt x="3730" y="1510"/>
                  </a:lnTo>
                  <a:lnTo>
                    <a:pt x="3703" y="1393"/>
                  </a:lnTo>
                  <a:lnTo>
                    <a:pt x="3668" y="1278"/>
                  </a:lnTo>
                  <a:lnTo>
                    <a:pt x="3624" y="1165"/>
                  </a:lnTo>
                  <a:lnTo>
                    <a:pt x="3573" y="1052"/>
                  </a:lnTo>
                  <a:lnTo>
                    <a:pt x="3512" y="940"/>
                  </a:lnTo>
                  <a:lnTo>
                    <a:pt x="3445" y="831"/>
                  </a:lnTo>
                  <a:lnTo>
                    <a:pt x="3373" y="730"/>
                  </a:lnTo>
                  <a:lnTo>
                    <a:pt x="3297" y="636"/>
                  </a:lnTo>
                  <a:lnTo>
                    <a:pt x="3215" y="548"/>
                  </a:lnTo>
                  <a:lnTo>
                    <a:pt x="3127" y="467"/>
                  </a:lnTo>
                  <a:lnTo>
                    <a:pt x="3033" y="390"/>
                  </a:lnTo>
                  <a:lnTo>
                    <a:pt x="2932" y="319"/>
                  </a:lnTo>
                  <a:lnTo>
                    <a:pt x="2823" y="252"/>
                  </a:lnTo>
                  <a:lnTo>
                    <a:pt x="2711" y="191"/>
                  </a:lnTo>
                  <a:lnTo>
                    <a:pt x="2598" y="140"/>
                  </a:lnTo>
                  <a:lnTo>
                    <a:pt x="2485" y="96"/>
                  </a:lnTo>
                  <a:lnTo>
                    <a:pt x="2370" y="61"/>
                  </a:lnTo>
                  <a:lnTo>
                    <a:pt x="2253" y="34"/>
                  </a:lnTo>
                  <a:lnTo>
                    <a:pt x="2133" y="15"/>
                  </a:lnTo>
                  <a:lnTo>
                    <a:pt x="2009" y="4"/>
                  </a:lnTo>
                  <a:lnTo>
                    <a:pt x="1882"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8" name=""/>
            <p:cNvSpPr/>
            <p:nvPr/>
          </p:nvSpPr>
          <p:spPr>
            <a:xfrm>
              <a:off x="8377560" y="5267520"/>
              <a:ext cx="632880" cy="155880"/>
            </a:xfrm>
            <a:custGeom>
              <a:avLst/>
              <a:gdLst>
                <a:gd name="textAreaLeft" fmla="*/ 0 w 632880"/>
                <a:gd name="textAreaRight" fmla="*/ 636120 w 632880"/>
                <a:gd name="textAreaTop" fmla="*/ 0 h 155880"/>
                <a:gd name="textAreaBottom" fmla="*/ 159120 h 155880"/>
              </a:gdLst>
              <a:ahLst/>
              <a:cxnLst/>
              <a:rect l="textAreaLeft" t="textAreaTop" r="textAreaRight" b="textAreaBottom"/>
              <a:pathLst>
                <a:path w="1767" h="442">
                  <a:moveTo>
                    <a:pt x="884" y="442"/>
                  </a:moveTo>
                  <a:lnTo>
                    <a:pt x="1546" y="442"/>
                  </a:lnTo>
                  <a:lnTo>
                    <a:pt x="1569" y="441"/>
                  </a:lnTo>
                  <a:lnTo>
                    <a:pt x="1590" y="437"/>
                  </a:lnTo>
                  <a:lnTo>
                    <a:pt x="1612" y="432"/>
                  </a:lnTo>
                  <a:lnTo>
                    <a:pt x="1632" y="425"/>
                  </a:lnTo>
                  <a:lnTo>
                    <a:pt x="1651" y="415"/>
                  </a:lnTo>
                  <a:lnTo>
                    <a:pt x="1669" y="404"/>
                  </a:lnTo>
                  <a:lnTo>
                    <a:pt x="1686" y="391"/>
                  </a:lnTo>
                  <a:lnTo>
                    <a:pt x="1702" y="377"/>
                  </a:lnTo>
                  <a:lnTo>
                    <a:pt x="1716" y="362"/>
                  </a:lnTo>
                  <a:lnTo>
                    <a:pt x="1729" y="345"/>
                  </a:lnTo>
                  <a:lnTo>
                    <a:pt x="1740" y="326"/>
                  </a:lnTo>
                  <a:lnTo>
                    <a:pt x="1750" y="307"/>
                  </a:lnTo>
                  <a:lnTo>
                    <a:pt x="1757" y="287"/>
                  </a:lnTo>
                  <a:lnTo>
                    <a:pt x="1762" y="266"/>
                  </a:lnTo>
                  <a:lnTo>
                    <a:pt x="1766" y="244"/>
                  </a:lnTo>
                  <a:lnTo>
                    <a:pt x="1767" y="221"/>
                  </a:lnTo>
                  <a:lnTo>
                    <a:pt x="1766" y="198"/>
                  </a:lnTo>
                  <a:lnTo>
                    <a:pt x="1762" y="176"/>
                  </a:lnTo>
                  <a:lnTo>
                    <a:pt x="1757" y="155"/>
                  </a:lnTo>
                  <a:lnTo>
                    <a:pt x="1750" y="135"/>
                  </a:lnTo>
                  <a:lnTo>
                    <a:pt x="1740" y="116"/>
                  </a:lnTo>
                  <a:lnTo>
                    <a:pt x="1729" y="97"/>
                  </a:lnTo>
                  <a:lnTo>
                    <a:pt x="1716" y="80"/>
                  </a:lnTo>
                  <a:lnTo>
                    <a:pt x="1702" y="65"/>
                  </a:lnTo>
                  <a:lnTo>
                    <a:pt x="1686" y="50"/>
                  </a:lnTo>
                  <a:lnTo>
                    <a:pt x="1669" y="38"/>
                  </a:lnTo>
                  <a:lnTo>
                    <a:pt x="1651" y="27"/>
                  </a:lnTo>
                  <a:lnTo>
                    <a:pt x="1632" y="17"/>
                  </a:lnTo>
                  <a:lnTo>
                    <a:pt x="1612" y="10"/>
                  </a:lnTo>
                  <a:lnTo>
                    <a:pt x="1590" y="4"/>
                  </a:lnTo>
                  <a:lnTo>
                    <a:pt x="1569" y="1"/>
                  </a:lnTo>
                  <a:lnTo>
                    <a:pt x="1546"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884"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9" name=""/>
            <p:cNvSpPr/>
            <p:nvPr/>
          </p:nvSpPr>
          <p:spPr>
            <a:xfrm>
              <a:off x="8439120" y="5424480"/>
              <a:ext cx="510120" cy="155520"/>
            </a:xfrm>
            <a:custGeom>
              <a:avLst/>
              <a:gdLst>
                <a:gd name="textAreaLeft" fmla="*/ 0 w 510120"/>
                <a:gd name="textAreaRight" fmla="*/ 513360 w 510120"/>
                <a:gd name="textAreaTop" fmla="*/ 0 h 155520"/>
                <a:gd name="textAreaBottom" fmla="*/ 158760 h 155520"/>
              </a:gdLst>
              <a:ahLst/>
              <a:cxnLst/>
              <a:rect l="textAreaLeft" t="textAreaTop" r="textAreaRight" b="textAreaBottom"/>
              <a:pathLst>
                <a:path w="1426" h="441">
                  <a:moveTo>
                    <a:pt x="713" y="441"/>
                  </a:moveTo>
                  <a:lnTo>
                    <a:pt x="1205" y="441"/>
                  </a:lnTo>
                  <a:lnTo>
                    <a:pt x="1228" y="440"/>
                  </a:lnTo>
                  <a:lnTo>
                    <a:pt x="1249" y="436"/>
                  </a:lnTo>
                  <a:lnTo>
                    <a:pt x="1271" y="431"/>
                  </a:lnTo>
                  <a:lnTo>
                    <a:pt x="1291" y="424"/>
                  </a:lnTo>
                  <a:lnTo>
                    <a:pt x="1310" y="414"/>
                  </a:lnTo>
                  <a:lnTo>
                    <a:pt x="1328" y="403"/>
                  </a:lnTo>
                  <a:lnTo>
                    <a:pt x="1346" y="391"/>
                  </a:lnTo>
                  <a:lnTo>
                    <a:pt x="1361" y="376"/>
                  </a:lnTo>
                  <a:lnTo>
                    <a:pt x="1375" y="361"/>
                  </a:lnTo>
                  <a:lnTo>
                    <a:pt x="1388" y="344"/>
                  </a:lnTo>
                  <a:lnTo>
                    <a:pt x="1399" y="326"/>
                  </a:lnTo>
                  <a:lnTo>
                    <a:pt x="1409" y="306"/>
                  </a:lnTo>
                  <a:lnTo>
                    <a:pt x="1416" y="286"/>
                  </a:lnTo>
                  <a:lnTo>
                    <a:pt x="1421" y="265"/>
                  </a:lnTo>
                  <a:lnTo>
                    <a:pt x="1425" y="243"/>
                  </a:lnTo>
                  <a:lnTo>
                    <a:pt x="1426" y="221"/>
                  </a:lnTo>
                  <a:lnTo>
                    <a:pt x="1426" y="221"/>
                  </a:lnTo>
                  <a:lnTo>
                    <a:pt x="1425" y="198"/>
                  </a:lnTo>
                  <a:lnTo>
                    <a:pt x="1421" y="176"/>
                  </a:lnTo>
                  <a:lnTo>
                    <a:pt x="1416" y="155"/>
                  </a:lnTo>
                  <a:lnTo>
                    <a:pt x="1409" y="135"/>
                  </a:lnTo>
                  <a:lnTo>
                    <a:pt x="1399" y="116"/>
                  </a:lnTo>
                  <a:lnTo>
                    <a:pt x="1388" y="97"/>
                  </a:lnTo>
                  <a:lnTo>
                    <a:pt x="1375" y="80"/>
                  </a:lnTo>
                  <a:lnTo>
                    <a:pt x="1361" y="65"/>
                  </a:lnTo>
                  <a:lnTo>
                    <a:pt x="1346" y="50"/>
                  </a:lnTo>
                  <a:lnTo>
                    <a:pt x="1328" y="38"/>
                  </a:lnTo>
                  <a:lnTo>
                    <a:pt x="1310" y="27"/>
                  </a:lnTo>
                  <a:lnTo>
                    <a:pt x="1291" y="17"/>
                  </a:lnTo>
                  <a:lnTo>
                    <a:pt x="1271" y="10"/>
                  </a:lnTo>
                  <a:lnTo>
                    <a:pt x="1249" y="4"/>
                  </a:lnTo>
                  <a:lnTo>
                    <a:pt x="1228" y="1"/>
                  </a:lnTo>
                  <a:lnTo>
                    <a:pt x="1205"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3"/>
                  </a:lnTo>
                  <a:lnTo>
                    <a:pt x="4" y="265"/>
                  </a:lnTo>
                  <a:lnTo>
                    <a:pt x="10" y="286"/>
                  </a:lnTo>
                  <a:lnTo>
                    <a:pt x="17" y="306"/>
                  </a:lnTo>
                  <a:lnTo>
                    <a:pt x="27" y="326"/>
                  </a:lnTo>
                  <a:lnTo>
                    <a:pt x="38" y="344"/>
                  </a:lnTo>
                  <a:lnTo>
                    <a:pt x="50" y="361"/>
                  </a:lnTo>
                  <a:lnTo>
                    <a:pt x="65" y="376"/>
                  </a:lnTo>
                  <a:lnTo>
                    <a:pt x="80" y="391"/>
                  </a:lnTo>
                  <a:lnTo>
                    <a:pt x="97" y="403"/>
                  </a:lnTo>
                  <a:lnTo>
                    <a:pt x="116" y="414"/>
                  </a:lnTo>
                  <a:lnTo>
                    <a:pt x="135" y="424"/>
                  </a:lnTo>
                  <a:lnTo>
                    <a:pt x="155" y="431"/>
                  </a:lnTo>
                  <a:lnTo>
                    <a:pt x="176" y="436"/>
                  </a:lnTo>
                  <a:lnTo>
                    <a:pt x="198" y="440"/>
                  </a:lnTo>
                  <a:lnTo>
                    <a:pt x="221" y="441"/>
                  </a:lnTo>
                  <a:lnTo>
                    <a:pt x="713" y="441"/>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0" name=""/>
            <p:cNvSpPr/>
            <p:nvPr/>
          </p:nvSpPr>
          <p:spPr>
            <a:xfrm>
              <a:off x="8388720" y="4087440"/>
              <a:ext cx="617760" cy="1177200"/>
            </a:xfrm>
            <a:custGeom>
              <a:avLst/>
              <a:gdLst>
                <a:gd name="textAreaLeft" fmla="*/ 0 w 617760"/>
                <a:gd name="textAreaRight" fmla="*/ 621000 w 617760"/>
                <a:gd name="textAreaTop" fmla="*/ 0 h 1177200"/>
                <a:gd name="textAreaBottom" fmla="*/ 1180440 h 1177200"/>
              </a:gdLst>
              <a:ahLst/>
              <a:cxnLst/>
              <a:rect l="textAreaLeft" t="textAreaTop" r="textAreaRight" b="textAreaBottom"/>
              <a:pathLst>
                <a:path w="1725" h="3279">
                  <a:moveTo>
                    <a:pt x="626" y="3279"/>
                  </a:moveTo>
                  <a:lnTo>
                    <a:pt x="640" y="2451"/>
                  </a:lnTo>
                  <a:lnTo>
                    <a:pt x="648" y="2015"/>
                  </a:lnTo>
                  <a:lnTo>
                    <a:pt x="657" y="1734"/>
                  </a:lnTo>
                  <a:lnTo>
                    <a:pt x="663" y="1683"/>
                  </a:lnTo>
                  <a:lnTo>
                    <a:pt x="675" y="1636"/>
                  </a:lnTo>
                  <a:lnTo>
                    <a:pt x="693" y="1591"/>
                  </a:lnTo>
                  <a:lnTo>
                    <a:pt x="715" y="1548"/>
                  </a:lnTo>
                  <a:lnTo>
                    <a:pt x="742" y="1508"/>
                  </a:lnTo>
                  <a:lnTo>
                    <a:pt x="774" y="1469"/>
                  </a:lnTo>
                  <a:lnTo>
                    <a:pt x="848" y="1397"/>
                  </a:lnTo>
                  <a:lnTo>
                    <a:pt x="934" y="1331"/>
                  </a:lnTo>
                  <a:lnTo>
                    <a:pt x="1029" y="1268"/>
                  </a:lnTo>
                  <a:lnTo>
                    <a:pt x="1231" y="1147"/>
                  </a:lnTo>
                  <a:lnTo>
                    <a:pt x="1428" y="1023"/>
                  </a:lnTo>
                  <a:lnTo>
                    <a:pt x="1516" y="956"/>
                  </a:lnTo>
                  <a:lnTo>
                    <a:pt x="1593" y="882"/>
                  </a:lnTo>
                  <a:lnTo>
                    <a:pt x="1626" y="843"/>
                  </a:lnTo>
                  <a:lnTo>
                    <a:pt x="1655" y="802"/>
                  </a:lnTo>
                  <a:lnTo>
                    <a:pt x="1680" y="758"/>
                  </a:lnTo>
                  <a:lnTo>
                    <a:pt x="1699" y="712"/>
                  </a:lnTo>
                  <a:lnTo>
                    <a:pt x="1714" y="663"/>
                  </a:lnTo>
                  <a:lnTo>
                    <a:pt x="1722" y="612"/>
                  </a:lnTo>
                  <a:lnTo>
                    <a:pt x="1725" y="557"/>
                  </a:lnTo>
                  <a:lnTo>
                    <a:pt x="1721" y="500"/>
                  </a:lnTo>
                  <a:lnTo>
                    <a:pt x="1712" y="454"/>
                  </a:lnTo>
                  <a:lnTo>
                    <a:pt x="1698" y="413"/>
                  </a:lnTo>
                  <a:lnTo>
                    <a:pt x="1678" y="378"/>
                  </a:lnTo>
                  <a:lnTo>
                    <a:pt x="1655" y="348"/>
                  </a:lnTo>
                  <a:lnTo>
                    <a:pt x="1627" y="322"/>
                  </a:lnTo>
                  <a:lnTo>
                    <a:pt x="1595" y="302"/>
                  </a:lnTo>
                  <a:lnTo>
                    <a:pt x="1560" y="286"/>
                  </a:lnTo>
                  <a:lnTo>
                    <a:pt x="1522" y="274"/>
                  </a:lnTo>
                  <a:lnTo>
                    <a:pt x="1482" y="267"/>
                  </a:lnTo>
                  <a:lnTo>
                    <a:pt x="1440" y="263"/>
                  </a:lnTo>
                  <a:lnTo>
                    <a:pt x="1351" y="266"/>
                  </a:lnTo>
                  <a:lnTo>
                    <a:pt x="1258" y="282"/>
                  </a:lnTo>
                  <a:lnTo>
                    <a:pt x="1167" y="309"/>
                  </a:lnTo>
                  <a:lnTo>
                    <a:pt x="1078" y="346"/>
                  </a:lnTo>
                  <a:lnTo>
                    <a:pt x="997" y="390"/>
                  </a:lnTo>
                  <a:lnTo>
                    <a:pt x="926" y="440"/>
                  </a:lnTo>
                  <a:lnTo>
                    <a:pt x="896" y="467"/>
                  </a:lnTo>
                  <a:lnTo>
                    <a:pt x="869" y="495"/>
                  </a:lnTo>
                  <a:lnTo>
                    <a:pt x="847" y="523"/>
                  </a:lnTo>
                  <a:lnTo>
                    <a:pt x="829" y="552"/>
                  </a:lnTo>
                  <a:lnTo>
                    <a:pt x="816" y="581"/>
                  </a:lnTo>
                  <a:lnTo>
                    <a:pt x="809" y="610"/>
                  </a:lnTo>
                  <a:lnTo>
                    <a:pt x="808" y="638"/>
                  </a:lnTo>
                  <a:lnTo>
                    <a:pt x="813" y="666"/>
                  </a:lnTo>
                  <a:lnTo>
                    <a:pt x="825" y="694"/>
                  </a:lnTo>
                  <a:lnTo>
                    <a:pt x="844" y="721"/>
                  </a:lnTo>
                  <a:lnTo>
                    <a:pt x="861" y="738"/>
                  </a:lnTo>
                  <a:lnTo>
                    <a:pt x="879" y="752"/>
                  </a:lnTo>
                  <a:lnTo>
                    <a:pt x="896" y="762"/>
                  </a:lnTo>
                  <a:lnTo>
                    <a:pt x="913" y="768"/>
                  </a:lnTo>
                  <a:lnTo>
                    <a:pt x="929" y="770"/>
                  </a:lnTo>
                  <a:lnTo>
                    <a:pt x="945" y="769"/>
                  </a:lnTo>
                  <a:lnTo>
                    <a:pt x="961" y="765"/>
                  </a:lnTo>
                  <a:lnTo>
                    <a:pt x="976" y="758"/>
                  </a:lnTo>
                  <a:lnTo>
                    <a:pt x="990" y="748"/>
                  </a:lnTo>
                  <a:lnTo>
                    <a:pt x="1004" y="736"/>
                  </a:lnTo>
                  <a:lnTo>
                    <a:pt x="1016" y="721"/>
                  </a:lnTo>
                  <a:lnTo>
                    <a:pt x="1028" y="704"/>
                  </a:lnTo>
                  <a:lnTo>
                    <a:pt x="1049" y="663"/>
                  </a:lnTo>
                  <a:lnTo>
                    <a:pt x="1065" y="617"/>
                  </a:lnTo>
                  <a:lnTo>
                    <a:pt x="1075" y="565"/>
                  </a:lnTo>
                  <a:lnTo>
                    <a:pt x="1080" y="509"/>
                  </a:lnTo>
                  <a:lnTo>
                    <a:pt x="1078" y="452"/>
                  </a:lnTo>
                  <a:lnTo>
                    <a:pt x="1069" y="395"/>
                  </a:lnTo>
                  <a:lnTo>
                    <a:pt x="1053" y="338"/>
                  </a:lnTo>
                  <a:lnTo>
                    <a:pt x="1027" y="284"/>
                  </a:lnTo>
                  <a:lnTo>
                    <a:pt x="1011" y="259"/>
                  </a:lnTo>
                  <a:lnTo>
                    <a:pt x="993" y="235"/>
                  </a:lnTo>
                  <a:lnTo>
                    <a:pt x="972" y="212"/>
                  </a:lnTo>
                  <a:lnTo>
                    <a:pt x="949" y="191"/>
                  </a:lnTo>
                  <a:lnTo>
                    <a:pt x="918" y="167"/>
                  </a:lnTo>
                  <a:lnTo>
                    <a:pt x="877" y="142"/>
                  </a:lnTo>
                  <a:lnTo>
                    <a:pt x="828" y="114"/>
                  </a:lnTo>
                  <a:lnTo>
                    <a:pt x="772" y="87"/>
                  </a:lnTo>
                  <a:lnTo>
                    <a:pt x="710" y="61"/>
                  </a:lnTo>
                  <a:lnTo>
                    <a:pt x="644" y="38"/>
                  </a:lnTo>
                  <a:lnTo>
                    <a:pt x="574" y="19"/>
                  </a:lnTo>
                  <a:lnTo>
                    <a:pt x="503" y="6"/>
                  </a:lnTo>
                  <a:lnTo>
                    <a:pt x="431" y="0"/>
                  </a:lnTo>
                  <a:lnTo>
                    <a:pt x="359" y="2"/>
                  </a:lnTo>
                  <a:lnTo>
                    <a:pt x="290" y="14"/>
                  </a:lnTo>
                  <a:lnTo>
                    <a:pt x="256" y="24"/>
                  </a:lnTo>
                  <a:lnTo>
                    <a:pt x="224" y="37"/>
                  </a:lnTo>
                  <a:lnTo>
                    <a:pt x="192" y="53"/>
                  </a:lnTo>
                  <a:lnTo>
                    <a:pt x="162" y="73"/>
                  </a:lnTo>
                  <a:lnTo>
                    <a:pt x="133" y="96"/>
                  </a:lnTo>
                  <a:lnTo>
                    <a:pt x="106" y="122"/>
                  </a:lnTo>
                  <a:lnTo>
                    <a:pt x="81" y="153"/>
                  </a:lnTo>
                  <a:lnTo>
                    <a:pt x="58" y="187"/>
                  </a:lnTo>
                  <a:lnTo>
                    <a:pt x="37" y="226"/>
                  </a:lnTo>
                  <a:lnTo>
                    <a:pt x="18" y="269"/>
                  </a:lnTo>
                  <a:lnTo>
                    <a:pt x="5" y="312"/>
                  </a:lnTo>
                  <a:lnTo>
                    <a:pt x="0" y="356"/>
                  </a:lnTo>
                  <a:lnTo>
                    <a:pt x="2" y="400"/>
                  </a:lnTo>
                  <a:lnTo>
                    <a:pt x="10" y="445"/>
                  </a:lnTo>
                  <a:lnTo>
                    <a:pt x="25" y="489"/>
                  </a:lnTo>
                  <a:lnTo>
                    <a:pt x="46" y="534"/>
                  </a:lnTo>
                  <a:lnTo>
                    <a:pt x="102" y="625"/>
                  </a:lnTo>
                  <a:lnTo>
                    <a:pt x="176" y="716"/>
                  </a:lnTo>
                  <a:lnTo>
                    <a:pt x="263" y="807"/>
                  </a:lnTo>
                  <a:lnTo>
                    <a:pt x="463" y="990"/>
                  </a:lnTo>
                  <a:lnTo>
                    <a:pt x="674" y="1171"/>
                  </a:lnTo>
                  <a:lnTo>
                    <a:pt x="864" y="1347"/>
                  </a:lnTo>
                  <a:lnTo>
                    <a:pt x="942" y="1433"/>
                  </a:lnTo>
                  <a:lnTo>
                    <a:pt x="1004" y="1517"/>
                  </a:lnTo>
                  <a:lnTo>
                    <a:pt x="1027" y="1558"/>
                  </a:lnTo>
                  <a:lnTo>
                    <a:pt x="1046" y="1599"/>
                  </a:lnTo>
                  <a:lnTo>
                    <a:pt x="1058" y="1639"/>
                  </a:lnTo>
                  <a:lnTo>
                    <a:pt x="1064" y="1679"/>
                  </a:lnTo>
                  <a:lnTo>
                    <a:pt x="1068" y="1831"/>
                  </a:lnTo>
                  <a:lnTo>
                    <a:pt x="1068" y="2051"/>
                  </a:lnTo>
                  <a:lnTo>
                    <a:pt x="1058" y="2587"/>
                  </a:lnTo>
                  <a:lnTo>
                    <a:pt x="1038" y="3279"/>
                  </a:lnTo>
                  <a:lnTo>
                    <a:pt x="626" y="3279"/>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1" name=""/>
            <p:cNvSpPr/>
            <p:nvPr/>
          </p:nvSpPr>
          <p:spPr>
            <a:xfrm>
              <a:off x="8695800" y="3038040"/>
              <a:ext cx="360" cy="23220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2" name=""/>
            <p:cNvSpPr/>
            <p:nvPr/>
          </p:nvSpPr>
          <p:spPr>
            <a:xfrm flipH="1">
              <a:off x="9498240" y="33742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3" name=""/>
            <p:cNvSpPr/>
            <p:nvPr/>
          </p:nvSpPr>
          <p:spPr>
            <a:xfrm flipH="1">
              <a:off x="96847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4" name=""/>
            <p:cNvSpPr/>
            <p:nvPr/>
          </p:nvSpPr>
          <p:spPr>
            <a:xfrm>
              <a:off x="7728840" y="3374280"/>
              <a:ext cx="16452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5" name=""/>
            <p:cNvSpPr/>
            <p:nvPr/>
          </p:nvSpPr>
          <p:spPr>
            <a:xfrm>
              <a:off x="74743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316" name=""/>
          <p:cNvGrpSpPr/>
          <p:nvPr/>
        </p:nvGrpSpPr>
        <p:grpSpPr>
          <a:xfrm>
            <a:off x="562320" y="541080"/>
            <a:ext cx="8785080" cy="4524840"/>
            <a:chOff x="562320" y="541080"/>
            <a:chExt cx="8785080" cy="4524840"/>
          </a:xfrm>
        </p:grpSpPr>
        <p:sp>
          <p:nvSpPr>
            <p:cNvPr id="317" name=""/>
            <p:cNvSpPr/>
            <p:nvPr/>
          </p:nvSpPr>
          <p:spPr>
            <a:xfrm flipH="1">
              <a:off x="4486320" y="577800"/>
              <a:ext cx="196560" cy="1224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8" name=""/>
            <p:cNvSpPr/>
            <p:nvPr/>
          </p:nvSpPr>
          <p:spPr>
            <a:xfrm>
              <a:off x="4523400" y="541080"/>
              <a:ext cx="122400" cy="1962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9" name=""/>
            <p:cNvSpPr/>
            <p:nvPr/>
          </p:nvSpPr>
          <p:spPr>
            <a:xfrm>
              <a:off x="3875040" y="3873240"/>
              <a:ext cx="186840" cy="186840"/>
            </a:xfrm>
            <a:custGeom>
              <a:avLst/>
              <a:gdLst>
                <a:gd name="textAreaLeft" fmla="*/ 0 w 186840"/>
                <a:gd name="textAreaRight" fmla="*/ 190080 w 186840"/>
                <a:gd name="textAreaTop" fmla="*/ 0 h 186840"/>
                <a:gd name="textAreaBottom" fmla="*/ 190080 h 186840"/>
              </a:gdLst>
              <a:ahLst/>
              <a:cxnLst/>
              <a:rect l="textAreaLeft" t="textAreaTop" r="textAreaRight" b="textAreaBottom"/>
              <a:pathLst>
                <a:path w="528" h="528">
                  <a:moveTo>
                    <a:pt x="528" y="264"/>
                  </a:moveTo>
                  <a:lnTo>
                    <a:pt x="527" y="282"/>
                  </a:lnTo>
                  <a:lnTo>
                    <a:pt x="526" y="299"/>
                  </a:lnTo>
                  <a:lnTo>
                    <a:pt x="523" y="316"/>
                  </a:lnTo>
                  <a:lnTo>
                    <a:pt x="520" y="333"/>
                  </a:lnTo>
                  <a:lnTo>
                    <a:pt x="515" y="349"/>
                  </a:lnTo>
                  <a:lnTo>
                    <a:pt x="509" y="365"/>
                  </a:lnTo>
                  <a:lnTo>
                    <a:pt x="502" y="380"/>
                  </a:lnTo>
                  <a:lnTo>
                    <a:pt x="493" y="396"/>
                  </a:lnTo>
                  <a:lnTo>
                    <a:pt x="484" y="411"/>
                  </a:lnTo>
                  <a:lnTo>
                    <a:pt x="473" y="425"/>
                  </a:lnTo>
                  <a:lnTo>
                    <a:pt x="463" y="439"/>
                  </a:lnTo>
                  <a:lnTo>
                    <a:pt x="451" y="451"/>
                  </a:lnTo>
                  <a:lnTo>
                    <a:pt x="439" y="463"/>
                  </a:lnTo>
                  <a:lnTo>
                    <a:pt x="425" y="473"/>
                  </a:lnTo>
                  <a:lnTo>
                    <a:pt x="411" y="483"/>
                  </a:lnTo>
                  <a:lnTo>
                    <a:pt x="396" y="493"/>
                  </a:lnTo>
                  <a:lnTo>
                    <a:pt x="380" y="502"/>
                  </a:lnTo>
                  <a:lnTo>
                    <a:pt x="364" y="509"/>
                  </a:lnTo>
                  <a:lnTo>
                    <a:pt x="349" y="515"/>
                  </a:lnTo>
                  <a:lnTo>
                    <a:pt x="332" y="520"/>
                  </a:lnTo>
                  <a:lnTo>
                    <a:pt x="316" y="523"/>
                  </a:lnTo>
                  <a:lnTo>
                    <a:pt x="299" y="526"/>
                  </a:lnTo>
                  <a:lnTo>
                    <a:pt x="282" y="527"/>
                  </a:lnTo>
                  <a:lnTo>
                    <a:pt x="264" y="528"/>
                  </a:lnTo>
                  <a:lnTo>
                    <a:pt x="246" y="527"/>
                  </a:lnTo>
                  <a:lnTo>
                    <a:pt x="229" y="526"/>
                  </a:lnTo>
                  <a:lnTo>
                    <a:pt x="212" y="523"/>
                  </a:lnTo>
                  <a:lnTo>
                    <a:pt x="196" y="520"/>
                  </a:lnTo>
                  <a:lnTo>
                    <a:pt x="179" y="515"/>
                  </a:lnTo>
                  <a:lnTo>
                    <a:pt x="164" y="509"/>
                  </a:lnTo>
                  <a:lnTo>
                    <a:pt x="148" y="502"/>
                  </a:lnTo>
                  <a:lnTo>
                    <a:pt x="132" y="493"/>
                  </a:lnTo>
                  <a:lnTo>
                    <a:pt x="117" y="483"/>
                  </a:lnTo>
                  <a:lnTo>
                    <a:pt x="103" y="473"/>
                  </a:lnTo>
                  <a:lnTo>
                    <a:pt x="90" y="463"/>
                  </a:lnTo>
                  <a:lnTo>
                    <a:pt x="77" y="451"/>
                  </a:lnTo>
                  <a:lnTo>
                    <a:pt x="66" y="439"/>
                  </a:lnTo>
                  <a:lnTo>
                    <a:pt x="55" y="425"/>
                  </a:lnTo>
                  <a:lnTo>
                    <a:pt x="45" y="411"/>
                  </a:lnTo>
                  <a:lnTo>
                    <a:pt x="36" y="396"/>
                  </a:lnTo>
                  <a:lnTo>
                    <a:pt x="27" y="380"/>
                  </a:lnTo>
                  <a:lnTo>
                    <a:pt x="20" y="364"/>
                  </a:lnTo>
                  <a:lnTo>
                    <a:pt x="14" y="349"/>
                  </a:lnTo>
                  <a:lnTo>
                    <a:pt x="9" y="332"/>
                  </a:lnTo>
                  <a:lnTo>
                    <a:pt x="5" y="316"/>
                  </a:lnTo>
                  <a:lnTo>
                    <a:pt x="2" y="299"/>
                  </a:lnTo>
                  <a:lnTo>
                    <a:pt x="1" y="282"/>
                  </a:lnTo>
                  <a:lnTo>
                    <a:pt x="0" y="264"/>
                  </a:lnTo>
                  <a:lnTo>
                    <a:pt x="1" y="246"/>
                  </a:lnTo>
                  <a:lnTo>
                    <a:pt x="2" y="229"/>
                  </a:lnTo>
                  <a:lnTo>
                    <a:pt x="5" y="212"/>
                  </a:lnTo>
                  <a:lnTo>
                    <a:pt x="9" y="196"/>
                  </a:lnTo>
                  <a:lnTo>
                    <a:pt x="14" y="179"/>
                  </a:lnTo>
                  <a:lnTo>
                    <a:pt x="20" y="164"/>
                  </a:lnTo>
                  <a:lnTo>
                    <a:pt x="27" y="148"/>
                  </a:lnTo>
                  <a:lnTo>
                    <a:pt x="36" y="132"/>
                  </a:lnTo>
                  <a:lnTo>
                    <a:pt x="45" y="117"/>
                  </a:lnTo>
                  <a:lnTo>
                    <a:pt x="55" y="103"/>
                  </a:lnTo>
                  <a:lnTo>
                    <a:pt x="66" y="90"/>
                  </a:lnTo>
                  <a:lnTo>
                    <a:pt x="77" y="77"/>
                  </a:lnTo>
                  <a:lnTo>
                    <a:pt x="90" y="66"/>
                  </a:lnTo>
                  <a:lnTo>
                    <a:pt x="103" y="55"/>
                  </a:lnTo>
                  <a:lnTo>
                    <a:pt x="117" y="45"/>
                  </a:lnTo>
                  <a:lnTo>
                    <a:pt x="132" y="36"/>
                  </a:lnTo>
                  <a:lnTo>
                    <a:pt x="148" y="27"/>
                  </a:lnTo>
                  <a:lnTo>
                    <a:pt x="164" y="20"/>
                  </a:lnTo>
                  <a:lnTo>
                    <a:pt x="180" y="14"/>
                  </a:lnTo>
                  <a:lnTo>
                    <a:pt x="196" y="9"/>
                  </a:lnTo>
                  <a:lnTo>
                    <a:pt x="212" y="5"/>
                  </a:lnTo>
                  <a:lnTo>
                    <a:pt x="229" y="2"/>
                  </a:lnTo>
                  <a:lnTo>
                    <a:pt x="246" y="1"/>
                  </a:lnTo>
                  <a:lnTo>
                    <a:pt x="264" y="0"/>
                  </a:lnTo>
                  <a:lnTo>
                    <a:pt x="282" y="1"/>
                  </a:lnTo>
                  <a:lnTo>
                    <a:pt x="299" y="2"/>
                  </a:lnTo>
                  <a:lnTo>
                    <a:pt x="316" y="5"/>
                  </a:lnTo>
                  <a:lnTo>
                    <a:pt x="333" y="9"/>
                  </a:lnTo>
                  <a:lnTo>
                    <a:pt x="349" y="14"/>
                  </a:lnTo>
                  <a:lnTo>
                    <a:pt x="365" y="20"/>
                  </a:lnTo>
                  <a:lnTo>
                    <a:pt x="380" y="27"/>
                  </a:lnTo>
                  <a:lnTo>
                    <a:pt x="396" y="36"/>
                  </a:lnTo>
                  <a:lnTo>
                    <a:pt x="411" y="45"/>
                  </a:lnTo>
                  <a:lnTo>
                    <a:pt x="425" y="55"/>
                  </a:lnTo>
                  <a:lnTo>
                    <a:pt x="439" y="66"/>
                  </a:lnTo>
                  <a:lnTo>
                    <a:pt x="451" y="77"/>
                  </a:lnTo>
                  <a:lnTo>
                    <a:pt x="463" y="90"/>
                  </a:lnTo>
                  <a:lnTo>
                    <a:pt x="473" y="103"/>
                  </a:lnTo>
                  <a:lnTo>
                    <a:pt x="484" y="117"/>
                  </a:lnTo>
                  <a:lnTo>
                    <a:pt x="493" y="132"/>
                  </a:lnTo>
                  <a:lnTo>
                    <a:pt x="502" y="148"/>
                  </a:lnTo>
                  <a:lnTo>
                    <a:pt x="509" y="164"/>
                  </a:lnTo>
                  <a:lnTo>
                    <a:pt x="515" y="180"/>
                  </a:lnTo>
                  <a:lnTo>
                    <a:pt x="520" y="196"/>
                  </a:lnTo>
                  <a:lnTo>
                    <a:pt x="523" y="212"/>
                  </a:lnTo>
                  <a:lnTo>
                    <a:pt x="526" y="229"/>
                  </a:lnTo>
                  <a:lnTo>
                    <a:pt x="527" y="246"/>
                  </a:lnTo>
                  <a:lnTo>
                    <a:pt x="528" y="264"/>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0" name=""/>
            <p:cNvSpPr/>
            <p:nvPr/>
          </p:nvSpPr>
          <p:spPr>
            <a:xfrm>
              <a:off x="6381720" y="2107440"/>
              <a:ext cx="164160" cy="177120"/>
            </a:xfrm>
            <a:custGeom>
              <a:avLst/>
              <a:gdLst>
                <a:gd name="textAreaLeft" fmla="*/ 0 w 164160"/>
                <a:gd name="textAreaRight" fmla="*/ 167400 w 164160"/>
                <a:gd name="textAreaTop" fmla="*/ 0 h 177120"/>
                <a:gd name="textAreaBottom" fmla="*/ 180360 h 177120"/>
              </a:gdLst>
              <a:ahLst/>
              <a:cxnLst/>
              <a:rect l="textAreaLeft" t="textAreaTop" r="textAreaRight" b="textAreaBottom"/>
              <a:pathLst>
                <a:path w="465" h="501">
                  <a:moveTo>
                    <a:pt x="0" y="229"/>
                  </a:moveTo>
                  <a:lnTo>
                    <a:pt x="403" y="501"/>
                  </a:lnTo>
                  <a:lnTo>
                    <a:pt x="465"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1" name=""/>
            <p:cNvSpPr/>
            <p:nvPr/>
          </p:nvSpPr>
          <p:spPr>
            <a:xfrm>
              <a:off x="9227160" y="1134720"/>
              <a:ext cx="5796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2" name=""/>
            <p:cNvSpPr/>
            <p:nvPr/>
          </p:nvSpPr>
          <p:spPr>
            <a:xfrm flipV="1">
              <a:off x="9164520" y="1197000"/>
              <a:ext cx="18288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3" name=""/>
            <p:cNvSpPr/>
            <p:nvPr/>
          </p:nvSpPr>
          <p:spPr>
            <a:xfrm>
              <a:off x="562320" y="4888800"/>
              <a:ext cx="164160" cy="177120"/>
            </a:xfrm>
            <a:custGeom>
              <a:avLst/>
              <a:gdLst>
                <a:gd name="textAreaLeft" fmla="*/ 0 w 164160"/>
                <a:gd name="textAreaRight" fmla="*/ 167400 w 164160"/>
                <a:gd name="textAreaTop" fmla="*/ 0 h 177120"/>
                <a:gd name="textAreaBottom" fmla="*/ 180360 h 177120"/>
              </a:gdLst>
              <a:ahLst/>
              <a:cxnLst/>
              <a:rect l="textAreaLeft" t="textAreaTop" r="textAreaRight" b="textAreaBottom"/>
              <a:pathLst>
                <a:path w="465" h="501">
                  <a:moveTo>
                    <a:pt x="0" y="230"/>
                  </a:moveTo>
                  <a:lnTo>
                    <a:pt x="403" y="501"/>
                  </a:lnTo>
                  <a:lnTo>
                    <a:pt x="465"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24" name=""/>
          <p:cNvGrpSpPr/>
          <p:nvPr/>
        </p:nvGrpSpPr>
        <p:grpSpPr>
          <a:xfrm>
            <a:off x="69480" y="59040"/>
            <a:ext cx="656280" cy="687960"/>
            <a:chOff x="69480" y="59040"/>
            <a:chExt cx="656280" cy="687960"/>
          </a:xfrm>
        </p:grpSpPr>
        <p:grpSp>
          <p:nvGrpSpPr>
            <p:cNvPr id="325" name=""/>
            <p:cNvGrpSpPr/>
            <p:nvPr/>
          </p:nvGrpSpPr>
          <p:grpSpPr>
            <a:xfrm>
              <a:off x="82440" y="79560"/>
              <a:ext cx="643320" cy="667440"/>
              <a:chOff x="82440" y="79560"/>
              <a:chExt cx="643320" cy="667440"/>
            </a:xfrm>
          </p:grpSpPr>
          <p:sp>
            <p:nvSpPr>
              <p:cNvPr id="326" name=""/>
              <p:cNvSpPr/>
              <p:nvPr/>
            </p:nvSpPr>
            <p:spPr>
              <a:xfrm>
                <a:off x="225720" y="237600"/>
                <a:ext cx="353520" cy="426240"/>
              </a:xfrm>
              <a:custGeom>
                <a:avLst/>
                <a:gdLst>
                  <a:gd name="textAreaLeft" fmla="*/ 0 w 353520"/>
                  <a:gd name="textAreaRight" fmla="*/ 356760 w 353520"/>
                  <a:gd name="textAreaTop" fmla="*/ 0 h 426240"/>
                  <a:gd name="textAreaBottom" fmla="*/ 429480 h 42624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7" name=""/>
              <p:cNvSpPr/>
              <p:nvPr/>
            </p:nvSpPr>
            <p:spPr>
              <a:xfrm>
                <a:off x="320400" y="667080"/>
                <a:ext cx="164160" cy="38880"/>
              </a:xfrm>
              <a:custGeom>
                <a:avLst/>
                <a:gdLst>
                  <a:gd name="textAreaLeft" fmla="*/ 0 w 164160"/>
                  <a:gd name="textAreaRight" fmla="*/ 167400 w 164160"/>
                  <a:gd name="textAreaTop" fmla="*/ 0 h 38880"/>
                  <a:gd name="textAreaBottom" fmla="*/ 42120 h 3888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8" name=""/>
              <p:cNvSpPr/>
              <p:nvPr/>
            </p:nvSpPr>
            <p:spPr>
              <a:xfrm>
                <a:off x="336600" y="708480"/>
                <a:ext cx="131760" cy="38520"/>
              </a:xfrm>
              <a:custGeom>
                <a:avLst/>
                <a:gdLst>
                  <a:gd name="textAreaLeft" fmla="*/ 0 w 131760"/>
                  <a:gd name="textAreaRight" fmla="*/ 135000 w 131760"/>
                  <a:gd name="textAreaTop" fmla="*/ 0 h 38520"/>
                  <a:gd name="textAreaBottom" fmla="*/ 41760 h 3852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9" name=""/>
              <p:cNvSpPr/>
              <p:nvPr/>
            </p:nvSpPr>
            <p:spPr>
              <a:xfrm>
                <a:off x="323280" y="356040"/>
                <a:ext cx="160200" cy="307800"/>
              </a:xfrm>
              <a:custGeom>
                <a:avLst/>
                <a:gdLst>
                  <a:gd name="textAreaLeft" fmla="*/ 0 w 160200"/>
                  <a:gd name="textAreaRight" fmla="*/ 163440 w 160200"/>
                  <a:gd name="textAreaTop" fmla="*/ 0 h 307800"/>
                  <a:gd name="textAreaBottom" fmla="*/ 311040 h 30780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30"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1"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2"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3"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4"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35" name=""/>
            <p:cNvGrpSpPr/>
            <p:nvPr/>
          </p:nvGrpSpPr>
          <p:grpSpPr>
            <a:xfrm>
              <a:off x="69480" y="59040"/>
              <a:ext cx="643320" cy="667800"/>
              <a:chOff x="69480" y="59040"/>
              <a:chExt cx="643320" cy="667800"/>
            </a:xfrm>
          </p:grpSpPr>
          <p:sp>
            <p:nvSpPr>
              <p:cNvPr id="336" name=""/>
              <p:cNvSpPr/>
              <p:nvPr/>
            </p:nvSpPr>
            <p:spPr>
              <a:xfrm>
                <a:off x="212400" y="217080"/>
                <a:ext cx="353880" cy="426600"/>
              </a:xfrm>
              <a:custGeom>
                <a:avLst/>
                <a:gdLst>
                  <a:gd name="textAreaLeft" fmla="*/ 0 w 353880"/>
                  <a:gd name="textAreaRight" fmla="*/ 357120 w 353880"/>
                  <a:gd name="textAreaTop" fmla="*/ 0 h 426600"/>
                  <a:gd name="textAreaBottom" fmla="*/ 429840 h 42660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7" name=""/>
              <p:cNvSpPr/>
              <p:nvPr/>
            </p:nvSpPr>
            <p:spPr>
              <a:xfrm>
                <a:off x="307080" y="646920"/>
                <a:ext cx="164520" cy="38520"/>
              </a:xfrm>
              <a:custGeom>
                <a:avLst/>
                <a:gdLst>
                  <a:gd name="textAreaLeft" fmla="*/ 0 w 164520"/>
                  <a:gd name="textAreaRight" fmla="*/ 167760 w 164520"/>
                  <a:gd name="textAreaTop" fmla="*/ 0 h 38520"/>
                  <a:gd name="textAreaBottom" fmla="*/ 41760 h 3852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8" name=""/>
              <p:cNvSpPr/>
              <p:nvPr/>
            </p:nvSpPr>
            <p:spPr>
              <a:xfrm>
                <a:off x="323280" y="687960"/>
                <a:ext cx="132120" cy="38880"/>
              </a:xfrm>
              <a:custGeom>
                <a:avLst/>
                <a:gdLst>
                  <a:gd name="textAreaLeft" fmla="*/ 0 w 132120"/>
                  <a:gd name="textAreaRight" fmla="*/ 135360 w 132120"/>
                  <a:gd name="textAreaTop" fmla="*/ 0 h 38880"/>
                  <a:gd name="textAreaBottom" fmla="*/ 42120 h 3888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9" name=""/>
              <p:cNvSpPr/>
              <p:nvPr/>
            </p:nvSpPr>
            <p:spPr>
              <a:xfrm>
                <a:off x="309960" y="335520"/>
                <a:ext cx="160560" cy="308160"/>
              </a:xfrm>
              <a:custGeom>
                <a:avLst/>
                <a:gdLst>
                  <a:gd name="textAreaLeft" fmla="*/ 0 w 160560"/>
                  <a:gd name="textAreaRight" fmla="*/ 163800 w 160560"/>
                  <a:gd name="textAreaTop" fmla="*/ 0 h 308160"/>
                  <a:gd name="textAreaBottom" fmla="*/ 311400 h 30816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40"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1"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2"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3"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4"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45" name="PlaceHolder 1"/>
          <p:cNvSpPr>
            <a:spLocks noGrp="1"/>
          </p:cNvSpPr>
          <p:nvPr>
            <p:ph type="title"/>
          </p:nvPr>
        </p:nvSpPr>
        <p:spPr>
          <a:xfrm>
            <a:off x="4320000" y="2019600"/>
            <a:ext cx="503676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46"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47" name="PlaceHolder 3"/>
          <p:cNvSpPr>
            <a:spLocks noGrp="1"/>
          </p:cNvSpPr>
          <p:nvPr>
            <p:ph type="ftr" idx="25"/>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48" name="PlaceHolder 4"/>
          <p:cNvSpPr>
            <a:spLocks noGrp="1"/>
          </p:cNvSpPr>
          <p:nvPr>
            <p:ph type="sldNum" idx="26"/>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7DE91EA0-FE3F-4164-BF9D-9937CEFCDD64}"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49" name="PlaceHolder 5"/>
          <p:cNvSpPr>
            <a:spLocks noGrp="1"/>
          </p:cNvSpPr>
          <p:nvPr>
            <p:ph type="dt" idx="27"/>
          </p:nvPr>
        </p:nvSpPr>
        <p:spPr>
          <a:xfrm>
            <a:off x="504000" y="532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
          <p:cNvSpPr/>
          <p:nvPr/>
        </p:nvSpPr>
        <p:spPr>
          <a:xfrm>
            <a:off x="0" y="180000"/>
            <a:ext cx="4146840" cy="414000"/>
          </a:xfrm>
          <a:custGeom>
            <a:avLst/>
            <a:gdLst>
              <a:gd name="textAreaLeft" fmla="*/ 0 w 4146840"/>
              <a:gd name="textAreaRight" fmla="*/ 4150080 w 4146840"/>
              <a:gd name="textAreaTop" fmla="*/ 0 h 414000"/>
              <a:gd name="textAreaBottom" fmla="*/ 417240 h 41400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53" name=""/>
          <p:cNvGrpSpPr/>
          <p:nvPr/>
        </p:nvGrpSpPr>
        <p:grpSpPr>
          <a:xfrm>
            <a:off x="152640" y="291960"/>
            <a:ext cx="9273600" cy="4825080"/>
            <a:chOff x="152640" y="291960"/>
            <a:chExt cx="9273600" cy="4825080"/>
          </a:xfrm>
        </p:grpSpPr>
        <p:sp>
          <p:nvSpPr>
            <p:cNvPr id="354" name=""/>
            <p:cNvSpPr/>
            <p:nvPr/>
          </p:nvSpPr>
          <p:spPr>
            <a:xfrm flipH="1">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5" name=""/>
            <p:cNvSpPr/>
            <p:nvPr/>
          </p:nvSpPr>
          <p:spPr>
            <a:xfrm>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6" name=""/>
            <p:cNvSpPr/>
            <p:nvPr/>
          </p:nvSpPr>
          <p:spPr>
            <a:xfrm>
              <a:off x="5675400" y="1268280"/>
              <a:ext cx="164520" cy="177840"/>
            </a:xfrm>
            <a:custGeom>
              <a:avLst/>
              <a:gdLst>
                <a:gd name="textAreaLeft" fmla="*/ 0 w 164520"/>
                <a:gd name="textAreaRight" fmla="*/ 167760 w 164520"/>
                <a:gd name="textAreaTop" fmla="*/ 0 h 177840"/>
                <a:gd name="textAreaBottom" fmla="*/ 181080 h 17784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7" name=""/>
            <p:cNvSpPr/>
            <p:nvPr/>
          </p:nvSpPr>
          <p:spPr>
            <a:xfrm>
              <a:off x="7669440" y="445248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5" y="426"/>
                  </a:lnTo>
                  <a:lnTo>
                    <a:pt x="464" y="440"/>
                  </a:lnTo>
                  <a:lnTo>
                    <a:pt x="453" y="452"/>
                  </a:lnTo>
                  <a:lnTo>
                    <a:pt x="441" y="464"/>
                  </a:lnTo>
                  <a:lnTo>
                    <a:pt x="427" y="474"/>
                  </a:lnTo>
                  <a:lnTo>
                    <a:pt x="413" y="484"/>
                  </a:lnTo>
                  <a:lnTo>
                    <a:pt x="398" y="494"/>
                  </a:lnTo>
                  <a:lnTo>
                    <a:pt x="382"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3"/>
                  </a:lnTo>
                  <a:lnTo>
                    <a:pt x="133" y="494"/>
                  </a:lnTo>
                  <a:lnTo>
                    <a:pt x="118" y="484"/>
                  </a:lnTo>
                  <a:lnTo>
                    <a:pt x="103" y="474"/>
                  </a:lnTo>
                  <a:lnTo>
                    <a:pt x="90" y="464"/>
                  </a:lnTo>
                  <a:lnTo>
                    <a:pt x="78" y="452"/>
                  </a:lnTo>
                  <a:lnTo>
                    <a:pt x="66" y="440"/>
                  </a:lnTo>
                  <a:lnTo>
                    <a:pt x="56" y="426"/>
                  </a:lnTo>
                  <a:lnTo>
                    <a:pt x="45" y="412"/>
                  </a:lnTo>
                  <a:lnTo>
                    <a:pt x="36" y="397"/>
                  </a:lnTo>
                  <a:lnTo>
                    <a:pt x="27" y="381"/>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2"/>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8" name=""/>
            <p:cNvSpPr/>
            <p:nvPr/>
          </p:nvSpPr>
          <p:spPr>
            <a:xfrm flipH="1">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9" name=""/>
            <p:cNvSpPr/>
            <p:nvPr/>
          </p:nvSpPr>
          <p:spPr>
            <a:xfrm>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0" name=""/>
            <p:cNvSpPr/>
            <p:nvPr/>
          </p:nvSpPr>
          <p:spPr>
            <a:xfrm>
              <a:off x="152640" y="111204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1" y="333"/>
                  </a:lnTo>
                  <a:lnTo>
                    <a:pt x="516" y="349"/>
                  </a:lnTo>
                  <a:lnTo>
                    <a:pt x="510" y="365"/>
                  </a:lnTo>
                  <a:lnTo>
                    <a:pt x="503" y="381"/>
                  </a:lnTo>
                  <a:lnTo>
                    <a:pt x="494" y="397"/>
                  </a:lnTo>
                  <a:lnTo>
                    <a:pt x="485" y="412"/>
                  </a:lnTo>
                  <a:lnTo>
                    <a:pt x="475" y="426"/>
                  </a:lnTo>
                  <a:lnTo>
                    <a:pt x="464" y="440"/>
                  </a:lnTo>
                  <a:lnTo>
                    <a:pt x="453" y="452"/>
                  </a:lnTo>
                  <a:lnTo>
                    <a:pt x="441" y="464"/>
                  </a:lnTo>
                  <a:lnTo>
                    <a:pt x="427" y="475"/>
                  </a:lnTo>
                  <a:lnTo>
                    <a:pt x="413" y="485"/>
                  </a:lnTo>
                  <a:lnTo>
                    <a:pt x="398" y="494"/>
                  </a:lnTo>
                  <a:lnTo>
                    <a:pt x="382" y="502"/>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2"/>
                  </a:lnTo>
                  <a:lnTo>
                    <a:pt x="133" y="494"/>
                  </a:lnTo>
                  <a:lnTo>
                    <a:pt x="118" y="485"/>
                  </a:lnTo>
                  <a:lnTo>
                    <a:pt x="103" y="475"/>
                  </a:lnTo>
                  <a:lnTo>
                    <a:pt x="90" y="464"/>
                  </a:lnTo>
                  <a:lnTo>
                    <a:pt x="78" y="452"/>
                  </a:lnTo>
                  <a:lnTo>
                    <a:pt x="66" y="440"/>
                  </a:lnTo>
                  <a:lnTo>
                    <a:pt x="56" y="426"/>
                  </a:lnTo>
                  <a:lnTo>
                    <a:pt x="45" y="412"/>
                  </a:lnTo>
                  <a:lnTo>
                    <a:pt x="36" y="397"/>
                  </a:lnTo>
                  <a:lnTo>
                    <a:pt x="27" y="381"/>
                  </a:lnTo>
                  <a:lnTo>
                    <a:pt x="20" y="365"/>
                  </a:lnTo>
                  <a:lnTo>
                    <a:pt x="14" y="350"/>
                  </a:lnTo>
                  <a:lnTo>
                    <a:pt x="9" y="333"/>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3"/>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3"/>
                  </a:lnTo>
                  <a:lnTo>
                    <a:pt x="485" y="117"/>
                  </a:lnTo>
                  <a:lnTo>
                    <a:pt x="494" y="132"/>
                  </a:lnTo>
                  <a:lnTo>
                    <a:pt x="503" y="148"/>
                  </a:lnTo>
                  <a:lnTo>
                    <a:pt x="510" y="164"/>
                  </a:lnTo>
                  <a:lnTo>
                    <a:pt x="516" y="180"/>
                  </a:lnTo>
                  <a:lnTo>
                    <a:pt x="521" y="196"/>
                  </a:lnTo>
                  <a:lnTo>
                    <a:pt x="525" y="212"/>
                  </a:lnTo>
                  <a:lnTo>
                    <a:pt x="528" y="229"/>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61" name=""/>
          <p:cNvGrpSpPr/>
          <p:nvPr/>
        </p:nvGrpSpPr>
        <p:grpSpPr>
          <a:xfrm>
            <a:off x="69480" y="59040"/>
            <a:ext cx="656280" cy="687960"/>
            <a:chOff x="69480" y="59040"/>
            <a:chExt cx="656280" cy="687960"/>
          </a:xfrm>
        </p:grpSpPr>
        <p:grpSp>
          <p:nvGrpSpPr>
            <p:cNvPr id="362" name=""/>
            <p:cNvGrpSpPr/>
            <p:nvPr/>
          </p:nvGrpSpPr>
          <p:grpSpPr>
            <a:xfrm>
              <a:off x="82440" y="79560"/>
              <a:ext cx="643320" cy="667440"/>
              <a:chOff x="82440" y="79560"/>
              <a:chExt cx="643320" cy="667440"/>
            </a:xfrm>
          </p:grpSpPr>
          <p:sp>
            <p:nvSpPr>
              <p:cNvPr id="363" name=""/>
              <p:cNvSpPr/>
              <p:nvPr/>
            </p:nvSpPr>
            <p:spPr>
              <a:xfrm>
                <a:off x="225720" y="237600"/>
                <a:ext cx="353520" cy="426240"/>
              </a:xfrm>
              <a:custGeom>
                <a:avLst/>
                <a:gdLst>
                  <a:gd name="textAreaLeft" fmla="*/ 0 w 353520"/>
                  <a:gd name="textAreaRight" fmla="*/ 356760 w 353520"/>
                  <a:gd name="textAreaTop" fmla="*/ 0 h 426240"/>
                  <a:gd name="textAreaBottom" fmla="*/ 429480 h 42624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4" name=""/>
              <p:cNvSpPr/>
              <p:nvPr/>
            </p:nvSpPr>
            <p:spPr>
              <a:xfrm>
                <a:off x="320400" y="667080"/>
                <a:ext cx="164160" cy="38880"/>
              </a:xfrm>
              <a:custGeom>
                <a:avLst/>
                <a:gdLst>
                  <a:gd name="textAreaLeft" fmla="*/ 0 w 164160"/>
                  <a:gd name="textAreaRight" fmla="*/ 167400 w 164160"/>
                  <a:gd name="textAreaTop" fmla="*/ 0 h 38880"/>
                  <a:gd name="textAreaBottom" fmla="*/ 42120 h 3888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5" name=""/>
              <p:cNvSpPr/>
              <p:nvPr/>
            </p:nvSpPr>
            <p:spPr>
              <a:xfrm>
                <a:off x="336600" y="708480"/>
                <a:ext cx="131760" cy="38520"/>
              </a:xfrm>
              <a:custGeom>
                <a:avLst/>
                <a:gdLst>
                  <a:gd name="textAreaLeft" fmla="*/ 0 w 131760"/>
                  <a:gd name="textAreaRight" fmla="*/ 135000 w 131760"/>
                  <a:gd name="textAreaTop" fmla="*/ 0 h 38520"/>
                  <a:gd name="textAreaBottom" fmla="*/ 41760 h 3852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6" name=""/>
              <p:cNvSpPr/>
              <p:nvPr/>
            </p:nvSpPr>
            <p:spPr>
              <a:xfrm>
                <a:off x="323280" y="356040"/>
                <a:ext cx="160200" cy="307800"/>
              </a:xfrm>
              <a:custGeom>
                <a:avLst/>
                <a:gdLst>
                  <a:gd name="textAreaLeft" fmla="*/ 0 w 160200"/>
                  <a:gd name="textAreaRight" fmla="*/ 163440 w 160200"/>
                  <a:gd name="textAreaTop" fmla="*/ 0 h 307800"/>
                  <a:gd name="textAreaBottom" fmla="*/ 311040 h 30780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7"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8"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9"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0"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1"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72" name=""/>
            <p:cNvGrpSpPr/>
            <p:nvPr/>
          </p:nvGrpSpPr>
          <p:grpSpPr>
            <a:xfrm>
              <a:off x="69480" y="59040"/>
              <a:ext cx="643320" cy="667800"/>
              <a:chOff x="69480" y="59040"/>
              <a:chExt cx="643320" cy="667800"/>
            </a:xfrm>
          </p:grpSpPr>
          <p:sp>
            <p:nvSpPr>
              <p:cNvPr id="373" name=""/>
              <p:cNvSpPr/>
              <p:nvPr/>
            </p:nvSpPr>
            <p:spPr>
              <a:xfrm>
                <a:off x="212400" y="217080"/>
                <a:ext cx="353880" cy="426600"/>
              </a:xfrm>
              <a:custGeom>
                <a:avLst/>
                <a:gdLst>
                  <a:gd name="textAreaLeft" fmla="*/ 0 w 353880"/>
                  <a:gd name="textAreaRight" fmla="*/ 357120 w 353880"/>
                  <a:gd name="textAreaTop" fmla="*/ 0 h 426600"/>
                  <a:gd name="textAreaBottom" fmla="*/ 429840 h 42660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4" name=""/>
              <p:cNvSpPr/>
              <p:nvPr/>
            </p:nvSpPr>
            <p:spPr>
              <a:xfrm>
                <a:off x="307080" y="646920"/>
                <a:ext cx="164520" cy="38520"/>
              </a:xfrm>
              <a:custGeom>
                <a:avLst/>
                <a:gdLst>
                  <a:gd name="textAreaLeft" fmla="*/ 0 w 164520"/>
                  <a:gd name="textAreaRight" fmla="*/ 167760 w 164520"/>
                  <a:gd name="textAreaTop" fmla="*/ 0 h 38520"/>
                  <a:gd name="textAreaBottom" fmla="*/ 41760 h 3852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5" name=""/>
              <p:cNvSpPr/>
              <p:nvPr/>
            </p:nvSpPr>
            <p:spPr>
              <a:xfrm>
                <a:off x="323280" y="687960"/>
                <a:ext cx="132120" cy="38880"/>
              </a:xfrm>
              <a:custGeom>
                <a:avLst/>
                <a:gdLst>
                  <a:gd name="textAreaLeft" fmla="*/ 0 w 132120"/>
                  <a:gd name="textAreaRight" fmla="*/ 135360 w 132120"/>
                  <a:gd name="textAreaTop" fmla="*/ 0 h 38880"/>
                  <a:gd name="textAreaBottom" fmla="*/ 42120 h 3888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6" name=""/>
              <p:cNvSpPr/>
              <p:nvPr/>
            </p:nvSpPr>
            <p:spPr>
              <a:xfrm>
                <a:off x="309960" y="335520"/>
                <a:ext cx="160560" cy="308160"/>
              </a:xfrm>
              <a:custGeom>
                <a:avLst/>
                <a:gdLst>
                  <a:gd name="textAreaLeft" fmla="*/ 0 w 160560"/>
                  <a:gd name="textAreaRight" fmla="*/ 163800 w 160560"/>
                  <a:gd name="textAreaTop" fmla="*/ 0 h 308160"/>
                  <a:gd name="textAreaBottom" fmla="*/ 311400 h 30816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7"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8"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9"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0"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1"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82" name="PlaceHolder 1"/>
          <p:cNvSpPr>
            <a:spLocks noGrp="1"/>
          </p:cNvSpPr>
          <p:nvPr>
            <p:ph type="title"/>
          </p:nvPr>
        </p:nvSpPr>
        <p:spPr>
          <a:xfrm>
            <a:off x="4320000" y="2019600"/>
            <a:ext cx="503676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83"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84" name="PlaceHolder 3"/>
          <p:cNvSpPr>
            <a:spLocks noGrp="1"/>
          </p:cNvSpPr>
          <p:nvPr>
            <p:ph type="ftr" idx="28"/>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85" name="PlaceHolder 4"/>
          <p:cNvSpPr>
            <a:spLocks noGrp="1"/>
          </p:cNvSpPr>
          <p:nvPr>
            <p:ph type="sldNum" idx="29"/>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A8679D54-1C95-4D67-8F5B-719A0F786B88}"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86" name="PlaceHolder 5"/>
          <p:cNvSpPr>
            <a:spLocks noGrp="1"/>
          </p:cNvSpPr>
          <p:nvPr>
            <p:ph type="dt" idx="30"/>
          </p:nvPr>
        </p:nvSpPr>
        <p:spPr>
          <a:xfrm>
            <a:off x="504000" y="532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c02c"/>
        </a:solidFill>
      </p:bgPr>
    </p:bg>
    <p:spTree>
      <p:nvGrpSpPr>
        <p:cNvPr id="1" name=""/>
        <p:cNvGrpSpPr/>
        <p:nvPr/>
      </p:nvGrpSpPr>
      <p:grpSpPr>
        <a:xfrm>
          <a:off x="0" y="0"/>
          <a:ext cx="0" cy="0"/>
          <a:chOff x="0" y="0"/>
          <a:chExt cx="0" cy="0"/>
        </a:xfrm>
      </p:grpSpPr>
      <p:grpSp>
        <p:nvGrpSpPr>
          <p:cNvPr id="389" name=""/>
          <p:cNvGrpSpPr/>
          <p:nvPr/>
        </p:nvGrpSpPr>
        <p:grpSpPr>
          <a:xfrm>
            <a:off x="393120" y="115920"/>
            <a:ext cx="9252000" cy="5308560"/>
            <a:chOff x="393120" y="115920"/>
            <a:chExt cx="9252000" cy="5308560"/>
          </a:xfrm>
        </p:grpSpPr>
        <p:sp>
          <p:nvSpPr>
            <p:cNvPr id="390" name=""/>
            <p:cNvSpPr/>
            <p:nvPr/>
          </p:nvSpPr>
          <p:spPr>
            <a:xfrm>
              <a:off x="1192680" y="284652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7" y="475"/>
                  </a:lnTo>
                  <a:lnTo>
                    <a:pt x="412" y="486"/>
                  </a:lnTo>
                  <a:lnTo>
                    <a:pt x="397" y="495"/>
                  </a:lnTo>
                  <a:lnTo>
                    <a:pt x="381" y="504"/>
                  </a:lnTo>
                  <a:lnTo>
                    <a:pt x="365" y="511"/>
                  </a:lnTo>
                  <a:lnTo>
                    <a:pt x="349" y="517"/>
                  </a:lnTo>
                  <a:lnTo>
                    <a:pt x="333" y="522"/>
                  </a:lnTo>
                  <a:lnTo>
                    <a:pt x="317" y="525"/>
                  </a:lnTo>
                  <a:lnTo>
                    <a:pt x="300" y="528"/>
                  </a:lnTo>
                  <a:lnTo>
                    <a:pt x="283" y="529"/>
                  </a:lnTo>
                  <a:lnTo>
                    <a:pt x="265" y="530"/>
                  </a:lnTo>
                  <a:lnTo>
                    <a:pt x="247" y="529"/>
                  </a:lnTo>
                  <a:lnTo>
                    <a:pt x="230" y="528"/>
                  </a:lnTo>
                  <a:lnTo>
                    <a:pt x="213" y="525"/>
                  </a:lnTo>
                  <a:lnTo>
                    <a:pt x="197" y="522"/>
                  </a:lnTo>
                  <a:lnTo>
                    <a:pt x="181" y="517"/>
                  </a:lnTo>
                  <a:lnTo>
                    <a:pt x="165" y="511"/>
                  </a:lnTo>
                  <a:lnTo>
                    <a:pt x="149" y="504"/>
                  </a:lnTo>
                  <a:lnTo>
                    <a:pt x="133" y="495"/>
                  </a:lnTo>
                  <a:lnTo>
                    <a:pt x="118" y="486"/>
                  </a:lnTo>
                  <a:lnTo>
                    <a:pt x="103" y="475"/>
                  </a:lnTo>
                  <a:lnTo>
                    <a:pt x="90" y="465"/>
                  </a:lnTo>
                  <a:lnTo>
                    <a:pt x="78" y="453"/>
                  </a:lnTo>
                  <a:lnTo>
                    <a:pt x="66" y="441"/>
                  </a:lnTo>
                  <a:lnTo>
                    <a:pt x="56" y="428"/>
                  </a:lnTo>
                  <a:lnTo>
                    <a:pt x="45" y="413"/>
                  </a:lnTo>
                  <a:lnTo>
                    <a:pt x="36" y="398"/>
                  </a:lnTo>
                  <a:lnTo>
                    <a:pt x="27"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1"/>
                  </a:lnTo>
                  <a:lnTo>
                    <a:pt x="20" y="165"/>
                  </a:lnTo>
                  <a:lnTo>
                    <a:pt x="27" y="149"/>
                  </a:lnTo>
                  <a:lnTo>
                    <a:pt x="36" y="133"/>
                  </a:lnTo>
                  <a:lnTo>
                    <a:pt x="45" y="118"/>
                  </a:lnTo>
                  <a:lnTo>
                    <a:pt x="56" y="103"/>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7" y="56"/>
                  </a:lnTo>
                  <a:lnTo>
                    <a:pt x="440" y="66"/>
                  </a:lnTo>
                  <a:lnTo>
                    <a:pt x="452" y="78"/>
                  </a:lnTo>
                  <a:lnTo>
                    <a:pt x="464" y="90"/>
                  </a:lnTo>
                  <a:lnTo>
                    <a:pt x="474" y="103"/>
                  </a:lnTo>
                  <a:lnTo>
                    <a:pt x="485" y="118"/>
                  </a:lnTo>
                  <a:lnTo>
                    <a:pt x="494" y="133"/>
                  </a:lnTo>
                  <a:lnTo>
                    <a:pt x="503" y="149"/>
                  </a:lnTo>
                  <a:lnTo>
                    <a:pt x="510" y="165"/>
                  </a:lnTo>
                  <a:lnTo>
                    <a:pt x="516" y="181"/>
                  </a:lnTo>
                  <a:lnTo>
                    <a:pt x="521" y="197"/>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1" name=""/>
            <p:cNvSpPr/>
            <p:nvPr/>
          </p:nvSpPr>
          <p:spPr>
            <a:xfrm flipH="1">
              <a:off x="4060800" y="11592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2" name=""/>
            <p:cNvSpPr/>
            <p:nvPr/>
          </p:nvSpPr>
          <p:spPr>
            <a:xfrm>
              <a:off x="3996360" y="180360"/>
              <a:ext cx="215280" cy="8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3" name=""/>
            <p:cNvSpPr/>
            <p:nvPr/>
          </p:nvSpPr>
          <p:spPr>
            <a:xfrm>
              <a:off x="8077680" y="5246640"/>
              <a:ext cx="164880" cy="177840"/>
            </a:xfrm>
            <a:custGeom>
              <a:avLst/>
              <a:gdLst>
                <a:gd name="textAreaLeft" fmla="*/ 0 w 164880"/>
                <a:gd name="textAreaRight" fmla="*/ 168120 w 164880"/>
                <a:gd name="textAreaTop" fmla="*/ 0 h 177840"/>
                <a:gd name="textAreaBottom" fmla="*/ 181080 h 17784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4" name=""/>
            <p:cNvSpPr/>
            <p:nvPr/>
          </p:nvSpPr>
          <p:spPr>
            <a:xfrm>
              <a:off x="662760" y="1063800"/>
              <a:ext cx="164880" cy="177480"/>
            </a:xfrm>
            <a:custGeom>
              <a:avLst/>
              <a:gdLst>
                <a:gd name="textAreaLeft" fmla="*/ 0 w 164880"/>
                <a:gd name="textAreaRight" fmla="*/ 168120 w 164880"/>
                <a:gd name="textAreaTop" fmla="*/ 0 h 177480"/>
                <a:gd name="textAreaBottom" fmla="*/ 180720 h 177480"/>
              </a:gdLst>
              <a:ahLst/>
              <a:cxnLst/>
              <a:rect l="textAreaLeft" t="textAreaTop" r="textAreaRight" b="textAreaBottom"/>
              <a:pathLst>
                <a:path w="467" h="502">
                  <a:moveTo>
                    <a:pt x="0" y="230"/>
                  </a:moveTo>
                  <a:lnTo>
                    <a:pt x="404" y="502"/>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5" name=""/>
            <p:cNvSpPr/>
            <p:nvPr/>
          </p:nvSpPr>
          <p:spPr>
            <a:xfrm>
              <a:off x="9468000" y="296640"/>
              <a:ext cx="177120" cy="167040"/>
            </a:xfrm>
            <a:custGeom>
              <a:avLst/>
              <a:gdLst>
                <a:gd name="textAreaLeft" fmla="*/ 0 w 177120"/>
                <a:gd name="textAreaRight" fmla="*/ 180360 w 177120"/>
                <a:gd name="textAreaTop" fmla="*/ 0 h 167040"/>
                <a:gd name="textAreaBottom" fmla="*/ 170280 h 167040"/>
              </a:gdLst>
              <a:ahLst/>
              <a:cxnLst/>
              <a:rect l="textAreaLeft" t="textAreaTop" r="textAreaRight" b="textAreaBottom"/>
              <a:pathLst>
                <a:path w="501" h="473">
                  <a:moveTo>
                    <a:pt x="217" y="473"/>
                  </a:moveTo>
                  <a:lnTo>
                    <a:pt x="501" y="76"/>
                  </a:lnTo>
                  <a:lnTo>
                    <a:pt x="0" y="0"/>
                  </a:lnTo>
                  <a:lnTo>
                    <a:pt x="217" y="4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6" name=""/>
            <p:cNvSpPr/>
            <p:nvPr/>
          </p:nvSpPr>
          <p:spPr>
            <a:xfrm flipH="1">
              <a:off x="457200" y="513108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7" name=""/>
            <p:cNvSpPr/>
            <p:nvPr/>
          </p:nvSpPr>
          <p:spPr>
            <a:xfrm>
              <a:off x="393120" y="5195160"/>
              <a:ext cx="215280" cy="871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8" name=""/>
            <p:cNvSpPr/>
            <p:nvPr/>
          </p:nvSpPr>
          <p:spPr>
            <a:xfrm>
              <a:off x="7131240" y="648720"/>
              <a:ext cx="187560" cy="187560"/>
            </a:xfrm>
            <a:custGeom>
              <a:avLst/>
              <a:gdLst>
                <a:gd name="textAreaLeft" fmla="*/ 0 w 187560"/>
                <a:gd name="textAreaRight" fmla="*/ 190800 w 187560"/>
                <a:gd name="textAreaTop" fmla="*/ 0 h 187560"/>
                <a:gd name="textAreaBottom" fmla="*/ 190800 h 18756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4" y="426"/>
                  </a:lnTo>
                  <a:lnTo>
                    <a:pt x="464" y="440"/>
                  </a:lnTo>
                  <a:lnTo>
                    <a:pt x="452" y="452"/>
                  </a:lnTo>
                  <a:lnTo>
                    <a:pt x="440" y="464"/>
                  </a:lnTo>
                  <a:lnTo>
                    <a:pt x="426" y="474"/>
                  </a:lnTo>
                  <a:lnTo>
                    <a:pt x="412" y="484"/>
                  </a:lnTo>
                  <a:lnTo>
                    <a:pt x="397" y="494"/>
                  </a:lnTo>
                  <a:lnTo>
                    <a:pt x="381"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6" y="521"/>
                  </a:lnTo>
                  <a:lnTo>
                    <a:pt x="180" y="516"/>
                  </a:lnTo>
                  <a:lnTo>
                    <a:pt x="164" y="510"/>
                  </a:lnTo>
                  <a:lnTo>
                    <a:pt x="148" y="503"/>
                  </a:lnTo>
                  <a:lnTo>
                    <a:pt x="132" y="494"/>
                  </a:lnTo>
                  <a:lnTo>
                    <a:pt x="117" y="484"/>
                  </a:lnTo>
                  <a:lnTo>
                    <a:pt x="102" y="474"/>
                  </a:lnTo>
                  <a:lnTo>
                    <a:pt x="89" y="464"/>
                  </a:lnTo>
                  <a:lnTo>
                    <a:pt x="77" y="452"/>
                  </a:lnTo>
                  <a:lnTo>
                    <a:pt x="65" y="440"/>
                  </a:lnTo>
                  <a:lnTo>
                    <a:pt x="55" y="426"/>
                  </a:lnTo>
                  <a:lnTo>
                    <a:pt x="44" y="412"/>
                  </a:lnTo>
                  <a:lnTo>
                    <a:pt x="35" y="397"/>
                  </a:lnTo>
                  <a:lnTo>
                    <a:pt x="26" y="381"/>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2"/>
                  </a:lnTo>
                  <a:lnTo>
                    <a:pt x="65" y="89"/>
                  </a:lnTo>
                  <a:lnTo>
                    <a:pt x="77" y="77"/>
                  </a:lnTo>
                  <a:lnTo>
                    <a:pt x="89" y="65"/>
                  </a:lnTo>
                  <a:lnTo>
                    <a:pt x="102" y="55"/>
                  </a:lnTo>
                  <a:lnTo>
                    <a:pt x="117" y="44"/>
                  </a:lnTo>
                  <a:lnTo>
                    <a:pt x="132" y="35"/>
                  </a:lnTo>
                  <a:lnTo>
                    <a:pt x="148" y="26"/>
                  </a:lnTo>
                  <a:lnTo>
                    <a:pt x="164" y="19"/>
                  </a:lnTo>
                  <a:lnTo>
                    <a:pt x="180" y="13"/>
                  </a:lnTo>
                  <a:lnTo>
                    <a:pt x="196" y="8"/>
                  </a:lnTo>
                  <a:lnTo>
                    <a:pt x="213" y="5"/>
                  </a:lnTo>
                  <a:lnTo>
                    <a:pt x="230" y="2"/>
                  </a:lnTo>
                  <a:lnTo>
                    <a:pt x="247" y="0"/>
                  </a:lnTo>
                  <a:lnTo>
                    <a:pt x="265" y="0"/>
                  </a:lnTo>
                  <a:lnTo>
                    <a:pt x="283" y="0"/>
                  </a:lnTo>
                  <a:lnTo>
                    <a:pt x="300" y="2"/>
                  </a:lnTo>
                  <a:lnTo>
                    <a:pt x="317" y="5"/>
                  </a:lnTo>
                  <a:lnTo>
                    <a:pt x="334" y="8"/>
                  </a:lnTo>
                  <a:lnTo>
                    <a:pt x="350" y="13"/>
                  </a:lnTo>
                  <a:lnTo>
                    <a:pt x="366" y="19"/>
                  </a:lnTo>
                  <a:lnTo>
                    <a:pt x="381" y="26"/>
                  </a:lnTo>
                  <a:lnTo>
                    <a:pt x="397" y="35"/>
                  </a:lnTo>
                  <a:lnTo>
                    <a:pt x="412" y="44"/>
                  </a:lnTo>
                  <a:lnTo>
                    <a:pt x="426" y="55"/>
                  </a:lnTo>
                  <a:lnTo>
                    <a:pt x="440" y="65"/>
                  </a:lnTo>
                  <a:lnTo>
                    <a:pt x="452" y="77"/>
                  </a:lnTo>
                  <a:lnTo>
                    <a:pt x="464" y="89"/>
                  </a:lnTo>
                  <a:lnTo>
                    <a:pt x="474"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grpSp>
        <p:nvGrpSpPr>
          <p:cNvPr id="399" name=""/>
          <p:cNvGrpSpPr/>
          <p:nvPr/>
        </p:nvGrpSpPr>
        <p:grpSpPr>
          <a:xfrm>
            <a:off x="69480" y="59040"/>
            <a:ext cx="656280" cy="687960"/>
            <a:chOff x="69480" y="59040"/>
            <a:chExt cx="656280" cy="687960"/>
          </a:xfrm>
        </p:grpSpPr>
        <p:grpSp>
          <p:nvGrpSpPr>
            <p:cNvPr id="400" name=""/>
            <p:cNvGrpSpPr/>
            <p:nvPr/>
          </p:nvGrpSpPr>
          <p:grpSpPr>
            <a:xfrm>
              <a:off x="82440" y="79560"/>
              <a:ext cx="643320" cy="667440"/>
              <a:chOff x="82440" y="79560"/>
              <a:chExt cx="643320" cy="667440"/>
            </a:xfrm>
          </p:grpSpPr>
          <p:sp>
            <p:nvSpPr>
              <p:cNvPr id="401" name=""/>
              <p:cNvSpPr/>
              <p:nvPr/>
            </p:nvSpPr>
            <p:spPr>
              <a:xfrm>
                <a:off x="225720" y="237600"/>
                <a:ext cx="353520" cy="426240"/>
              </a:xfrm>
              <a:custGeom>
                <a:avLst/>
                <a:gdLst>
                  <a:gd name="textAreaLeft" fmla="*/ 0 w 353520"/>
                  <a:gd name="textAreaRight" fmla="*/ 356760 w 353520"/>
                  <a:gd name="textAreaTop" fmla="*/ 0 h 426240"/>
                  <a:gd name="textAreaBottom" fmla="*/ 429480 h 42624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2" name=""/>
              <p:cNvSpPr/>
              <p:nvPr/>
            </p:nvSpPr>
            <p:spPr>
              <a:xfrm>
                <a:off x="320400" y="667080"/>
                <a:ext cx="164160" cy="38880"/>
              </a:xfrm>
              <a:custGeom>
                <a:avLst/>
                <a:gdLst>
                  <a:gd name="textAreaLeft" fmla="*/ 0 w 164160"/>
                  <a:gd name="textAreaRight" fmla="*/ 167400 w 164160"/>
                  <a:gd name="textAreaTop" fmla="*/ 0 h 38880"/>
                  <a:gd name="textAreaBottom" fmla="*/ 42120 h 3888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3" name=""/>
              <p:cNvSpPr/>
              <p:nvPr/>
            </p:nvSpPr>
            <p:spPr>
              <a:xfrm>
                <a:off x="336600" y="708480"/>
                <a:ext cx="131760" cy="38520"/>
              </a:xfrm>
              <a:custGeom>
                <a:avLst/>
                <a:gdLst>
                  <a:gd name="textAreaLeft" fmla="*/ 0 w 131760"/>
                  <a:gd name="textAreaRight" fmla="*/ 135000 w 131760"/>
                  <a:gd name="textAreaTop" fmla="*/ 0 h 38520"/>
                  <a:gd name="textAreaBottom" fmla="*/ 41760 h 3852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4" name=""/>
              <p:cNvSpPr/>
              <p:nvPr/>
            </p:nvSpPr>
            <p:spPr>
              <a:xfrm>
                <a:off x="323280" y="356040"/>
                <a:ext cx="160200" cy="307800"/>
              </a:xfrm>
              <a:custGeom>
                <a:avLst/>
                <a:gdLst>
                  <a:gd name="textAreaLeft" fmla="*/ 0 w 160200"/>
                  <a:gd name="textAreaRight" fmla="*/ 163440 w 160200"/>
                  <a:gd name="textAreaTop" fmla="*/ 0 h 307800"/>
                  <a:gd name="textAreaBottom" fmla="*/ 311040 h 30780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5"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6"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7"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8"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9"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10" name=""/>
            <p:cNvGrpSpPr/>
            <p:nvPr/>
          </p:nvGrpSpPr>
          <p:grpSpPr>
            <a:xfrm>
              <a:off x="69480" y="59040"/>
              <a:ext cx="643320" cy="667800"/>
              <a:chOff x="69480" y="59040"/>
              <a:chExt cx="643320" cy="667800"/>
            </a:xfrm>
          </p:grpSpPr>
          <p:sp>
            <p:nvSpPr>
              <p:cNvPr id="411" name=""/>
              <p:cNvSpPr/>
              <p:nvPr/>
            </p:nvSpPr>
            <p:spPr>
              <a:xfrm>
                <a:off x="212400" y="217080"/>
                <a:ext cx="353880" cy="426600"/>
              </a:xfrm>
              <a:custGeom>
                <a:avLst/>
                <a:gdLst>
                  <a:gd name="textAreaLeft" fmla="*/ 0 w 353880"/>
                  <a:gd name="textAreaRight" fmla="*/ 357120 w 353880"/>
                  <a:gd name="textAreaTop" fmla="*/ 0 h 426600"/>
                  <a:gd name="textAreaBottom" fmla="*/ 429840 h 42660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2" name=""/>
              <p:cNvSpPr/>
              <p:nvPr/>
            </p:nvSpPr>
            <p:spPr>
              <a:xfrm>
                <a:off x="307080" y="646920"/>
                <a:ext cx="164520" cy="38520"/>
              </a:xfrm>
              <a:custGeom>
                <a:avLst/>
                <a:gdLst>
                  <a:gd name="textAreaLeft" fmla="*/ 0 w 164520"/>
                  <a:gd name="textAreaRight" fmla="*/ 167760 w 164520"/>
                  <a:gd name="textAreaTop" fmla="*/ 0 h 38520"/>
                  <a:gd name="textAreaBottom" fmla="*/ 41760 h 3852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3" name=""/>
              <p:cNvSpPr/>
              <p:nvPr/>
            </p:nvSpPr>
            <p:spPr>
              <a:xfrm>
                <a:off x="323280" y="687960"/>
                <a:ext cx="132120" cy="38880"/>
              </a:xfrm>
              <a:custGeom>
                <a:avLst/>
                <a:gdLst>
                  <a:gd name="textAreaLeft" fmla="*/ 0 w 132120"/>
                  <a:gd name="textAreaRight" fmla="*/ 135360 w 132120"/>
                  <a:gd name="textAreaTop" fmla="*/ 0 h 38880"/>
                  <a:gd name="textAreaBottom" fmla="*/ 42120 h 3888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4" name=""/>
              <p:cNvSpPr/>
              <p:nvPr/>
            </p:nvSpPr>
            <p:spPr>
              <a:xfrm>
                <a:off x="309960" y="335520"/>
                <a:ext cx="160560" cy="308160"/>
              </a:xfrm>
              <a:custGeom>
                <a:avLst/>
                <a:gdLst>
                  <a:gd name="textAreaLeft" fmla="*/ 0 w 160560"/>
                  <a:gd name="textAreaRight" fmla="*/ 163800 w 160560"/>
                  <a:gd name="textAreaTop" fmla="*/ 0 h 308160"/>
                  <a:gd name="textAreaBottom" fmla="*/ 311400 h 30816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5"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6"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7"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8"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9"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420" name="PlaceHolder 1"/>
          <p:cNvSpPr>
            <a:spLocks noGrp="1"/>
          </p:cNvSpPr>
          <p:nvPr>
            <p:ph type="title"/>
          </p:nvPr>
        </p:nvSpPr>
        <p:spPr>
          <a:xfrm>
            <a:off x="4320000" y="2019600"/>
            <a:ext cx="503676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21"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22" name="PlaceHolder 3"/>
          <p:cNvSpPr>
            <a:spLocks noGrp="1"/>
          </p:cNvSpPr>
          <p:nvPr>
            <p:ph type="ftr" idx="31"/>
          </p:nvPr>
        </p:nvSpPr>
        <p:spPr>
          <a:xfrm>
            <a:off x="3420000" y="532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23" name="PlaceHolder 4"/>
          <p:cNvSpPr>
            <a:spLocks noGrp="1"/>
          </p:cNvSpPr>
          <p:nvPr>
            <p:ph type="sldNum" idx="32"/>
          </p:nvPr>
        </p:nvSpPr>
        <p:spPr>
          <a:xfrm>
            <a:off x="7228800" y="532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0F3319A7-8947-47BE-806A-87AF83F74706}"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24" name="PlaceHolder 5"/>
          <p:cNvSpPr>
            <a:spLocks noGrp="1"/>
          </p:cNvSpPr>
          <p:nvPr>
            <p:ph type="dt" idx="33"/>
          </p:nvPr>
        </p:nvSpPr>
        <p:spPr>
          <a:xfrm>
            <a:off x="504000" y="532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
          <p:cNvSpPr/>
          <p:nvPr/>
        </p:nvSpPr>
        <p:spPr>
          <a:xfrm>
            <a:off x="504000" y="216000"/>
            <a:ext cx="9069120" cy="5235120"/>
          </a:xfrm>
          <a:custGeom>
            <a:avLst/>
            <a:gdLst>
              <a:gd name="textAreaLeft" fmla="*/ 0 w 9069120"/>
              <a:gd name="textAreaRight" fmla="*/ 9072360 w 9069120"/>
              <a:gd name="textAreaTop" fmla="*/ 0 h 5235120"/>
              <a:gd name="textAreaBottom" fmla="*/ 5238360 h 523512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428" name=""/>
          <p:cNvGrpSpPr/>
          <p:nvPr/>
        </p:nvGrpSpPr>
        <p:grpSpPr>
          <a:xfrm>
            <a:off x="1088640" y="1080360"/>
            <a:ext cx="2774880" cy="2674800"/>
            <a:chOff x="1088640" y="1080360"/>
            <a:chExt cx="2774880" cy="2674800"/>
          </a:xfrm>
        </p:grpSpPr>
        <p:grpSp>
          <p:nvGrpSpPr>
            <p:cNvPr id="429" name=""/>
            <p:cNvGrpSpPr/>
            <p:nvPr/>
          </p:nvGrpSpPr>
          <p:grpSpPr>
            <a:xfrm>
              <a:off x="1322280" y="1108800"/>
              <a:ext cx="2541240" cy="2646360"/>
              <a:chOff x="1322280" y="1108800"/>
              <a:chExt cx="2541240" cy="2646360"/>
            </a:xfrm>
          </p:grpSpPr>
          <p:sp>
            <p:nvSpPr>
              <p:cNvPr id="430" name=""/>
              <p:cNvSpPr/>
              <p:nvPr/>
            </p:nvSpPr>
            <p:spPr>
              <a:xfrm>
                <a:off x="1888200" y="1732320"/>
                <a:ext cx="1406520" cy="1694520"/>
              </a:xfrm>
              <a:custGeom>
                <a:avLst/>
                <a:gdLst>
                  <a:gd name="textAreaLeft" fmla="*/ 0 w 1406520"/>
                  <a:gd name="textAreaRight" fmla="*/ 1409760 w 1406520"/>
                  <a:gd name="textAreaTop" fmla="*/ 0 h 1694520"/>
                  <a:gd name="textAreaBottom" fmla="*/ 1697760 h 169452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0" y="407"/>
                    </a:lnTo>
                    <a:lnTo>
                      <a:pt x="662" y="487"/>
                    </a:lnTo>
                    <a:lnTo>
                      <a:pt x="571" y="572"/>
                    </a:lnTo>
                    <a:lnTo>
                      <a:pt x="486" y="663"/>
                    </a:lnTo>
                    <a:lnTo>
                      <a:pt x="406" y="761"/>
                    </a:lnTo>
                    <a:lnTo>
                      <a:pt x="332" y="866"/>
                    </a:lnTo>
                    <a:lnTo>
                      <a:pt x="262" y="979"/>
                    </a:lnTo>
                    <a:lnTo>
                      <a:pt x="199" y="1096"/>
                    </a:lnTo>
                    <a:lnTo>
                      <a:pt x="145" y="1213"/>
                    </a:lnTo>
                    <a:lnTo>
                      <a:pt x="100" y="1331"/>
                    </a:lnTo>
                    <a:lnTo>
                      <a:pt x="63" y="1450"/>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5" y="3251"/>
                    </a:lnTo>
                    <a:lnTo>
                      <a:pt x="571" y="3342"/>
                    </a:lnTo>
                    <a:lnTo>
                      <a:pt x="662" y="3428"/>
                    </a:lnTo>
                    <a:lnTo>
                      <a:pt x="760" y="3507"/>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4" y="4716"/>
                    </a:lnTo>
                    <a:lnTo>
                      <a:pt x="2398" y="4715"/>
                    </a:lnTo>
                    <a:lnTo>
                      <a:pt x="2421" y="4711"/>
                    </a:lnTo>
                    <a:lnTo>
                      <a:pt x="2443" y="4705"/>
                    </a:lnTo>
                    <a:lnTo>
                      <a:pt x="2464" y="4698"/>
                    </a:lnTo>
                    <a:lnTo>
                      <a:pt x="2484" y="4688"/>
                    </a:lnTo>
                    <a:lnTo>
                      <a:pt x="2503" y="4676"/>
                    </a:lnTo>
                    <a:lnTo>
                      <a:pt x="2521" y="4663"/>
                    </a:lnTo>
                    <a:lnTo>
                      <a:pt x="2537" y="4648"/>
                    </a:lnTo>
                    <a:lnTo>
                      <a:pt x="2552" y="4632"/>
                    </a:lnTo>
                    <a:lnTo>
                      <a:pt x="2565" y="4614"/>
                    </a:lnTo>
                    <a:lnTo>
                      <a:pt x="2576" y="4595"/>
                    </a:lnTo>
                    <a:lnTo>
                      <a:pt x="2586" y="4575"/>
                    </a:lnTo>
                    <a:lnTo>
                      <a:pt x="2594" y="4554"/>
                    </a:lnTo>
                    <a:lnTo>
                      <a:pt x="2599" y="4532"/>
                    </a:lnTo>
                    <a:lnTo>
                      <a:pt x="2603" y="4509"/>
                    </a:lnTo>
                    <a:lnTo>
                      <a:pt x="2604" y="4486"/>
                    </a:lnTo>
                    <a:lnTo>
                      <a:pt x="2604" y="3807"/>
                    </a:lnTo>
                    <a:lnTo>
                      <a:pt x="2604" y="3804"/>
                    </a:lnTo>
                    <a:lnTo>
                      <a:pt x="2604" y="3804"/>
                    </a:lnTo>
                    <a:lnTo>
                      <a:pt x="2692" y="3771"/>
                    </a:lnTo>
                    <a:lnTo>
                      <a:pt x="2774" y="3736"/>
                    </a:lnTo>
                    <a:lnTo>
                      <a:pt x="2855" y="3697"/>
                    </a:lnTo>
                    <a:lnTo>
                      <a:pt x="2937" y="3652"/>
                    </a:lnTo>
                    <a:lnTo>
                      <a:pt x="3050" y="3582"/>
                    </a:lnTo>
                    <a:lnTo>
                      <a:pt x="3155" y="3508"/>
                    </a:lnTo>
                    <a:lnTo>
                      <a:pt x="3253" y="3428"/>
                    </a:lnTo>
                    <a:lnTo>
                      <a:pt x="3344" y="3343"/>
                    </a:lnTo>
                    <a:lnTo>
                      <a:pt x="3429" y="3251"/>
                    </a:lnTo>
                    <a:lnTo>
                      <a:pt x="3509" y="3153"/>
                    </a:lnTo>
                    <a:lnTo>
                      <a:pt x="3583" y="3048"/>
                    </a:lnTo>
                    <a:lnTo>
                      <a:pt x="3653" y="2935"/>
                    </a:lnTo>
                    <a:lnTo>
                      <a:pt x="3716" y="2818"/>
                    </a:lnTo>
                    <a:lnTo>
                      <a:pt x="3770" y="2702"/>
                    </a:lnTo>
                    <a:lnTo>
                      <a:pt x="3815" y="2584"/>
                    </a:lnTo>
                    <a:lnTo>
                      <a:pt x="3851" y="2465"/>
                    </a:lnTo>
                    <a:lnTo>
                      <a:pt x="3880" y="2343"/>
                    </a:lnTo>
                    <a:lnTo>
                      <a:pt x="3900" y="2219"/>
                    </a:lnTo>
                    <a:lnTo>
                      <a:pt x="3912" y="2090"/>
                    </a:lnTo>
                    <a:lnTo>
                      <a:pt x="3916" y="1958"/>
                    </a:lnTo>
                    <a:lnTo>
                      <a:pt x="3916" y="1958"/>
                    </a:lnTo>
                    <a:lnTo>
                      <a:pt x="3916" y="1958"/>
                    </a:lnTo>
                    <a:lnTo>
                      <a:pt x="3912" y="1825"/>
                    </a:lnTo>
                    <a:lnTo>
                      <a:pt x="3900" y="1697"/>
                    </a:lnTo>
                    <a:lnTo>
                      <a:pt x="3880" y="1572"/>
                    </a:lnTo>
                    <a:lnTo>
                      <a:pt x="3852" y="1450"/>
                    </a:lnTo>
                    <a:lnTo>
                      <a:pt x="3815" y="1331"/>
                    </a:lnTo>
                    <a:lnTo>
                      <a:pt x="3770" y="1213"/>
                    </a:lnTo>
                    <a:lnTo>
                      <a:pt x="3716" y="1096"/>
                    </a:lnTo>
                    <a:lnTo>
                      <a:pt x="3653" y="979"/>
                    </a:lnTo>
                    <a:lnTo>
                      <a:pt x="3583" y="866"/>
                    </a:lnTo>
                    <a:lnTo>
                      <a:pt x="3509" y="761"/>
                    </a:lnTo>
                    <a:lnTo>
                      <a:pt x="3429" y="663"/>
                    </a:lnTo>
                    <a:lnTo>
                      <a:pt x="3344" y="572"/>
                    </a:lnTo>
                    <a:lnTo>
                      <a:pt x="3253" y="487"/>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1" name=""/>
              <p:cNvSpPr/>
              <p:nvPr/>
            </p:nvSpPr>
            <p:spPr>
              <a:xfrm>
                <a:off x="2262240" y="3429720"/>
                <a:ext cx="658440" cy="162000"/>
              </a:xfrm>
              <a:custGeom>
                <a:avLst/>
                <a:gdLst>
                  <a:gd name="textAreaLeft" fmla="*/ 0 w 658440"/>
                  <a:gd name="textAreaRight" fmla="*/ 661680 w 658440"/>
                  <a:gd name="textAreaTop" fmla="*/ 0 h 162000"/>
                  <a:gd name="textAreaBottom" fmla="*/ 165240 h 16200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6"/>
                    </a:lnTo>
                    <a:lnTo>
                      <a:pt x="1771" y="391"/>
                    </a:lnTo>
                    <a:lnTo>
                      <a:pt x="1785" y="375"/>
                    </a:lnTo>
                    <a:lnTo>
                      <a:pt x="1799" y="357"/>
                    </a:lnTo>
                    <a:lnTo>
                      <a:pt x="1810" y="338"/>
                    </a:lnTo>
                    <a:lnTo>
                      <a:pt x="1820" y="318"/>
                    </a:lnTo>
                    <a:lnTo>
                      <a:pt x="1828" y="297"/>
                    </a:lnTo>
                    <a:lnTo>
                      <a:pt x="1833" y="275"/>
                    </a:lnTo>
                    <a:lnTo>
                      <a:pt x="1837" y="252"/>
                    </a:lnTo>
                    <a:lnTo>
                      <a:pt x="1838" y="229"/>
                    </a:lnTo>
                    <a:lnTo>
                      <a:pt x="1837" y="206"/>
                    </a:lnTo>
                    <a:lnTo>
                      <a:pt x="1833" y="183"/>
                    </a:lnTo>
                    <a:lnTo>
                      <a:pt x="1828" y="161"/>
                    </a:lnTo>
                    <a:lnTo>
                      <a:pt x="1820" y="140"/>
                    </a:lnTo>
                    <a:lnTo>
                      <a:pt x="1810" y="120"/>
                    </a:lnTo>
                    <a:lnTo>
                      <a:pt x="1799" y="101"/>
                    </a:lnTo>
                    <a:lnTo>
                      <a:pt x="1785" y="83"/>
                    </a:lnTo>
                    <a:lnTo>
                      <a:pt x="1771" y="67"/>
                    </a:lnTo>
                    <a:lnTo>
                      <a:pt x="1754" y="52"/>
                    </a:lnTo>
                    <a:lnTo>
                      <a:pt x="1737" y="39"/>
                    </a:lnTo>
                    <a:lnTo>
                      <a:pt x="1718" y="28"/>
                    </a:lnTo>
                    <a:lnTo>
                      <a:pt x="1697" y="18"/>
                    </a:lnTo>
                    <a:lnTo>
                      <a:pt x="1676" y="10"/>
                    </a:lnTo>
                    <a:lnTo>
                      <a:pt x="1654" y="5"/>
                    </a:lnTo>
                    <a:lnTo>
                      <a:pt x="1631" y="1"/>
                    </a:lnTo>
                    <a:lnTo>
                      <a:pt x="1608" y="0"/>
                    </a:lnTo>
                    <a:lnTo>
                      <a:pt x="229" y="0"/>
                    </a:lnTo>
                    <a:lnTo>
                      <a:pt x="205" y="1"/>
                    </a:lnTo>
                    <a:lnTo>
                      <a:pt x="183" y="5"/>
                    </a:lnTo>
                    <a:lnTo>
                      <a:pt x="161" y="10"/>
                    </a:lnTo>
                    <a:lnTo>
                      <a:pt x="140" y="18"/>
                    </a:lnTo>
                    <a:lnTo>
                      <a:pt x="120" y="28"/>
                    </a:lnTo>
                    <a:lnTo>
                      <a:pt x="101" y="39"/>
                    </a:lnTo>
                    <a:lnTo>
                      <a:pt x="83" y="52"/>
                    </a:lnTo>
                    <a:lnTo>
                      <a:pt x="67" y="67"/>
                    </a:lnTo>
                    <a:lnTo>
                      <a:pt x="52" y="83"/>
                    </a:lnTo>
                    <a:lnTo>
                      <a:pt x="39" y="101"/>
                    </a:lnTo>
                    <a:lnTo>
                      <a:pt x="28" y="120"/>
                    </a:lnTo>
                    <a:lnTo>
                      <a:pt x="18" y="140"/>
                    </a:lnTo>
                    <a:lnTo>
                      <a:pt x="10" y="161"/>
                    </a:lnTo>
                    <a:lnTo>
                      <a:pt x="5" y="183"/>
                    </a:lnTo>
                    <a:lnTo>
                      <a:pt x="1" y="206"/>
                    </a:lnTo>
                    <a:lnTo>
                      <a:pt x="0" y="229"/>
                    </a:lnTo>
                    <a:lnTo>
                      <a:pt x="1" y="252"/>
                    </a:lnTo>
                    <a:lnTo>
                      <a:pt x="5" y="275"/>
                    </a:lnTo>
                    <a:lnTo>
                      <a:pt x="10" y="297"/>
                    </a:lnTo>
                    <a:lnTo>
                      <a:pt x="18" y="318"/>
                    </a:lnTo>
                    <a:lnTo>
                      <a:pt x="28" y="338"/>
                    </a:lnTo>
                    <a:lnTo>
                      <a:pt x="39" y="357"/>
                    </a:lnTo>
                    <a:lnTo>
                      <a:pt x="52" y="375"/>
                    </a:lnTo>
                    <a:lnTo>
                      <a:pt x="67" y="391"/>
                    </a:lnTo>
                    <a:lnTo>
                      <a:pt x="83" y="406"/>
                    </a:lnTo>
                    <a:lnTo>
                      <a:pt x="101" y="420"/>
                    </a:lnTo>
                    <a:lnTo>
                      <a:pt x="120" y="431"/>
                    </a:lnTo>
                    <a:lnTo>
                      <a:pt x="140" y="441"/>
                    </a:lnTo>
                    <a:lnTo>
                      <a:pt x="161" y="449"/>
                    </a:lnTo>
                    <a:lnTo>
                      <a:pt x="183" y="454"/>
                    </a:lnTo>
                    <a:lnTo>
                      <a:pt x="205" y="458"/>
                    </a:lnTo>
                    <a:lnTo>
                      <a:pt x="229" y="459"/>
                    </a:lnTo>
                    <a:lnTo>
                      <a:pt x="919" y="45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2" name=""/>
              <p:cNvSpPr/>
              <p:nvPr/>
            </p:nvSpPr>
            <p:spPr>
              <a:xfrm>
                <a:off x="2325960" y="3592800"/>
                <a:ext cx="530640" cy="162360"/>
              </a:xfrm>
              <a:custGeom>
                <a:avLst/>
                <a:gdLst>
                  <a:gd name="textAreaLeft" fmla="*/ 0 w 530640"/>
                  <a:gd name="textAreaRight" fmla="*/ 533880 w 530640"/>
                  <a:gd name="textAreaTop" fmla="*/ 0 h 162360"/>
                  <a:gd name="textAreaBottom" fmla="*/ 165600 h 162360"/>
                </a:gdLst>
                <a:ahLst/>
                <a:cxnLst/>
                <a:rect l="textAreaLeft" t="textAreaTop" r="textAreaRight" b="textAreaBottom"/>
                <a:pathLst>
                  <a:path w="1483" h="460">
                    <a:moveTo>
                      <a:pt x="742" y="460"/>
                    </a:moveTo>
                    <a:lnTo>
                      <a:pt x="1254" y="460"/>
                    </a:lnTo>
                    <a:lnTo>
                      <a:pt x="1277" y="459"/>
                    </a:lnTo>
                    <a:lnTo>
                      <a:pt x="1300" y="455"/>
                    </a:lnTo>
                    <a:lnTo>
                      <a:pt x="1322" y="450"/>
                    </a:lnTo>
                    <a:lnTo>
                      <a:pt x="1343" y="442"/>
                    </a:lnTo>
                    <a:lnTo>
                      <a:pt x="1363" y="432"/>
                    </a:lnTo>
                    <a:lnTo>
                      <a:pt x="1382" y="421"/>
                    </a:lnTo>
                    <a:lnTo>
                      <a:pt x="1400" y="407"/>
                    </a:lnTo>
                    <a:lnTo>
                      <a:pt x="1416" y="393"/>
                    </a:lnTo>
                    <a:lnTo>
                      <a:pt x="1431" y="376"/>
                    </a:lnTo>
                    <a:lnTo>
                      <a:pt x="1444" y="359"/>
                    </a:lnTo>
                    <a:lnTo>
                      <a:pt x="1455" y="340"/>
                    </a:lnTo>
                    <a:lnTo>
                      <a:pt x="1465" y="319"/>
                    </a:lnTo>
                    <a:lnTo>
                      <a:pt x="1473" y="298"/>
                    </a:lnTo>
                    <a:lnTo>
                      <a:pt x="1478" y="276"/>
                    </a:lnTo>
                    <a:lnTo>
                      <a:pt x="1482" y="253"/>
                    </a:lnTo>
                    <a:lnTo>
                      <a:pt x="1483" y="230"/>
                    </a:lnTo>
                    <a:lnTo>
                      <a:pt x="1483" y="230"/>
                    </a:lnTo>
                    <a:lnTo>
                      <a:pt x="1482" y="206"/>
                    </a:lnTo>
                    <a:lnTo>
                      <a:pt x="1478" y="184"/>
                    </a:lnTo>
                    <a:lnTo>
                      <a:pt x="1473" y="162"/>
                    </a:lnTo>
                    <a:lnTo>
                      <a:pt x="1465" y="140"/>
                    </a:lnTo>
                    <a:lnTo>
                      <a:pt x="1455" y="120"/>
                    </a:lnTo>
                    <a:lnTo>
                      <a:pt x="1444" y="101"/>
                    </a:lnTo>
                    <a:lnTo>
                      <a:pt x="1431" y="84"/>
                    </a:lnTo>
                    <a:lnTo>
                      <a:pt x="1416" y="67"/>
                    </a:lnTo>
                    <a:lnTo>
                      <a:pt x="1400" y="53"/>
                    </a:lnTo>
                    <a:lnTo>
                      <a:pt x="1382" y="39"/>
                    </a:lnTo>
                    <a:lnTo>
                      <a:pt x="1363"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3" name=""/>
              <p:cNvSpPr/>
              <p:nvPr/>
            </p:nvSpPr>
            <p:spPr>
              <a:xfrm>
                <a:off x="2273760" y="2201040"/>
                <a:ext cx="642600" cy="1225800"/>
              </a:xfrm>
              <a:custGeom>
                <a:avLst/>
                <a:gdLst>
                  <a:gd name="textAreaLeft" fmla="*/ 0 w 642600"/>
                  <a:gd name="textAreaRight" fmla="*/ 645840 w 642600"/>
                  <a:gd name="textAreaTop" fmla="*/ 0 h 1225800"/>
                  <a:gd name="textAreaBottom" fmla="*/ 1229040 h 122580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3" y="1612"/>
                    </a:lnTo>
                    <a:lnTo>
                      <a:pt x="772" y="1569"/>
                    </a:lnTo>
                    <a:lnTo>
                      <a:pt x="804" y="1529"/>
                    </a:lnTo>
                    <a:lnTo>
                      <a:pt x="881" y="1454"/>
                    </a:lnTo>
                    <a:lnTo>
                      <a:pt x="971" y="1385"/>
                    </a:lnTo>
                    <a:lnTo>
                      <a:pt x="1069" y="1320"/>
                    </a:lnTo>
                    <a:lnTo>
                      <a:pt x="1280" y="1194"/>
                    </a:lnTo>
                    <a:lnTo>
                      <a:pt x="1484"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1" y="278"/>
                    </a:lnTo>
                    <a:lnTo>
                      <a:pt x="1497" y="274"/>
                    </a:lnTo>
                    <a:lnTo>
                      <a:pt x="1405" y="277"/>
                    </a:lnTo>
                    <a:lnTo>
                      <a:pt x="1309" y="294"/>
                    </a:lnTo>
                    <a:lnTo>
                      <a:pt x="1213" y="322"/>
                    </a:lnTo>
                    <a:lnTo>
                      <a:pt x="1122" y="360"/>
                    </a:lnTo>
                    <a:lnTo>
                      <a:pt x="1037" y="406"/>
                    </a:lnTo>
                    <a:lnTo>
                      <a:pt x="963" y="458"/>
                    </a:lnTo>
                    <a:lnTo>
                      <a:pt x="931" y="486"/>
                    </a:lnTo>
                    <a:lnTo>
                      <a:pt x="903" y="515"/>
                    </a:lnTo>
                    <a:lnTo>
                      <a:pt x="880" y="545"/>
                    </a:lnTo>
                    <a:lnTo>
                      <a:pt x="861" y="574"/>
                    </a:lnTo>
                    <a:lnTo>
                      <a:pt x="848" y="604"/>
                    </a:lnTo>
                    <a:lnTo>
                      <a:pt x="841" y="634"/>
                    </a:lnTo>
                    <a:lnTo>
                      <a:pt x="839" y="664"/>
                    </a:lnTo>
                    <a:lnTo>
                      <a:pt x="845" y="694"/>
                    </a:lnTo>
                    <a:lnTo>
                      <a:pt x="857" y="722"/>
                    </a:lnTo>
                    <a:lnTo>
                      <a:pt x="877" y="750"/>
                    </a:lnTo>
                    <a:lnTo>
                      <a:pt x="895" y="768"/>
                    </a:lnTo>
                    <a:lnTo>
                      <a:pt x="913" y="783"/>
                    </a:lnTo>
                    <a:lnTo>
                      <a:pt x="931" y="793"/>
                    </a:lnTo>
                    <a:lnTo>
                      <a:pt x="949" y="799"/>
                    </a:lnTo>
                    <a:lnTo>
                      <a:pt x="966" y="802"/>
                    </a:lnTo>
                    <a:lnTo>
                      <a:pt x="982" y="801"/>
                    </a:lnTo>
                    <a:lnTo>
                      <a:pt x="999" y="796"/>
                    </a:lnTo>
                    <a:lnTo>
                      <a:pt x="1014" y="789"/>
                    </a:lnTo>
                    <a:lnTo>
                      <a:pt x="1029" y="779"/>
                    </a:lnTo>
                    <a:lnTo>
                      <a:pt x="1043" y="766"/>
                    </a:lnTo>
                    <a:lnTo>
                      <a:pt x="1057" y="750"/>
                    </a:lnTo>
                    <a:lnTo>
                      <a:pt x="1069" y="732"/>
                    </a:lnTo>
                    <a:lnTo>
                      <a:pt x="1090" y="690"/>
                    </a:lnTo>
                    <a:lnTo>
                      <a:pt x="1107" y="642"/>
                    </a:lnTo>
                    <a:lnTo>
                      <a:pt x="1118" y="588"/>
                    </a:lnTo>
                    <a:lnTo>
                      <a:pt x="1123" y="530"/>
                    </a:lnTo>
                    <a:lnTo>
                      <a:pt x="1121" y="470"/>
                    </a:lnTo>
                    <a:lnTo>
                      <a:pt x="1112" y="410"/>
                    </a:lnTo>
                    <a:lnTo>
                      <a:pt x="1095" y="351"/>
                    </a:lnTo>
                    <a:lnTo>
                      <a:pt x="1069" y="295"/>
                    </a:lnTo>
                    <a:lnTo>
                      <a:pt x="1052" y="269"/>
                    </a:lnTo>
                    <a:lnTo>
                      <a:pt x="1033" y="244"/>
                    </a:lnTo>
                    <a:lnTo>
                      <a:pt x="1011" y="220"/>
                    </a:lnTo>
                    <a:lnTo>
                      <a:pt x="987" y="198"/>
                    </a:lnTo>
                    <a:lnTo>
                      <a:pt x="955" y="174"/>
                    </a:lnTo>
                    <a:lnTo>
                      <a:pt x="912" y="147"/>
                    </a:lnTo>
                    <a:lnTo>
                      <a:pt x="861" y="119"/>
                    </a:lnTo>
                    <a:lnTo>
                      <a:pt x="803" y="90"/>
                    </a:lnTo>
                    <a:lnTo>
                      <a:pt x="738" y="64"/>
                    </a:lnTo>
                    <a:lnTo>
                      <a:pt x="669" y="40"/>
                    </a:lnTo>
                    <a:lnTo>
                      <a:pt x="597" y="20"/>
                    </a:lnTo>
                    <a:lnTo>
                      <a:pt x="522" y="6"/>
                    </a:lnTo>
                    <a:lnTo>
                      <a:pt x="447"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1" y="1031"/>
                    </a:lnTo>
                    <a:lnTo>
                      <a:pt x="700" y="1219"/>
                    </a:lnTo>
                    <a:lnTo>
                      <a:pt x="898" y="1402"/>
                    </a:lnTo>
                    <a:lnTo>
                      <a:pt x="979" y="1492"/>
                    </a:lnTo>
                    <a:lnTo>
                      <a:pt x="1043" y="1580"/>
                    </a:lnTo>
                    <a:lnTo>
                      <a:pt x="1068" y="1623"/>
                    </a:lnTo>
                    <a:lnTo>
                      <a:pt x="1087" y="1665"/>
                    </a:lnTo>
                    <a:lnTo>
                      <a:pt x="1100" y="1707"/>
                    </a:lnTo>
                    <a:lnTo>
                      <a:pt x="1106" y="1748"/>
                    </a:lnTo>
                    <a:lnTo>
                      <a:pt x="1111" y="1906"/>
                    </a:lnTo>
                    <a:lnTo>
                      <a:pt x="1111" y="2136"/>
                    </a:lnTo>
                    <a:lnTo>
                      <a:pt x="1101" y="2694"/>
                    </a:lnTo>
                    <a:lnTo>
                      <a:pt x="1080" y="3414"/>
                    </a:lnTo>
                    <a:lnTo>
                      <a:pt x="651" y="3414"/>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4" name=""/>
              <p:cNvSpPr/>
              <p:nvPr/>
            </p:nvSpPr>
            <p:spPr>
              <a:xfrm>
                <a:off x="2593080" y="1108800"/>
                <a:ext cx="360" cy="2419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5" name=""/>
              <p:cNvSpPr/>
              <p:nvPr/>
            </p:nvSpPr>
            <p:spPr>
              <a:xfrm flipH="1">
                <a:off x="3427560" y="1458720"/>
                <a:ext cx="17136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6" name=""/>
              <p:cNvSpPr/>
              <p:nvPr/>
            </p:nvSpPr>
            <p:spPr>
              <a:xfrm flipH="1">
                <a:off x="3621960" y="2394720"/>
                <a:ext cx="24156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7" name=""/>
              <p:cNvSpPr/>
              <p:nvPr/>
            </p:nvSpPr>
            <p:spPr>
              <a:xfrm>
                <a:off x="1587240" y="1458720"/>
                <a:ext cx="17100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8" name=""/>
              <p:cNvSpPr/>
              <p:nvPr/>
            </p:nvSpPr>
            <p:spPr>
              <a:xfrm>
                <a:off x="1322280" y="2394720"/>
                <a:ext cx="2419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39" name=""/>
            <p:cNvGrpSpPr/>
            <p:nvPr/>
          </p:nvGrpSpPr>
          <p:grpSpPr>
            <a:xfrm>
              <a:off x="1296360" y="1080360"/>
              <a:ext cx="2541600" cy="2646360"/>
              <a:chOff x="1296360" y="1080360"/>
              <a:chExt cx="2541600" cy="2646360"/>
            </a:xfrm>
          </p:grpSpPr>
          <p:sp>
            <p:nvSpPr>
              <p:cNvPr id="440" name=""/>
              <p:cNvSpPr/>
              <p:nvPr/>
            </p:nvSpPr>
            <p:spPr>
              <a:xfrm>
                <a:off x="1862280" y="1703880"/>
                <a:ext cx="1406520" cy="1694520"/>
              </a:xfrm>
              <a:custGeom>
                <a:avLst/>
                <a:gdLst>
                  <a:gd name="textAreaLeft" fmla="*/ 0 w 1406520"/>
                  <a:gd name="textAreaRight" fmla="*/ 1409760 w 1406520"/>
                  <a:gd name="textAreaTop" fmla="*/ 0 h 1694520"/>
                  <a:gd name="textAreaBottom" fmla="*/ 1697760 h 169452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1" y="407"/>
                    </a:lnTo>
                    <a:lnTo>
                      <a:pt x="662" y="486"/>
                    </a:lnTo>
                    <a:lnTo>
                      <a:pt x="571" y="571"/>
                    </a:lnTo>
                    <a:lnTo>
                      <a:pt x="486" y="663"/>
                    </a:lnTo>
                    <a:lnTo>
                      <a:pt x="406" y="761"/>
                    </a:lnTo>
                    <a:lnTo>
                      <a:pt x="332" y="866"/>
                    </a:lnTo>
                    <a:lnTo>
                      <a:pt x="262" y="979"/>
                    </a:lnTo>
                    <a:lnTo>
                      <a:pt x="199" y="1096"/>
                    </a:lnTo>
                    <a:lnTo>
                      <a:pt x="145" y="1213"/>
                    </a:lnTo>
                    <a:lnTo>
                      <a:pt x="100" y="1331"/>
                    </a:lnTo>
                    <a:lnTo>
                      <a:pt x="63" y="1451"/>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6" y="3251"/>
                    </a:lnTo>
                    <a:lnTo>
                      <a:pt x="571" y="3343"/>
                    </a:lnTo>
                    <a:lnTo>
                      <a:pt x="663" y="3428"/>
                    </a:lnTo>
                    <a:lnTo>
                      <a:pt x="761" y="3508"/>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5" y="4716"/>
                    </a:lnTo>
                    <a:lnTo>
                      <a:pt x="2398" y="4715"/>
                    </a:lnTo>
                    <a:lnTo>
                      <a:pt x="2421" y="4711"/>
                    </a:lnTo>
                    <a:lnTo>
                      <a:pt x="2443" y="4705"/>
                    </a:lnTo>
                    <a:lnTo>
                      <a:pt x="2464" y="4698"/>
                    </a:lnTo>
                    <a:lnTo>
                      <a:pt x="2485" y="4688"/>
                    </a:lnTo>
                    <a:lnTo>
                      <a:pt x="2503" y="4676"/>
                    </a:lnTo>
                    <a:lnTo>
                      <a:pt x="2521" y="4663"/>
                    </a:lnTo>
                    <a:lnTo>
                      <a:pt x="2538" y="4648"/>
                    </a:lnTo>
                    <a:lnTo>
                      <a:pt x="2552" y="4632"/>
                    </a:lnTo>
                    <a:lnTo>
                      <a:pt x="2566" y="4614"/>
                    </a:lnTo>
                    <a:lnTo>
                      <a:pt x="2577" y="4595"/>
                    </a:lnTo>
                    <a:lnTo>
                      <a:pt x="2587" y="4575"/>
                    </a:lnTo>
                    <a:lnTo>
                      <a:pt x="2595" y="4554"/>
                    </a:lnTo>
                    <a:lnTo>
                      <a:pt x="2600" y="4532"/>
                    </a:lnTo>
                    <a:lnTo>
                      <a:pt x="2604" y="4509"/>
                    </a:lnTo>
                    <a:lnTo>
                      <a:pt x="2605" y="4486"/>
                    </a:lnTo>
                    <a:lnTo>
                      <a:pt x="2605" y="3807"/>
                    </a:lnTo>
                    <a:lnTo>
                      <a:pt x="2605" y="3807"/>
                    </a:lnTo>
                    <a:lnTo>
                      <a:pt x="2605" y="3806"/>
                    </a:lnTo>
                    <a:lnTo>
                      <a:pt x="2605" y="3806"/>
                    </a:lnTo>
                    <a:lnTo>
                      <a:pt x="2605" y="3806"/>
                    </a:lnTo>
                    <a:lnTo>
                      <a:pt x="2605" y="3806"/>
                    </a:lnTo>
                    <a:lnTo>
                      <a:pt x="2604" y="3805"/>
                    </a:lnTo>
                    <a:lnTo>
                      <a:pt x="2604" y="3805"/>
                    </a:lnTo>
                    <a:lnTo>
                      <a:pt x="2604" y="3805"/>
                    </a:lnTo>
                    <a:lnTo>
                      <a:pt x="2604" y="3804"/>
                    </a:lnTo>
                    <a:lnTo>
                      <a:pt x="2604" y="3804"/>
                    </a:lnTo>
                    <a:lnTo>
                      <a:pt x="2604" y="3804"/>
                    </a:lnTo>
                    <a:lnTo>
                      <a:pt x="2604" y="3804"/>
                    </a:lnTo>
                    <a:lnTo>
                      <a:pt x="2604" y="3804"/>
                    </a:lnTo>
                    <a:lnTo>
                      <a:pt x="2692" y="3771"/>
                    </a:lnTo>
                    <a:lnTo>
                      <a:pt x="2774" y="3736"/>
                    </a:lnTo>
                    <a:lnTo>
                      <a:pt x="2855" y="3697"/>
                    </a:lnTo>
                    <a:lnTo>
                      <a:pt x="2937" y="3652"/>
                    </a:lnTo>
                    <a:lnTo>
                      <a:pt x="3050" y="3582"/>
                    </a:lnTo>
                    <a:lnTo>
                      <a:pt x="3155" y="3508"/>
                    </a:lnTo>
                    <a:lnTo>
                      <a:pt x="3253" y="3428"/>
                    </a:lnTo>
                    <a:lnTo>
                      <a:pt x="3345" y="3343"/>
                    </a:lnTo>
                    <a:lnTo>
                      <a:pt x="3430" y="3251"/>
                    </a:lnTo>
                    <a:lnTo>
                      <a:pt x="3509" y="3153"/>
                    </a:lnTo>
                    <a:lnTo>
                      <a:pt x="3584" y="3048"/>
                    </a:lnTo>
                    <a:lnTo>
                      <a:pt x="3654" y="2935"/>
                    </a:lnTo>
                    <a:lnTo>
                      <a:pt x="3717" y="2818"/>
                    </a:lnTo>
                    <a:lnTo>
                      <a:pt x="3771" y="2702"/>
                    </a:lnTo>
                    <a:lnTo>
                      <a:pt x="3816" y="2584"/>
                    </a:lnTo>
                    <a:lnTo>
                      <a:pt x="3852" y="2465"/>
                    </a:lnTo>
                    <a:lnTo>
                      <a:pt x="3880" y="2343"/>
                    </a:lnTo>
                    <a:lnTo>
                      <a:pt x="3900" y="2219"/>
                    </a:lnTo>
                    <a:lnTo>
                      <a:pt x="3912" y="2090"/>
                    </a:lnTo>
                    <a:lnTo>
                      <a:pt x="3916" y="1958"/>
                    </a:lnTo>
                    <a:lnTo>
                      <a:pt x="3916" y="1958"/>
                    </a:lnTo>
                    <a:lnTo>
                      <a:pt x="3916" y="1958"/>
                    </a:lnTo>
                    <a:lnTo>
                      <a:pt x="3912" y="1825"/>
                    </a:lnTo>
                    <a:lnTo>
                      <a:pt x="3900" y="1697"/>
                    </a:lnTo>
                    <a:lnTo>
                      <a:pt x="3881" y="1572"/>
                    </a:lnTo>
                    <a:lnTo>
                      <a:pt x="3853" y="1451"/>
                    </a:lnTo>
                    <a:lnTo>
                      <a:pt x="3816" y="1331"/>
                    </a:lnTo>
                    <a:lnTo>
                      <a:pt x="3771" y="1213"/>
                    </a:lnTo>
                    <a:lnTo>
                      <a:pt x="3717" y="1096"/>
                    </a:lnTo>
                    <a:lnTo>
                      <a:pt x="3654" y="979"/>
                    </a:lnTo>
                    <a:lnTo>
                      <a:pt x="3584" y="866"/>
                    </a:lnTo>
                    <a:lnTo>
                      <a:pt x="3510" y="761"/>
                    </a:lnTo>
                    <a:lnTo>
                      <a:pt x="3430" y="663"/>
                    </a:lnTo>
                    <a:lnTo>
                      <a:pt x="3345" y="571"/>
                    </a:lnTo>
                    <a:lnTo>
                      <a:pt x="3253" y="486"/>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1" name=""/>
              <p:cNvSpPr/>
              <p:nvPr/>
            </p:nvSpPr>
            <p:spPr>
              <a:xfrm>
                <a:off x="2236320" y="3401280"/>
                <a:ext cx="658440" cy="162000"/>
              </a:xfrm>
              <a:custGeom>
                <a:avLst/>
                <a:gdLst>
                  <a:gd name="textAreaLeft" fmla="*/ 0 w 658440"/>
                  <a:gd name="textAreaRight" fmla="*/ 661680 w 658440"/>
                  <a:gd name="textAreaTop" fmla="*/ 0 h 162000"/>
                  <a:gd name="textAreaBottom" fmla="*/ 165240 h 16200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7"/>
                    </a:lnTo>
                    <a:lnTo>
                      <a:pt x="1771" y="392"/>
                    </a:lnTo>
                    <a:lnTo>
                      <a:pt x="1785" y="376"/>
                    </a:lnTo>
                    <a:lnTo>
                      <a:pt x="1799" y="358"/>
                    </a:lnTo>
                    <a:lnTo>
                      <a:pt x="1810" y="339"/>
                    </a:lnTo>
                    <a:lnTo>
                      <a:pt x="1820" y="319"/>
                    </a:lnTo>
                    <a:lnTo>
                      <a:pt x="1828" y="298"/>
                    </a:lnTo>
                    <a:lnTo>
                      <a:pt x="1833" y="276"/>
                    </a:lnTo>
                    <a:lnTo>
                      <a:pt x="1837" y="253"/>
                    </a:lnTo>
                    <a:lnTo>
                      <a:pt x="1838" y="230"/>
                    </a:lnTo>
                    <a:lnTo>
                      <a:pt x="1837" y="207"/>
                    </a:lnTo>
                    <a:lnTo>
                      <a:pt x="1833" y="184"/>
                    </a:lnTo>
                    <a:lnTo>
                      <a:pt x="1828" y="162"/>
                    </a:lnTo>
                    <a:lnTo>
                      <a:pt x="1820" y="141"/>
                    </a:lnTo>
                    <a:lnTo>
                      <a:pt x="1810" y="121"/>
                    </a:lnTo>
                    <a:lnTo>
                      <a:pt x="1799" y="102"/>
                    </a:lnTo>
                    <a:lnTo>
                      <a:pt x="1785" y="84"/>
                    </a:lnTo>
                    <a:lnTo>
                      <a:pt x="1771" y="68"/>
                    </a:lnTo>
                    <a:lnTo>
                      <a:pt x="1754" y="53"/>
                    </a:lnTo>
                    <a:lnTo>
                      <a:pt x="1737" y="39"/>
                    </a:lnTo>
                    <a:lnTo>
                      <a:pt x="1718" y="28"/>
                    </a:lnTo>
                    <a:lnTo>
                      <a:pt x="1697" y="18"/>
                    </a:lnTo>
                    <a:lnTo>
                      <a:pt x="1676" y="10"/>
                    </a:lnTo>
                    <a:lnTo>
                      <a:pt x="1654" y="5"/>
                    </a:lnTo>
                    <a:lnTo>
                      <a:pt x="1631" y="1"/>
                    </a:lnTo>
                    <a:lnTo>
                      <a:pt x="1608" y="0"/>
                    </a:lnTo>
                    <a:lnTo>
                      <a:pt x="230" y="0"/>
                    </a:lnTo>
                    <a:lnTo>
                      <a:pt x="206" y="1"/>
                    </a:lnTo>
                    <a:lnTo>
                      <a:pt x="184" y="5"/>
                    </a:lnTo>
                    <a:lnTo>
                      <a:pt x="162" y="10"/>
                    </a:lnTo>
                    <a:lnTo>
                      <a:pt x="140" y="18"/>
                    </a:lnTo>
                    <a:lnTo>
                      <a:pt x="120" y="28"/>
                    </a:lnTo>
                    <a:lnTo>
                      <a:pt x="101" y="39"/>
                    </a:lnTo>
                    <a:lnTo>
                      <a:pt x="84" y="53"/>
                    </a:lnTo>
                    <a:lnTo>
                      <a:pt x="67" y="68"/>
                    </a:lnTo>
                    <a:lnTo>
                      <a:pt x="53" y="84"/>
                    </a:lnTo>
                    <a:lnTo>
                      <a:pt x="39" y="102"/>
                    </a:lnTo>
                    <a:lnTo>
                      <a:pt x="28" y="121"/>
                    </a:lnTo>
                    <a:lnTo>
                      <a:pt x="18" y="141"/>
                    </a:lnTo>
                    <a:lnTo>
                      <a:pt x="10" y="162"/>
                    </a:lnTo>
                    <a:lnTo>
                      <a:pt x="5" y="184"/>
                    </a:lnTo>
                    <a:lnTo>
                      <a:pt x="1" y="207"/>
                    </a:lnTo>
                    <a:lnTo>
                      <a:pt x="0" y="230"/>
                    </a:lnTo>
                    <a:lnTo>
                      <a:pt x="1" y="253"/>
                    </a:lnTo>
                    <a:lnTo>
                      <a:pt x="5" y="276"/>
                    </a:lnTo>
                    <a:lnTo>
                      <a:pt x="10" y="298"/>
                    </a:lnTo>
                    <a:lnTo>
                      <a:pt x="18" y="319"/>
                    </a:lnTo>
                    <a:lnTo>
                      <a:pt x="28" y="339"/>
                    </a:lnTo>
                    <a:lnTo>
                      <a:pt x="39" y="358"/>
                    </a:lnTo>
                    <a:lnTo>
                      <a:pt x="53" y="376"/>
                    </a:lnTo>
                    <a:lnTo>
                      <a:pt x="67" y="392"/>
                    </a:lnTo>
                    <a:lnTo>
                      <a:pt x="84" y="407"/>
                    </a:lnTo>
                    <a:lnTo>
                      <a:pt x="101" y="420"/>
                    </a:lnTo>
                    <a:lnTo>
                      <a:pt x="120" y="431"/>
                    </a:lnTo>
                    <a:lnTo>
                      <a:pt x="140" y="441"/>
                    </a:lnTo>
                    <a:lnTo>
                      <a:pt x="162" y="449"/>
                    </a:lnTo>
                    <a:lnTo>
                      <a:pt x="184" y="454"/>
                    </a:lnTo>
                    <a:lnTo>
                      <a:pt x="206" y="458"/>
                    </a:lnTo>
                    <a:lnTo>
                      <a:pt x="230" y="459"/>
                    </a:lnTo>
                    <a:lnTo>
                      <a:pt x="919" y="459"/>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2" name=""/>
              <p:cNvSpPr/>
              <p:nvPr/>
            </p:nvSpPr>
            <p:spPr>
              <a:xfrm>
                <a:off x="2300040" y="3564360"/>
                <a:ext cx="531000" cy="162360"/>
              </a:xfrm>
              <a:custGeom>
                <a:avLst/>
                <a:gdLst>
                  <a:gd name="textAreaLeft" fmla="*/ 0 w 531000"/>
                  <a:gd name="textAreaRight" fmla="*/ 534240 w 531000"/>
                  <a:gd name="textAreaTop" fmla="*/ 0 h 162360"/>
                  <a:gd name="textAreaBottom" fmla="*/ 165600 h 162360"/>
                </a:gdLst>
                <a:ahLst/>
                <a:cxnLst/>
                <a:rect l="textAreaLeft" t="textAreaTop" r="textAreaRight" b="textAreaBottom"/>
                <a:pathLst>
                  <a:path w="1484" h="460">
                    <a:moveTo>
                      <a:pt x="742" y="460"/>
                    </a:moveTo>
                    <a:lnTo>
                      <a:pt x="1254" y="460"/>
                    </a:lnTo>
                    <a:lnTo>
                      <a:pt x="1277" y="459"/>
                    </a:lnTo>
                    <a:lnTo>
                      <a:pt x="1300" y="455"/>
                    </a:lnTo>
                    <a:lnTo>
                      <a:pt x="1322" y="450"/>
                    </a:lnTo>
                    <a:lnTo>
                      <a:pt x="1343" y="442"/>
                    </a:lnTo>
                    <a:lnTo>
                      <a:pt x="1364" y="432"/>
                    </a:lnTo>
                    <a:lnTo>
                      <a:pt x="1383" y="421"/>
                    </a:lnTo>
                    <a:lnTo>
                      <a:pt x="1400" y="407"/>
                    </a:lnTo>
                    <a:lnTo>
                      <a:pt x="1417" y="393"/>
                    </a:lnTo>
                    <a:lnTo>
                      <a:pt x="1431" y="376"/>
                    </a:lnTo>
                    <a:lnTo>
                      <a:pt x="1445" y="359"/>
                    </a:lnTo>
                    <a:lnTo>
                      <a:pt x="1456" y="340"/>
                    </a:lnTo>
                    <a:lnTo>
                      <a:pt x="1466" y="319"/>
                    </a:lnTo>
                    <a:lnTo>
                      <a:pt x="1474" y="298"/>
                    </a:lnTo>
                    <a:lnTo>
                      <a:pt x="1479" y="276"/>
                    </a:lnTo>
                    <a:lnTo>
                      <a:pt x="1483" y="253"/>
                    </a:lnTo>
                    <a:lnTo>
                      <a:pt x="1484" y="230"/>
                    </a:lnTo>
                    <a:lnTo>
                      <a:pt x="1484" y="230"/>
                    </a:lnTo>
                    <a:lnTo>
                      <a:pt x="1483" y="206"/>
                    </a:lnTo>
                    <a:lnTo>
                      <a:pt x="1479" y="184"/>
                    </a:lnTo>
                    <a:lnTo>
                      <a:pt x="1474" y="162"/>
                    </a:lnTo>
                    <a:lnTo>
                      <a:pt x="1466" y="140"/>
                    </a:lnTo>
                    <a:lnTo>
                      <a:pt x="1456" y="120"/>
                    </a:lnTo>
                    <a:lnTo>
                      <a:pt x="1445" y="101"/>
                    </a:lnTo>
                    <a:lnTo>
                      <a:pt x="1431" y="84"/>
                    </a:lnTo>
                    <a:lnTo>
                      <a:pt x="1417" y="67"/>
                    </a:lnTo>
                    <a:lnTo>
                      <a:pt x="1400" y="53"/>
                    </a:lnTo>
                    <a:lnTo>
                      <a:pt x="1383" y="39"/>
                    </a:lnTo>
                    <a:lnTo>
                      <a:pt x="1364"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3" name=""/>
              <p:cNvSpPr/>
              <p:nvPr/>
            </p:nvSpPr>
            <p:spPr>
              <a:xfrm>
                <a:off x="2247840" y="2172600"/>
                <a:ext cx="642600" cy="1225800"/>
              </a:xfrm>
              <a:custGeom>
                <a:avLst/>
                <a:gdLst>
                  <a:gd name="textAreaLeft" fmla="*/ 0 w 642600"/>
                  <a:gd name="textAreaRight" fmla="*/ 645840 w 642600"/>
                  <a:gd name="textAreaTop" fmla="*/ 0 h 1225800"/>
                  <a:gd name="textAreaBottom" fmla="*/ 1229040 h 122580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4" y="1612"/>
                    </a:lnTo>
                    <a:lnTo>
                      <a:pt x="772" y="1569"/>
                    </a:lnTo>
                    <a:lnTo>
                      <a:pt x="805" y="1529"/>
                    </a:lnTo>
                    <a:lnTo>
                      <a:pt x="882" y="1454"/>
                    </a:lnTo>
                    <a:lnTo>
                      <a:pt x="971" y="1385"/>
                    </a:lnTo>
                    <a:lnTo>
                      <a:pt x="1070" y="1320"/>
                    </a:lnTo>
                    <a:lnTo>
                      <a:pt x="1280" y="1194"/>
                    </a:lnTo>
                    <a:lnTo>
                      <a:pt x="1485"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2" y="278"/>
                    </a:lnTo>
                    <a:lnTo>
                      <a:pt x="1498" y="274"/>
                    </a:lnTo>
                    <a:lnTo>
                      <a:pt x="1405" y="277"/>
                    </a:lnTo>
                    <a:lnTo>
                      <a:pt x="1309" y="294"/>
                    </a:lnTo>
                    <a:lnTo>
                      <a:pt x="1214" y="322"/>
                    </a:lnTo>
                    <a:lnTo>
                      <a:pt x="1122" y="360"/>
                    </a:lnTo>
                    <a:lnTo>
                      <a:pt x="1037" y="406"/>
                    </a:lnTo>
                    <a:lnTo>
                      <a:pt x="963" y="458"/>
                    </a:lnTo>
                    <a:lnTo>
                      <a:pt x="932" y="486"/>
                    </a:lnTo>
                    <a:lnTo>
                      <a:pt x="904" y="515"/>
                    </a:lnTo>
                    <a:lnTo>
                      <a:pt x="880" y="545"/>
                    </a:lnTo>
                    <a:lnTo>
                      <a:pt x="862" y="574"/>
                    </a:lnTo>
                    <a:lnTo>
                      <a:pt x="849" y="604"/>
                    </a:lnTo>
                    <a:lnTo>
                      <a:pt x="841" y="634"/>
                    </a:lnTo>
                    <a:lnTo>
                      <a:pt x="840" y="664"/>
                    </a:lnTo>
                    <a:lnTo>
                      <a:pt x="846" y="694"/>
                    </a:lnTo>
                    <a:lnTo>
                      <a:pt x="858" y="722"/>
                    </a:lnTo>
                    <a:lnTo>
                      <a:pt x="878" y="750"/>
                    </a:lnTo>
                    <a:lnTo>
                      <a:pt x="896" y="768"/>
                    </a:lnTo>
                    <a:lnTo>
                      <a:pt x="914" y="783"/>
                    </a:lnTo>
                    <a:lnTo>
                      <a:pt x="932" y="793"/>
                    </a:lnTo>
                    <a:lnTo>
                      <a:pt x="949" y="799"/>
                    </a:lnTo>
                    <a:lnTo>
                      <a:pt x="966" y="802"/>
                    </a:lnTo>
                    <a:lnTo>
                      <a:pt x="983" y="801"/>
                    </a:lnTo>
                    <a:lnTo>
                      <a:pt x="999" y="796"/>
                    </a:lnTo>
                    <a:lnTo>
                      <a:pt x="1015" y="789"/>
                    </a:lnTo>
                    <a:lnTo>
                      <a:pt x="1030" y="779"/>
                    </a:lnTo>
                    <a:lnTo>
                      <a:pt x="1044" y="766"/>
                    </a:lnTo>
                    <a:lnTo>
                      <a:pt x="1057" y="750"/>
                    </a:lnTo>
                    <a:lnTo>
                      <a:pt x="1069" y="732"/>
                    </a:lnTo>
                    <a:lnTo>
                      <a:pt x="1091" y="691"/>
                    </a:lnTo>
                    <a:lnTo>
                      <a:pt x="1107" y="642"/>
                    </a:lnTo>
                    <a:lnTo>
                      <a:pt x="1118" y="588"/>
                    </a:lnTo>
                    <a:lnTo>
                      <a:pt x="1124" y="530"/>
                    </a:lnTo>
                    <a:lnTo>
                      <a:pt x="1122" y="471"/>
                    </a:lnTo>
                    <a:lnTo>
                      <a:pt x="1113" y="411"/>
                    </a:lnTo>
                    <a:lnTo>
                      <a:pt x="1095" y="352"/>
                    </a:lnTo>
                    <a:lnTo>
                      <a:pt x="1069" y="296"/>
                    </a:lnTo>
                    <a:lnTo>
                      <a:pt x="1053" y="269"/>
                    </a:lnTo>
                    <a:lnTo>
                      <a:pt x="1034" y="244"/>
                    </a:lnTo>
                    <a:lnTo>
                      <a:pt x="1012" y="220"/>
                    </a:lnTo>
                    <a:lnTo>
                      <a:pt x="988" y="198"/>
                    </a:lnTo>
                    <a:lnTo>
                      <a:pt x="955" y="174"/>
                    </a:lnTo>
                    <a:lnTo>
                      <a:pt x="913" y="147"/>
                    </a:lnTo>
                    <a:lnTo>
                      <a:pt x="862" y="119"/>
                    </a:lnTo>
                    <a:lnTo>
                      <a:pt x="803" y="90"/>
                    </a:lnTo>
                    <a:lnTo>
                      <a:pt x="739" y="64"/>
                    </a:lnTo>
                    <a:lnTo>
                      <a:pt x="669" y="40"/>
                    </a:lnTo>
                    <a:lnTo>
                      <a:pt x="597" y="20"/>
                    </a:lnTo>
                    <a:lnTo>
                      <a:pt x="523" y="6"/>
                    </a:lnTo>
                    <a:lnTo>
                      <a:pt x="448"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2" y="1031"/>
                    </a:lnTo>
                    <a:lnTo>
                      <a:pt x="700" y="1219"/>
                    </a:lnTo>
                    <a:lnTo>
                      <a:pt x="898" y="1402"/>
                    </a:lnTo>
                    <a:lnTo>
                      <a:pt x="979" y="1492"/>
                    </a:lnTo>
                    <a:lnTo>
                      <a:pt x="1044" y="1580"/>
                    </a:lnTo>
                    <a:lnTo>
                      <a:pt x="1069" y="1623"/>
                    </a:lnTo>
                    <a:lnTo>
                      <a:pt x="1088" y="1665"/>
                    </a:lnTo>
                    <a:lnTo>
                      <a:pt x="1101" y="1707"/>
                    </a:lnTo>
                    <a:lnTo>
                      <a:pt x="1107" y="1748"/>
                    </a:lnTo>
                    <a:lnTo>
                      <a:pt x="1111" y="1906"/>
                    </a:lnTo>
                    <a:lnTo>
                      <a:pt x="1111" y="2136"/>
                    </a:lnTo>
                    <a:lnTo>
                      <a:pt x="1101" y="2694"/>
                    </a:lnTo>
                    <a:lnTo>
                      <a:pt x="1080" y="3414"/>
                    </a:lnTo>
                    <a:lnTo>
                      <a:pt x="651" y="3414"/>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4" name=""/>
              <p:cNvSpPr/>
              <p:nvPr/>
            </p:nvSpPr>
            <p:spPr>
              <a:xfrm>
                <a:off x="2567160" y="1080360"/>
                <a:ext cx="360" cy="24192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5" name=""/>
              <p:cNvSpPr/>
              <p:nvPr/>
            </p:nvSpPr>
            <p:spPr>
              <a:xfrm flipH="1">
                <a:off x="340200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6" name=""/>
              <p:cNvSpPr/>
              <p:nvPr/>
            </p:nvSpPr>
            <p:spPr>
              <a:xfrm flipH="1">
                <a:off x="359604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7" name=""/>
              <p:cNvSpPr/>
              <p:nvPr/>
            </p:nvSpPr>
            <p:spPr>
              <a:xfrm>
                <a:off x="156132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8" name=""/>
              <p:cNvSpPr/>
              <p:nvPr/>
            </p:nvSpPr>
            <p:spPr>
              <a:xfrm>
                <a:off x="129636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sp>
          <p:nvSpPr>
            <p:cNvPr id="449" name=""/>
            <p:cNvSpPr/>
            <p:nvPr/>
          </p:nvSpPr>
          <p:spPr>
            <a:xfrm flipH="1">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0" name=""/>
            <p:cNvSpPr/>
            <p:nvPr/>
          </p:nvSpPr>
          <p:spPr>
            <a:xfrm>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1" name=""/>
            <p:cNvSpPr/>
            <p:nvPr/>
          </p:nvSpPr>
          <p:spPr>
            <a:xfrm flipH="1">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2" name=""/>
            <p:cNvSpPr/>
            <p:nvPr/>
          </p:nvSpPr>
          <p:spPr>
            <a:xfrm>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3" name=""/>
            <p:cNvSpPr/>
            <p:nvPr/>
          </p:nvSpPr>
          <p:spPr>
            <a:xfrm>
              <a:off x="1798200" y="3458880"/>
              <a:ext cx="164160" cy="183240"/>
            </a:xfrm>
            <a:custGeom>
              <a:avLst/>
              <a:gdLst>
                <a:gd name="textAreaLeft" fmla="*/ 0 w 164160"/>
                <a:gd name="textAreaRight" fmla="*/ 167400 w 164160"/>
                <a:gd name="textAreaTop" fmla="*/ 0 h 183240"/>
                <a:gd name="textAreaBottom" fmla="*/ 186480 h 183240"/>
              </a:gdLst>
              <a:ahLst/>
              <a:cxnLst/>
              <a:rect l="textAreaLeft" t="textAreaTop" r="textAreaRight" b="textAreaBottom"/>
              <a:pathLst>
                <a:path w="465" h="518">
                  <a:moveTo>
                    <a:pt x="0" y="518"/>
                  </a:moveTo>
                  <a:lnTo>
                    <a:pt x="465" y="353"/>
                  </a:lnTo>
                  <a:lnTo>
                    <a:pt x="93" y="0"/>
                  </a:lnTo>
                  <a:lnTo>
                    <a:pt x="0" y="51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4" name=""/>
            <p:cNvSpPr/>
            <p:nvPr/>
          </p:nvSpPr>
          <p:spPr>
            <a:xfrm>
              <a:off x="3641760" y="2671560"/>
              <a:ext cx="165960" cy="180360"/>
            </a:xfrm>
            <a:custGeom>
              <a:avLst/>
              <a:gdLst>
                <a:gd name="textAreaLeft" fmla="*/ 0 w 165960"/>
                <a:gd name="textAreaRight" fmla="*/ 169200 w 165960"/>
                <a:gd name="textAreaTop" fmla="*/ 0 h 180360"/>
                <a:gd name="textAreaBottom" fmla="*/ 183600 h 180360"/>
              </a:gdLst>
              <a:ahLst/>
              <a:cxnLst/>
              <a:rect l="textAreaLeft" t="textAreaTop" r="textAreaRight" b="textAreaBottom"/>
              <a:pathLst>
                <a:path w="470" h="510">
                  <a:moveTo>
                    <a:pt x="0" y="238"/>
                  </a:moveTo>
                  <a:lnTo>
                    <a:pt x="412" y="510"/>
                  </a:lnTo>
                  <a:lnTo>
                    <a:pt x="470" y="0"/>
                  </a:lnTo>
                  <a:lnTo>
                    <a:pt x="0" y="23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5" name=""/>
            <p:cNvSpPr/>
            <p:nvPr/>
          </p:nvSpPr>
          <p:spPr>
            <a:xfrm>
              <a:off x="1088640" y="1644840"/>
              <a:ext cx="184680" cy="162360"/>
            </a:xfrm>
            <a:custGeom>
              <a:avLst/>
              <a:gdLst>
                <a:gd name="textAreaLeft" fmla="*/ 0 w 184680"/>
                <a:gd name="textAreaRight" fmla="*/ 187920 w 184680"/>
                <a:gd name="textAreaTop" fmla="*/ 0 h 162360"/>
                <a:gd name="textAreaBottom" fmla="*/ 165600 h 162360"/>
              </a:gdLst>
              <a:ahLst/>
              <a:cxnLst/>
              <a:rect l="textAreaLeft" t="textAreaTop" r="textAreaRight" b="textAreaBottom"/>
              <a:pathLst>
                <a:path w="522" h="460">
                  <a:moveTo>
                    <a:pt x="0" y="66"/>
                  </a:moveTo>
                  <a:lnTo>
                    <a:pt x="297" y="460"/>
                  </a:lnTo>
                  <a:lnTo>
                    <a:pt x="522" y="0"/>
                  </a:lnTo>
                  <a:lnTo>
                    <a:pt x="0" y="66"/>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6" name=""/>
            <p:cNvSpPr/>
            <p:nvPr/>
          </p:nvSpPr>
          <p:spPr>
            <a:xfrm>
              <a:off x="3659760" y="1647360"/>
              <a:ext cx="192240" cy="192600"/>
            </a:xfrm>
            <a:custGeom>
              <a:avLst/>
              <a:gdLst>
                <a:gd name="textAreaLeft" fmla="*/ 0 w 192240"/>
                <a:gd name="textAreaRight" fmla="*/ 195480 w 192240"/>
                <a:gd name="textAreaTop" fmla="*/ 0 h 192600"/>
                <a:gd name="textAreaBottom" fmla="*/ 195840 h 192600"/>
              </a:gdLst>
              <a:ahLst/>
              <a:cxnLst/>
              <a:rect l="textAreaLeft" t="textAreaTop" r="textAreaRight" b="textAreaBottom"/>
              <a:pathLst>
                <a:path w="543" h="544">
                  <a:moveTo>
                    <a:pt x="543" y="272"/>
                  </a:moveTo>
                  <a:lnTo>
                    <a:pt x="542" y="290"/>
                  </a:lnTo>
                  <a:lnTo>
                    <a:pt x="541" y="308"/>
                  </a:lnTo>
                  <a:lnTo>
                    <a:pt x="538" y="326"/>
                  </a:lnTo>
                  <a:lnTo>
                    <a:pt x="534" y="342"/>
                  </a:lnTo>
                  <a:lnTo>
                    <a:pt x="529" y="359"/>
                  </a:lnTo>
                  <a:lnTo>
                    <a:pt x="523" y="375"/>
                  </a:lnTo>
                  <a:lnTo>
                    <a:pt x="516" y="392"/>
                  </a:lnTo>
                  <a:lnTo>
                    <a:pt x="507" y="408"/>
                  </a:lnTo>
                  <a:lnTo>
                    <a:pt x="497" y="424"/>
                  </a:lnTo>
                  <a:lnTo>
                    <a:pt x="487" y="438"/>
                  </a:lnTo>
                  <a:lnTo>
                    <a:pt x="476" y="452"/>
                  </a:lnTo>
                  <a:lnTo>
                    <a:pt x="464" y="465"/>
                  </a:lnTo>
                  <a:lnTo>
                    <a:pt x="451" y="477"/>
                  </a:lnTo>
                  <a:lnTo>
                    <a:pt x="437" y="488"/>
                  </a:lnTo>
                  <a:lnTo>
                    <a:pt x="423" y="498"/>
                  </a:lnTo>
                  <a:lnTo>
                    <a:pt x="407" y="508"/>
                  </a:lnTo>
                  <a:lnTo>
                    <a:pt x="391" y="517"/>
                  </a:lnTo>
                  <a:lnTo>
                    <a:pt x="375" y="524"/>
                  </a:lnTo>
                  <a:lnTo>
                    <a:pt x="358" y="530"/>
                  </a:lnTo>
                  <a:lnTo>
                    <a:pt x="342" y="535"/>
                  </a:lnTo>
                  <a:lnTo>
                    <a:pt x="325" y="539"/>
                  </a:lnTo>
                  <a:lnTo>
                    <a:pt x="308" y="542"/>
                  </a:lnTo>
                  <a:lnTo>
                    <a:pt x="290" y="543"/>
                  </a:lnTo>
                  <a:lnTo>
                    <a:pt x="272" y="544"/>
                  </a:lnTo>
                  <a:lnTo>
                    <a:pt x="254" y="543"/>
                  </a:lnTo>
                  <a:lnTo>
                    <a:pt x="236" y="542"/>
                  </a:lnTo>
                  <a:lnTo>
                    <a:pt x="218" y="539"/>
                  </a:lnTo>
                  <a:lnTo>
                    <a:pt x="202" y="535"/>
                  </a:lnTo>
                  <a:lnTo>
                    <a:pt x="185" y="530"/>
                  </a:lnTo>
                  <a:lnTo>
                    <a:pt x="169" y="524"/>
                  </a:lnTo>
                  <a:lnTo>
                    <a:pt x="152" y="517"/>
                  </a:lnTo>
                  <a:lnTo>
                    <a:pt x="136" y="508"/>
                  </a:lnTo>
                  <a:lnTo>
                    <a:pt x="120" y="498"/>
                  </a:lnTo>
                  <a:lnTo>
                    <a:pt x="106" y="488"/>
                  </a:lnTo>
                  <a:lnTo>
                    <a:pt x="92" y="477"/>
                  </a:lnTo>
                  <a:lnTo>
                    <a:pt x="79" y="465"/>
                  </a:lnTo>
                  <a:lnTo>
                    <a:pt x="67" y="452"/>
                  </a:lnTo>
                  <a:lnTo>
                    <a:pt x="56" y="438"/>
                  </a:lnTo>
                  <a:lnTo>
                    <a:pt x="46" y="424"/>
                  </a:lnTo>
                  <a:lnTo>
                    <a:pt x="36" y="408"/>
                  </a:lnTo>
                  <a:lnTo>
                    <a:pt x="27" y="392"/>
                  </a:lnTo>
                  <a:lnTo>
                    <a:pt x="20" y="375"/>
                  </a:lnTo>
                  <a:lnTo>
                    <a:pt x="14" y="359"/>
                  </a:lnTo>
                  <a:lnTo>
                    <a:pt x="9" y="342"/>
                  </a:lnTo>
                  <a:lnTo>
                    <a:pt x="5" y="326"/>
                  </a:lnTo>
                  <a:lnTo>
                    <a:pt x="2" y="308"/>
                  </a:lnTo>
                  <a:lnTo>
                    <a:pt x="1" y="290"/>
                  </a:lnTo>
                  <a:lnTo>
                    <a:pt x="0" y="272"/>
                  </a:lnTo>
                  <a:lnTo>
                    <a:pt x="1" y="254"/>
                  </a:lnTo>
                  <a:lnTo>
                    <a:pt x="2" y="236"/>
                  </a:lnTo>
                  <a:lnTo>
                    <a:pt x="5" y="218"/>
                  </a:lnTo>
                  <a:lnTo>
                    <a:pt x="9" y="202"/>
                  </a:lnTo>
                  <a:lnTo>
                    <a:pt x="14" y="185"/>
                  </a:lnTo>
                  <a:lnTo>
                    <a:pt x="20" y="169"/>
                  </a:lnTo>
                  <a:lnTo>
                    <a:pt x="27" y="152"/>
                  </a:lnTo>
                  <a:lnTo>
                    <a:pt x="36" y="136"/>
                  </a:lnTo>
                  <a:lnTo>
                    <a:pt x="46" y="120"/>
                  </a:lnTo>
                  <a:lnTo>
                    <a:pt x="56" y="106"/>
                  </a:lnTo>
                  <a:lnTo>
                    <a:pt x="67" y="92"/>
                  </a:lnTo>
                  <a:lnTo>
                    <a:pt x="79" y="80"/>
                  </a:lnTo>
                  <a:lnTo>
                    <a:pt x="92" y="68"/>
                  </a:lnTo>
                  <a:lnTo>
                    <a:pt x="106" y="57"/>
                  </a:lnTo>
                  <a:lnTo>
                    <a:pt x="120" y="47"/>
                  </a:lnTo>
                  <a:lnTo>
                    <a:pt x="136" y="37"/>
                  </a:lnTo>
                  <a:lnTo>
                    <a:pt x="152" y="28"/>
                  </a:lnTo>
                  <a:lnTo>
                    <a:pt x="169" y="21"/>
                  </a:lnTo>
                  <a:lnTo>
                    <a:pt x="185" y="14"/>
                  </a:lnTo>
                  <a:lnTo>
                    <a:pt x="202" y="9"/>
                  </a:lnTo>
                  <a:lnTo>
                    <a:pt x="218" y="5"/>
                  </a:lnTo>
                  <a:lnTo>
                    <a:pt x="236" y="2"/>
                  </a:lnTo>
                  <a:lnTo>
                    <a:pt x="254" y="1"/>
                  </a:lnTo>
                  <a:lnTo>
                    <a:pt x="272" y="0"/>
                  </a:lnTo>
                  <a:lnTo>
                    <a:pt x="290" y="1"/>
                  </a:lnTo>
                  <a:lnTo>
                    <a:pt x="308" y="2"/>
                  </a:lnTo>
                  <a:lnTo>
                    <a:pt x="325" y="5"/>
                  </a:lnTo>
                  <a:lnTo>
                    <a:pt x="342" y="9"/>
                  </a:lnTo>
                  <a:lnTo>
                    <a:pt x="358" y="14"/>
                  </a:lnTo>
                  <a:lnTo>
                    <a:pt x="375" y="21"/>
                  </a:lnTo>
                  <a:lnTo>
                    <a:pt x="391" y="28"/>
                  </a:lnTo>
                  <a:lnTo>
                    <a:pt x="407" y="37"/>
                  </a:lnTo>
                  <a:lnTo>
                    <a:pt x="423" y="47"/>
                  </a:lnTo>
                  <a:lnTo>
                    <a:pt x="437" y="57"/>
                  </a:lnTo>
                  <a:lnTo>
                    <a:pt x="451" y="68"/>
                  </a:lnTo>
                  <a:lnTo>
                    <a:pt x="464" y="80"/>
                  </a:lnTo>
                  <a:lnTo>
                    <a:pt x="476" y="92"/>
                  </a:lnTo>
                  <a:lnTo>
                    <a:pt x="487" y="106"/>
                  </a:lnTo>
                  <a:lnTo>
                    <a:pt x="497" y="120"/>
                  </a:lnTo>
                  <a:lnTo>
                    <a:pt x="507" y="136"/>
                  </a:lnTo>
                  <a:lnTo>
                    <a:pt x="516" y="152"/>
                  </a:lnTo>
                  <a:lnTo>
                    <a:pt x="523" y="169"/>
                  </a:lnTo>
                  <a:lnTo>
                    <a:pt x="529" y="185"/>
                  </a:lnTo>
                  <a:lnTo>
                    <a:pt x="534" y="202"/>
                  </a:lnTo>
                  <a:lnTo>
                    <a:pt x="538" y="218"/>
                  </a:lnTo>
                  <a:lnTo>
                    <a:pt x="541" y="236"/>
                  </a:lnTo>
                  <a:lnTo>
                    <a:pt x="542" y="254"/>
                  </a:lnTo>
                  <a:lnTo>
                    <a:pt x="543" y="2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457" name=""/>
          <p:cNvGrpSpPr/>
          <p:nvPr/>
        </p:nvGrpSpPr>
        <p:grpSpPr>
          <a:xfrm>
            <a:off x="1951200" y="307080"/>
            <a:ext cx="7445880" cy="4260240"/>
            <a:chOff x="1951200" y="307080"/>
            <a:chExt cx="7445880" cy="4260240"/>
          </a:xfrm>
        </p:grpSpPr>
        <p:grpSp>
          <p:nvGrpSpPr>
            <p:cNvPr id="458" name=""/>
            <p:cNvGrpSpPr/>
            <p:nvPr/>
          </p:nvGrpSpPr>
          <p:grpSpPr>
            <a:xfrm>
              <a:off x="7599600" y="307080"/>
              <a:ext cx="1797480" cy="1523880"/>
              <a:chOff x="7599600" y="307080"/>
              <a:chExt cx="1797480" cy="1523880"/>
            </a:xfrm>
          </p:grpSpPr>
          <p:sp>
            <p:nvSpPr>
              <p:cNvPr id="459"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0"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1"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2"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3"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464" name=""/>
            <p:cNvSpPr/>
            <p:nvPr/>
          </p:nvSpPr>
          <p:spPr>
            <a:xfrm>
              <a:off x="1951200" y="4389480"/>
              <a:ext cx="164880" cy="177840"/>
            </a:xfrm>
            <a:custGeom>
              <a:avLst/>
              <a:gdLst>
                <a:gd name="textAreaLeft" fmla="*/ 0 w 164880"/>
                <a:gd name="textAreaRight" fmla="*/ 168120 w 164880"/>
                <a:gd name="textAreaTop" fmla="*/ 0 h 177840"/>
                <a:gd name="textAreaBottom" fmla="*/ 181080 h 17784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65" name=""/>
            <p:cNvSpPr/>
            <p:nvPr/>
          </p:nvSpPr>
          <p:spPr>
            <a:xfrm flipH="1">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6" name=""/>
            <p:cNvSpPr/>
            <p:nvPr/>
          </p:nvSpPr>
          <p:spPr>
            <a:xfrm>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7" name=""/>
            <p:cNvSpPr/>
            <p:nvPr/>
          </p:nvSpPr>
          <p:spPr>
            <a:xfrm>
              <a:off x="7007400" y="2572920"/>
              <a:ext cx="187200" cy="187200"/>
            </a:xfrm>
            <a:custGeom>
              <a:avLst/>
              <a:gdLst>
                <a:gd name="textAreaLeft" fmla="*/ 0 w 187200"/>
                <a:gd name="textAreaRight" fmla="*/ 190440 w 187200"/>
                <a:gd name="textAreaTop" fmla="*/ 0 h 187200"/>
                <a:gd name="textAreaBottom" fmla="*/ 190440 h 18720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40"/>
                  </a:lnTo>
                  <a:lnTo>
                    <a:pt x="452" y="452"/>
                  </a:lnTo>
                  <a:lnTo>
                    <a:pt x="440" y="464"/>
                  </a:lnTo>
                  <a:lnTo>
                    <a:pt x="426" y="475"/>
                  </a:lnTo>
                  <a:lnTo>
                    <a:pt x="412" y="485"/>
                  </a:lnTo>
                  <a:lnTo>
                    <a:pt x="397" y="494"/>
                  </a:lnTo>
                  <a:lnTo>
                    <a:pt x="381" y="502"/>
                  </a:lnTo>
                  <a:lnTo>
                    <a:pt x="365" y="510"/>
                  </a:lnTo>
                  <a:lnTo>
                    <a:pt x="350" y="516"/>
                  </a:lnTo>
                  <a:lnTo>
                    <a:pt x="333" y="520"/>
                  </a:lnTo>
                  <a:lnTo>
                    <a:pt x="317" y="524"/>
                  </a:lnTo>
                  <a:lnTo>
                    <a:pt x="300" y="527"/>
                  </a:lnTo>
                  <a:lnTo>
                    <a:pt x="283" y="528"/>
                  </a:lnTo>
                  <a:lnTo>
                    <a:pt x="265" y="529"/>
                  </a:lnTo>
                  <a:lnTo>
                    <a:pt x="247" y="528"/>
                  </a:lnTo>
                  <a:lnTo>
                    <a:pt x="230" y="527"/>
                  </a:lnTo>
                  <a:lnTo>
                    <a:pt x="213" y="524"/>
                  </a:lnTo>
                  <a:lnTo>
                    <a:pt x="196" y="520"/>
                  </a:lnTo>
                  <a:lnTo>
                    <a:pt x="180" y="516"/>
                  </a:lnTo>
                  <a:lnTo>
                    <a:pt x="164" y="510"/>
                  </a:lnTo>
                  <a:lnTo>
                    <a:pt x="148" y="502"/>
                  </a:lnTo>
                  <a:lnTo>
                    <a:pt x="132" y="494"/>
                  </a:lnTo>
                  <a:lnTo>
                    <a:pt x="117" y="485"/>
                  </a:lnTo>
                  <a:lnTo>
                    <a:pt x="103" y="475"/>
                  </a:lnTo>
                  <a:lnTo>
                    <a:pt x="89" y="464"/>
                  </a:lnTo>
                  <a:lnTo>
                    <a:pt x="77" y="452"/>
                  </a:lnTo>
                  <a:lnTo>
                    <a:pt x="65" y="440"/>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5"/>
                  </a:lnTo>
                  <a:lnTo>
                    <a:pt x="103" y="55"/>
                  </a:lnTo>
                  <a:lnTo>
                    <a:pt x="117" y="44"/>
                  </a:lnTo>
                  <a:lnTo>
                    <a:pt x="132" y="35"/>
                  </a:lnTo>
                  <a:lnTo>
                    <a:pt x="148" y="26"/>
                  </a:lnTo>
                  <a:lnTo>
                    <a:pt x="164" y="19"/>
                  </a:lnTo>
                  <a:lnTo>
                    <a:pt x="180" y="13"/>
                  </a:lnTo>
                  <a:lnTo>
                    <a:pt x="196" y="8"/>
                  </a:lnTo>
                  <a:lnTo>
                    <a:pt x="212" y="5"/>
                  </a:lnTo>
                  <a:lnTo>
                    <a:pt x="229" y="2"/>
                  </a:lnTo>
                  <a:lnTo>
                    <a:pt x="247" y="0"/>
                  </a:lnTo>
                  <a:lnTo>
                    <a:pt x="265" y="0"/>
                  </a:lnTo>
                  <a:lnTo>
                    <a:pt x="283" y="0"/>
                  </a:lnTo>
                  <a:lnTo>
                    <a:pt x="300" y="2"/>
                  </a:lnTo>
                  <a:lnTo>
                    <a:pt x="317" y="5"/>
                  </a:lnTo>
                  <a:lnTo>
                    <a:pt x="333" y="8"/>
                  </a:lnTo>
                  <a:lnTo>
                    <a:pt x="349" y="13"/>
                  </a:lnTo>
                  <a:lnTo>
                    <a:pt x="365" y="19"/>
                  </a:lnTo>
                  <a:lnTo>
                    <a:pt x="381" y="26"/>
                  </a:lnTo>
                  <a:lnTo>
                    <a:pt x="397" y="35"/>
                  </a:lnTo>
                  <a:lnTo>
                    <a:pt x="412" y="44"/>
                  </a:lnTo>
                  <a:lnTo>
                    <a:pt x="426" y="55"/>
                  </a:lnTo>
                  <a:lnTo>
                    <a:pt x="440" y="65"/>
                  </a:lnTo>
                  <a:lnTo>
                    <a:pt x="452" y="77"/>
                  </a:lnTo>
                  <a:lnTo>
                    <a:pt x="464" y="89"/>
                  </a:lnTo>
                  <a:lnTo>
                    <a:pt x="475" y="103"/>
                  </a:lnTo>
                  <a:lnTo>
                    <a:pt x="485" y="117"/>
                  </a:lnTo>
                  <a:lnTo>
                    <a:pt x="494" y="132"/>
                  </a:lnTo>
                  <a:lnTo>
                    <a:pt x="502" y="148"/>
                  </a:lnTo>
                  <a:lnTo>
                    <a:pt x="510" y="164"/>
                  </a:lnTo>
                  <a:lnTo>
                    <a:pt x="516" y="180"/>
                  </a:lnTo>
                  <a:lnTo>
                    <a:pt x="520" y="196"/>
                  </a:lnTo>
                  <a:lnTo>
                    <a:pt x="524" y="212"/>
                  </a:lnTo>
                  <a:lnTo>
                    <a:pt x="527" y="229"/>
                  </a:lnTo>
                  <a:lnTo>
                    <a:pt x="528" y="247"/>
                  </a:lnTo>
                  <a:lnTo>
                    <a:pt x="529"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sp>
        <p:nvSpPr>
          <p:cNvPr id="468" name="PlaceHolder 1"/>
          <p:cNvSpPr>
            <a:spLocks noGrp="1"/>
          </p:cNvSpPr>
          <p:nvPr>
            <p:ph type="title"/>
          </p:nvPr>
        </p:nvSpPr>
        <p:spPr>
          <a:xfrm>
            <a:off x="4320000" y="2019600"/>
            <a:ext cx="503676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69" name="PlaceHolder 2"/>
          <p:cNvSpPr>
            <a:spLocks noGrp="1"/>
          </p:cNvSpPr>
          <p:nvPr>
            <p:ph type="body"/>
          </p:nvPr>
        </p:nvSpPr>
        <p:spPr>
          <a:xfrm>
            <a:off x="4320000" y="2880000"/>
            <a:ext cx="5036760" cy="179676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70" name="PlaceHolder 3"/>
          <p:cNvSpPr>
            <a:spLocks noGrp="1"/>
          </p:cNvSpPr>
          <p:nvPr>
            <p:ph type="ftr" idx="34"/>
          </p:nvPr>
        </p:nvSpPr>
        <p:spPr>
          <a:xfrm>
            <a:off x="3420000" y="5238000"/>
            <a:ext cx="3236760" cy="23940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71" name="PlaceHolder 4"/>
          <p:cNvSpPr>
            <a:spLocks noGrp="1"/>
          </p:cNvSpPr>
          <p:nvPr>
            <p:ph type="sldNum" idx="35"/>
          </p:nvPr>
        </p:nvSpPr>
        <p:spPr>
          <a:xfrm>
            <a:off x="7228800" y="5238000"/>
            <a:ext cx="2343960" cy="23940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BD90FF63-6597-4418-A848-1BAA64CAA640}"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72" name="PlaceHolder 5"/>
          <p:cNvSpPr>
            <a:spLocks noGrp="1"/>
          </p:cNvSpPr>
          <p:nvPr>
            <p:ph type="dt" idx="36"/>
          </p:nvPr>
        </p:nvSpPr>
        <p:spPr>
          <a:xfrm>
            <a:off x="504000" y="5238000"/>
            <a:ext cx="2343960" cy="23940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
          <p:cNvSpPr/>
          <p:nvPr/>
        </p:nvSpPr>
        <p:spPr>
          <a:xfrm>
            <a:off x="4320000" y="2880000"/>
            <a:ext cx="5037120" cy="1077120"/>
          </a:xfrm>
          <a:custGeom>
            <a:avLst/>
            <a:gdLst>
              <a:gd name="textAreaLeft" fmla="*/ 0 w 5037120"/>
              <a:gd name="textAreaRight" fmla="*/ 5040360 w 5037120"/>
              <a:gd name="textAreaTop" fmla="*/ 0 h 1077120"/>
              <a:gd name="textAreaBottom" fmla="*/ 1080360 h 1077120"/>
            </a:gdLst>
            <a:ahLst/>
            <a:cxnLst/>
            <a:rect l="textAreaLeft" t="textAreaTop" r="textAreaRight" b="textAreaBottom"/>
            <a:pathLst>
              <a:path w="14001" h="3001">
                <a:moveTo>
                  <a:pt x="7001" y="3001"/>
                </a:moveTo>
                <a:lnTo>
                  <a:pt x="12388" y="3001"/>
                </a:lnTo>
                <a:lnTo>
                  <a:pt x="12555" y="2994"/>
                </a:lnTo>
                <a:lnTo>
                  <a:pt x="12714" y="2968"/>
                </a:lnTo>
                <a:lnTo>
                  <a:pt x="12866" y="2931"/>
                </a:lnTo>
                <a:lnTo>
                  <a:pt x="13018" y="2883"/>
                </a:lnTo>
                <a:lnTo>
                  <a:pt x="13154" y="2821"/>
                </a:lnTo>
                <a:lnTo>
                  <a:pt x="13291" y="2743"/>
                </a:lnTo>
                <a:lnTo>
                  <a:pt x="13413" y="2659"/>
                </a:lnTo>
                <a:lnTo>
                  <a:pt x="13530" y="2563"/>
                </a:lnTo>
                <a:lnTo>
                  <a:pt x="13633" y="2452"/>
                </a:lnTo>
                <a:lnTo>
                  <a:pt x="13724" y="2342"/>
                </a:lnTo>
                <a:lnTo>
                  <a:pt x="13807" y="2217"/>
                </a:lnTo>
                <a:lnTo>
                  <a:pt x="13876" y="2084"/>
                </a:lnTo>
                <a:lnTo>
                  <a:pt x="13929" y="1944"/>
                </a:lnTo>
                <a:lnTo>
                  <a:pt x="13967" y="1801"/>
                </a:lnTo>
                <a:lnTo>
                  <a:pt x="13993" y="1653"/>
                </a:lnTo>
                <a:lnTo>
                  <a:pt x="14001" y="1499"/>
                </a:lnTo>
                <a:lnTo>
                  <a:pt x="14001" y="1499"/>
                </a:lnTo>
                <a:lnTo>
                  <a:pt x="13993" y="1344"/>
                </a:lnTo>
                <a:lnTo>
                  <a:pt x="13967" y="1197"/>
                </a:lnTo>
                <a:lnTo>
                  <a:pt x="13929" y="1057"/>
                </a:lnTo>
                <a:lnTo>
                  <a:pt x="13876" y="913"/>
                </a:lnTo>
                <a:lnTo>
                  <a:pt x="13807" y="784"/>
                </a:lnTo>
                <a:lnTo>
                  <a:pt x="13724" y="659"/>
                </a:lnTo>
                <a:lnTo>
                  <a:pt x="13633" y="549"/>
                </a:lnTo>
                <a:lnTo>
                  <a:pt x="13530" y="438"/>
                </a:lnTo>
                <a:lnTo>
                  <a:pt x="13413" y="342"/>
                </a:lnTo>
                <a:lnTo>
                  <a:pt x="13291" y="258"/>
                </a:lnTo>
                <a:lnTo>
                  <a:pt x="13154" y="180"/>
                </a:lnTo>
                <a:lnTo>
                  <a:pt x="13018" y="118"/>
                </a:lnTo>
                <a:lnTo>
                  <a:pt x="12866" y="70"/>
                </a:lnTo>
                <a:lnTo>
                  <a:pt x="12714" y="33"/>
                </a:lnTo>
                <a:lnTo>
                  <a:pt x="12555" y="7"/>
                </a:lnTo>
                <a:lnTo>
                  <a:pt x="12388" y="0"/>
                </a:lnTo>
                <a:lnTo>
                  <a:pt x="1617" y="0"/>
                </a:lnTo>
                <a:lnTo>
                  <a:pt x="1454" y="7"/>
                </a:lnTo>
                <a:lnTo>
                  <a:pt x="1291" y="33"/>
                </a:lnTo>
                <a:lnTo>
                  <a:pt x="1135" y="70"/>
                </a:lnTo>
                <a:lnTo>
                  <a:pt x="987" y="118"/>
                </a:lnTo>
                <a:lnTo>
                  <a:pt x="847" y="180"/>
                </a:lnTo>
                <a:lnTo>
                  <a:pt x="710" y="258"/>
                </a:lnTo>
                <a:lnTo>
                  <a:pt x="588" y="342"/>
                </a:lnTo>
                <a:lnTo>
                  <a:pt x="471" y="438"/>
                </a:lnTo>
                <a:lnTo>
                  <a:pt x="368" y="549"/>
                </a:lnTo>
                <a:lnTo>
                  <a:pt x="277" y="659"/>
                </a:lnTo>
                <a:lnTo>
                  <a:pt x="194" y="784"/>
                </a:lnTo>
                <a:lnTo>
                  <a:pt x="125" y="913"/>
                </a:lnTo>
                <a:lnTo>
                  <a:pt x="72" y="1057"/>
                </a:lnTo>
                <a:lnTo>
                  <a:pt x="34" y="1197"/>
                </a:lnTo>
                <a:lnTo>
                  <a:pt x="8" y="1344"/>
                </a:lnTo>
                <a:lnTo>
                  <a:pt x="0" y="1499"/>
                </a:lnTo>
                <a:lnTo>
                  <a:pt x="0" y="1499"/>
                </a:lnTo>
                <a:lnTo>
                  <a:pt x="8" y="1653"/>
                </a:lnTo>
                <a:lnTo>
                  <a:pt x="34" y="1801"/>
                </a:lnTo>
                <a:lnTo>
                  <a:pt x="72" y="1944"/>
                </a:lnTo>
                <a:lnTo>
                  <a:pt x="125" y="2084"/>
                </a:lnTo>
                <a:lnTo>
                  <a:pt x="194" y="2217"/>
                </a:lnTo>
                <a:lnTo>
                  <a:pt x="277" y="2342"/>
                </a:lnTo>
                <a:lnTo>
                  <a:pt x="368" y="2452"/>
                </a:lnTo>
                <a:lnTo>
                  <a:pt x="471" y="2563"/>
                </a:lnTo>
                <a:lnTo>
                  <a:pt x="588" y="2659"/>
                </a:lnTo>
                <a:lnTo>
                  <a:pt x="710" y="2743"/>
                </a:lnTo>
                <a:lnTo>
                  <a:pt x="847" y="2821"/>
                </a:lnTo>
                <a:lnTo>
                  <a:pt x="987" y="2883"/>
                </a:lnTo>
                <a:lnTo>
                  <a:pt x="1135" y="2931"/>
                </a:lnTo>
                <a:lnTo>
                  <a:pt x="1291" y="2968"/>
                </a:lnTo>
                <a:lnTo>
                  <a:pt x="1454" y="2994"/>
                </a:lnTo>
                <a:lnTo>
                  <a:pt x="1617" y="3001"/>
                </a:lnTo>
                <a:lnTo>
                  <a:pt x="7001" y="3001"/>
                </a:lnTo>
                <a:close/>
              </a:path>
            </a:pathLst>
          </a:custGeom>
          <a:solidFill>
            <a:srgbClr val="ffffff"/>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76" name="PlaceHolder 1"/>
          <p:cNvSpPr>
            <a:spLocks noGrp="1"/>
          </p:cNvSpPr>
          <p:nvPr>
            <p:ph type="title"/>
          </p:nvPr>
        </p:nvSpPr>
        <p:spPr>
          <a:xfrm>
            <a:off x="4320000" y="1800000"/>
            <a:ext cx="5036760" cy="89676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ملخص بحث</a:t>
            </a:r>
            <a:endParaRPr b="0" lang="en-GB" sz="4400" strike="noStrike" u="none">
              <a:solidFill>
                <a:srgbClr val="000000"/>
              </a:solidFill>
              <a:effectLst/>
              <a:uFillTx/>
              <a:latin typeface="Arial"/>
            </a:endParaRPr>
          </a:p>
        </p:txBody>
      </p:sp>
      <p:sp>
        <p:nvSpPr>
          <p:cNvPr id="477" name="PlaceHolder 2"/>
          <p:cNvSpPr>
            <a:spLocks noGrp="1"/>
          </p:cNvSpPr>
          <p:nvPr>
            <p:ph type="subTitle"/>
          </p:nvPr>
        </p:nvSpPr>
        <p:spPr>
          <a:xfrm>
            <a:off x="4320000" y="2880000"/>
            <a:ext cx="5036760" cy="1076760"/>
          </a:xfrm>
          <a:prstGeom prst="rect">
            <a:avLst/>
          </a:prstGeom>
          <a:noFill/>
          <a:ln w="0">
            <a:noFill/>
          </a:ln>
        </p:spPr>
        <p:txBody>
          <a:bodyPr lIns="0" rIns="0" tIns="0" bIns="0" anchor="ctr">
            <a:normAutofit/>
          </a:bodyPr>
          <a:p>
            <a:pPr indent="0" algn="ctr">
              <a:lnSpc>
                <a:spcPct val="100000"/>
              </a:lnSpc>
              <a:buNone/>
              <a:tabLst>
                <a:tab algn="l" pos="0"/>
              </a:tabLst>
            </a:pPr>
            <a:r>
              <a:rPr b="1" lang="hi-IN" sz="3200" strike="noStrike" u="none">
                <a:solidFill>
                  <a:srgbClr val="000000"/>
                </a:solidFill>
                <a:effectLst/>
                <a:uFillTx/>
                <a:latin typeface="Noto Sans Arabic"/>
                <a:cs typeface="Noto Sans Arabic"/>
              </a:rPr>
              <a:t>الاستهلاك و المنفعة الاقتصادية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ubTitle"/>
          </p:nvPr>
        </p:nvSpPr>
        <p:spPr>
          <a:xfrm>
            <a:off x="810000" y="108000"/>
            <a:ext cx="3308760" cy="479160"/>
          </a:xfrm>
          <a:prstGeom prst="rect">
            <a:avLst/>
          </a:prstGeom>
          <a:noFill/>
          <a:ln w="0">
            <a:noFill/>
          </a:ln>
        </p:spPr>
        <p:txBody>
          <a:bodyPr lIns="0" rIns="0" tIns="0" bIns="0" anchor="ctr">
            <a:normAutofit/>
          </a:bodyPr>
          <a:p>
            <a:pPr algn="ctr">
              <a:lnSpc>
                <a:spcPct val="100000"/>
              </a:lnSpc>
            </a:pPr>
            <a:r>
              <a:rPr b="1" lang="hi-IN" sz="2800" strike="noStrike" u="none">
                <a:solidFill>
                  <a:srgbClr val="000000"/>
                </a:solidFill>
                <a:effectLst/>
                <a:uFillTx/>
                <a:latin typeface="Noto Sans Arabic"/>
                <a:cs typeface="Noto Sans Arabic"/>
              </a:rPr>
              <a:t>تمهيد</a:t>
            </a:r>
            <a:endParaRPr b="0" lang="en-GB" sz="2800" strike="noStrike" u="none">
              <a:solidFill>
                <a:srgbClr val="000000"/>
              </a:solidFill>
              <a:effectLst/>
              <a:uFillTx/>
              <a:latin typeface="Arial"/>
            </a:endParaRPr>
          </a:p>
        </p:txBody>
      </p:sp>
      <p:sp>
        <p:nvSpPr>
          <p:cNvPr id="479" name="PlaceHolder 2"/>
          <p:cNvSpPr>
            <a:spLocks noGrp="1"/>
          </p:cNvSpPr>
          <p:nvPr>
            <p:ph/>
          </p:nvPr>
        </p:nvSpPr>
        <p:spPr>
          <a:xfrm>
            <a:off x="720000" y="1620000"/>
            <a:ext cx="8492760" cy="3596760"/>
          </a:xfrm>
          <a:prstGeom prst="rect">
            <a:avLst/>
          </a:prstGeom>
          <a:noFill/>
          <a:ln w="0">
            <a:noFill/>
          </a:ln>
        </p:spPr>
        <p:txBody>
          <a:bodyPr lIns="0" rIns="0" tIns="0" bIns="0" anchor="t">
            <a:normAutofit/>
          </a:bodyPr>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تزداد احتياجات الانسان بشكل مستمر مع مرور الوقت في ضل عدة اسباب منها التطور التيكنولوجي و تحسن المستوى المعيشي وبالتالي ارتفع استهلاك الافراد والمجمعات للمنتوجات و السلع حيث اصبح من الضروري التعامل مع هذه العمليات برشد و عقلانية و الاخذ بعين الاعتبار الدخل المحدود و الاسعار السائدة في السوق من اجل تحقيق اكبر منفعة</a:t>
            </a:r>
            <a:endParaRPr b="0" lang="en-GB" sz="20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و للتقليل من الاضرار الجانبية للاستهلاك يجب فهم سلوك المستهلك وكيفية اتخاذه قراراته الاقتصادية مثل مذا و كم يستهلك و قياس المنفعة المتحصل عليها بعد كل عملية استهلاك لمعرفة كيفية تحقيق اكبر اشباع فالمنفعة ليست فقط كمية مادية بل تستطيع ان تكون نفسية او اجتماعية مما يتسبب في جعل العلاقة بين الاستهلاك والمنفعة الاقتصادية متعددة الجوانب</a:t>
            </a:r>
            <a:endParaRPr b="0" lang="en-GB" sz="2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title"/>
          </p:nvPr>
        </p:nvSpPr>
        <p:spPr>
          <a:xfrm>
            <a:off x="4320000" y="1800000"/>
            <a:ext cx="5036760" cy="716760"/>
          </a:xfrm>
          <a:prstGeom prst="rect">
            <a:avLst/>
          </a:prstGeom>
          <a:noFill/>
          <a:ln w="0">
            <a:noFill/>
          </a:ln>
        </p:spPr>
        <p:txBody>
          <a:bodyPr lIns="0" rIns="0" tIns="0" bIns="0" anchor="ctr" anchorCtr="1">
            <a:normAutofit/>
          </a:bodyPr>
          <a:p>
            <a:pPr indent="0" algn="ctr">
              <a:lnSpc>
                <a:spcPct val="100000"/>
              </a:lnSpc>
              <a:buNone/>
              <a:tabLst>
                <a:tab algn="l" pos="0"/>
              </a:tabLst>
            </a:pPr>
            <a:r>
              <a:rPr b="1" lang="en-GB" sz="3600" strike="noStrike" u="wavy">
                <a:solidFill>
                  <a:srgbClr val="000000"/>
                </a:solidFill>
                <a:effectLst/>
                <a:uFillTx/>
                <a:latin typeface="Noto sans Arabic"/>
              </a:rPr>
              <a:t>:</a:t>
            </a:r>
            <a:r>
              <a:rPr b="1" lang="hi-IN" sz="3600" strike="noStrike" u="wavy">
                <a:solidFill>
                  <a:srgbClr val="000000"/>
                </a:solidFill>
                <a:effectLst/>
                <a:uFillTx/>
                <a:latin typeface="Noto sans Arabic"/>
                <a:cs typeface="Noto sans Arabic"/>
              </a:rPr>
              <a:t>الاشكالية</a:t>
            </a:r>
            <a:endParaRPr b="0" lang="en-GB" sz="3600" strike="noStrike" u="none">
              <a:solidFill>
                <a:srgbClr val="000000"/>
              </a:solidFill>
              <a:effectLst/>
              <a:uFillTx/>
              <a:latin typeface="Arial"/>
            </a:endParaRPr>
          </a:p>
        </p:txBody>
      </p:sp>
      <p:sp>
        <p:nvSpPr>
          <p:cNvPr id="481" name="PlaceHolder 2"/>
          <p:cNvSpPr>
            <a:spLocks noGrp="1"/>
          </p:cNvSpPr>
          <p:nvPr>
            <p:ph type="subTitle"/>
          </p:nvPr>
        </p:nvSpPr>
        <p:spPr>
          <a:xfrm>
            <a:off x="3780360" y="2696760"/>
            <a:ext cx="5036760" cy="1803240"/>
          </a:xfrm>
          <a:prstGeom prst="rect">
            <a:avLst/>
          </a:prstGeom>
          <a:noFill/>
          <a:ln w="0">
            <a:noFill/>
          </a:ln>
        </p:spPr>
        <p:txBody>
          <a:bodyPr lIns="0" rIns="0" tIns="0" bIns="0" anchor="ctr" anchorCtr="1">
            <a:spAutoFit/>
          </a:bodyPr>
          <a:p>
            <a:pPr indent="0" algn="r">
              <a:lnSpc>
                <a:spcPct val="100000"/>
              </a:lnSpc>
              <a:buNone/>
              <a:tabLst>
                <a:tab algn="l" pos="0"/>
              </a:tabLst>
            </a:pPr>
            <a:r>
              <a:rPr b="1" lang="hi-IN" sz="3600" strike="noStrike" u="none">
                <a:solidFill>
                  <a:srgbClr val="000000"/>
                </a:solidFill>
                <a:effectLst/>
                <a:uFillTx/>
                <a:latin typeface="Noto sans Arabic"/>
                <a:cs typeface="Noto sans Arabic"/>
              </a:rPr>
              <a:t>مالعلاقة بين الاستهلاك</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المنفعة الاقتصادية ؟</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5292000" y="226080"/>
            <a:ext cx="4316760" cy="2048760"/>
          </a:xfrm>
          <a:prstGeom prst="rect">
            <a:avLst/>
          </a:prstGeom>
          <a:noFill/>
          <a:ln w="0">
            <a:noFill/>
          </a:ln>
        </p:spPr>
        <p:txBody>
          <a:bodyPr lIns="0" rIns="0" tIns="0" bIns="0" anchor="ctr" anchorCtr="1">
            <a:normAutofit/>
          </a:bodyPr>
          <a:p>
            <a:pPr indent="0" algn="r">
              <a:lnSpc>
                <a:spcPct val="100000"/>
              </a:lnSpc>
              <a:buNone/>
              <a:tabLst>
                <a:tab algn="l" pos="0"/>
              </a:tabLst>
            </a:pPr>
            <a:r>
              <a:rPr b="1" lang="en-GB" sz="4400" strike="noStrike" u="wavy">
                <a:solidFill>
                  <a:srgbClr val="000000"/>
                </a:solidFill>
                <a:effectLst/>
                <a:uFillTx/>
                <a:latin typeface="Noto Sans Arabic"/>
              </a:rPr>
              <a:t>:</a:t>
            </a:r>
            <a:r>
              <a:rPr b="1" lang="hi-IN" sz="4400" strike="noStrike" u="wavy">
                <a:solidFill>
                  <a:srgbClr val="000000"/>
                </a:solidFill>
                <a:effectLst/>
                <a:uFillTx/>
                <a:latin typeface="Noto Sans Arabic"/>
                <a:cs typeface="Noto Sans Arabic"/>
              </a:rPr>
              <a:t>الاسئلة الجزئية</a:t>
            </a:r>
            <a:endParaRPr b="0" lang="en-GB" sz="4400" strike="noStrike" u="none">
              <a:solidFill>
                <a:srgbClr val="000000"/>
              </a:solidFill>
              <a:effectLst/>
              <a:uFillTx/>
              <a:latin typeface="Arial"/>
            </a:endParaRPr>
          </a:p>
        </p:txBody>
      </p:sp>
      <p:sp>
        <p:nvSpPr>
          <p:cNvPr id="483" name="PlaceHolder 2"/>
          <p:cNvSpPr>
            <a:spLocks noGrp="1"/>
          </p:cNvSpPr>
          <p:nvPr>
            <p:ph/>
          </p:nvPr>
        </p:nvSpPr>
        <p:spPr>
          <a:xfrm>
            <a:off x="1656000" y="720000"/>
            <a:ext cx="3632760" cy="132876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مذا يقصد بالاستهلاك</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مفهوم المنفعة الاقتصادية</a:t>
            </a:r>
            <a:endParaRPr b="0" lang="en-GB" sz="3200" strike="noStrike" u="none">
              <a:solidFill>
                <a:srgbClr val="000000"/>
              </a:solidFill>
              <a:effectLst/>
              <a:uFillTx/>
              <a:latin typeface="Arial"/>
            </a:endParaRPr>
          </a:p>
        </p:txBody>
      </p:sp>
      <p:sp>
        <p:nvSpPr>
          <p:cNvPr id="484" name="PlaceHolder 3"/>
          <p:cNvSpPr>
            <a:spLocks noGrp="1"/>
          </p:cNvSpPr>
          <p:nvPr>
            <p:ph/>
          </p:nvPr>
        </p:nvSpPr>
        <p:spPr>
          <a:xfrm>
            <a:off x="1656000" y="2358000"/>
            <a:ext cx="3632760" cy="132876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يمكن قياس المنفعة الاقتصادية</a:t>
            </a:r>
            <a:endParaRPr b="0" lang="en-GB" sz="3200" strike="noStrike" u="none">
              <a:solidFill>
                <a:srgbClr val="000000"/>
              </a:solidFill>
              <a:effectLst/>
              <a:uFillTx/>
              <a:latin typeface="Arial"/>
            </a:endParaRPr>
          </a:p>
        </p:txBody>
      </p:sp>
      <p:sp>
        <p:nvSpPr>
          <p:cNvPr id="485" name="PlaceHolder 4"/>
          <p:cNvSpPr>
            <a:spLocks noGrp="1"/>
          </p:cNvSpPr>
          <p:nvPr>
            <p:ph/>
          </p:nvPr>
        </p:nvSpPr>
        <p:spPr>
          <a:xfrm>
            <a:off x="6660000" y="2278080"/>
            <a:ext cx="2948760" cy="132876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ما هي العوامل التي تؤثر على سلوك المستهلك</a:t>
            </a:r>
            <a:endParaRPr b="0" lang="en-GB" sz="3200" strike="noStrike" u="none">
              <a:solidFill>
                <a:srgbClr val="000000"/>
              </a:solidFill>
              <a:effectLst/>
              <a:uFillTx/>
              <a:latin typeface="Arial"/>
            </a:endParaRPr>
          </a:p>
        </p:txBody>
      </p:sp>
      <p:sp>
        <p:nvSpPr>
          <p:cNvPr id="486" name="PlaceHolder 5"/>
          <p:cNvSpPr>
            <a:spLocks noGrp="1"/>
          </p:cNvSpPr>
          <p:nvPr>
            <p:ph/>
          </p:nvPr>
        </p:nvSpPr>
        <p:spPr>
          <a:xfrm>
            <a:off x="6660000" y="4060800"/>
            <a:ext cx="2948760" cy="1328760"/>
          </a:xfrm>
          <a:prstGeom prst="rect">
            <a:avLst/>
          </a:prstGeom>
          <a:noFill/>
          <a:ln w="0">
            <a:noFill/>
          </a:ln>
        </p:spPr>
        <p:txBody>
          <a:bodyPr lIns="0" rIns="0" tIns="0" bIns="0" anchor="t" anchorCtr="1">
            <a:normAutofit fontScale="85000" lnSpcReduction="1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يؤثر الاستهلاك على طلب وعرض السلعة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subTitle"/>
          </p:nvPr>
        </p:nvSpPr>
        <p:spPr>
          <a:xfrm>
            <a:off x="4320000" y="2160000"/>
            <a:ext cx="4316760" cy="1503360"/>
          </a:xfrm>
          <a:prstGeom prst="rect">
            <a:avLst/>
          </a:prstGeom>
          <a:noFill/>
          <a:ln w="0">
            <a:noFill/>
          </a:ln>
        </p:spPr>
        <p:txBody>
          <a:bodyPr lIns="0" rIns="0" tIns="0" bIns="0" anchor="t" anchorCtr="1">
            <a:spAutoFit/>
          </a:bodyPr>
          <a:p>
            <a:pPr algn="r">
              <a:lnSpc>
                <a:spcPct val="100000"/>
              </a:lnSpc>
            </a:pPr>
            <a:r>
              <a:rPr b="1" lang="hi-IN" sz="3200" strike="noStrike" u="none">
                <a:solidFill>
                  <a:srgbClr val="000000"/>
                </a:solidFill>
                <a:effectLst/>
                <a:uFillTx/>
                <a:latin typeface="Noto Sans Arabic"/>
                <a:cs typeface="Noto Sans Arabic"/>
              </a:rPr>
              <a:t>مذا يقصد بالاستهلاك؟ و ما هو مفهوم المنفعة الاقتصادية؟</a:t>
            </a:r>
            <a:endParaRPr b="0" lang="en-GB" sz="3200" strike="noStrike" u="none">
              <a:solidFill>
                <a:srgbClr val="000000"/>
              </a:solidFill>
              <a:effectLst/>
              <a:uFillTx/>
              <a:latin typeface="Arial"/>
            </a:endParaRPr>
          </a:p>
        </p:txBody>
      </p:sp>
      <p:sp>
        <p:nvSpPr>
          <p:cNvPr id="488" name="PlaceHolder 2"/>
          <p:cNvSpPr>
            <a:spLocks noGrp="1"/>
          </p:cNvSpPr>
          <p:nvPr>
            <p:ph type="title"/>
          </p:nvPr>
        </p:nvSpPr>
        <p:spPr>
          <a:xfrm>
            <a:off x="2474280" y="1686240"/>
            <a:ext cx="2099160" cy="224496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01</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nSpc>
                <a:spcPct val="100000"/>
              </a:lnSpc>
              <a:buNone/>
              <a:tabLst>
                <a:tab algn="l" pos="0"/>
              </a:tabLst>
            </a:pPr>
            <a:r>
              <a:rPr b="1" lang="hi-IN" sz="2400" strike="noStrike" u="none">
                <a:solidFill>
                  <a:srgbClr val="000000"/>
                </a:solidFill>
                <a:effectLst/>
                <a:uFillTx/>
                <a:latin typeface="Noto Sans Arabic"/>
                <a:cs typeface="Noto Sans Arabic"/>
              </a:rPr>
              <a:t>مذا يقصد بالاستهلاك ؟</a:t>
            </a:r>
            <a:endParaRPr b="0" lang="en-GB" sz="2400" strike="noStrike" u="none">
              <a:solidFill>
                <a:srgbClr val="000000"/>
              </a:solidFill>
              <a:effectLst/>
              <a:uFillTx/>
              <a:latin typeface="Arial"/>
            </a:endParaRPr>
          </a:p>
        </p:txBody>
      </p:sp>
      <p:sp>
        <p:nvSpPr>
          <p:cNvPr id="490"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1.1</a:t>
            </a:r>
            <a:endParaRPr b="0" lang="en-GB" sz="3600" strike="noStrike" u="none">
              <a:solidFill>
                <a:srgbClr val="000000"/>
              </a:solidFill>
              <a:effectLst/>
              <a:uFillTx/>
              <a:latin typeface="Arial"/>
            </a:endParaRPr>
          </a:p>
        </p:txBody>
      </p:sp>
      <p:sp>
        <p:nvSpPr>
          <p:cNvPr id="491"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من الفعل "هَلَكَ" و يعني إنفاق أو استعمال الشيء حتى فنائه أو نقصه</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الاستهلاك هو استخدام السلع والخدمات لإشباع الحاجات والرغبات الإنسانية، سواء كان ذلك فور  إنتاجها أو بعد فترة من الزمن حسب تعريف بول سامويلسون</a:t>
            </a:r>
            <a:endParaRPr b="0" lang="en-GB" sz="3200" strike="noStrike" u="none">
              <a:solidFill>
                <a:srgbClr val="000000"/>
              </a:solidFill>
              <a:effectLst/>
              <a:uFillTx/>
              <a:latin typeface="Arial"/>
            </a:endParaRPr>
          </a:p>
        </p:txBody>
      </p:sp>
      <p:sp>
        <p:nvSpPr>
          <p:cNvPr id="492" name="PlaceHolder 8"/>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الاستهلاك</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nSpc>
                <a:spcPct val="100000"/>
              </a:lnSpc>
              <a:buNone/>
              <a:tabLst>
                <a:tab algn="l" pos="0"/>
              </a:tabLst>
            </a:pPr>
            <a:r>
              <a:rPr b="0" lang="hi-IN" sz="3200" strike="noStrike" u="none">
                <a:solidFill>
                  <a:srgbClr val="000000"/>
                </a:solidFill>
                <a:effectLst/>
                <a:uFillTx/>
                <a:latin typeface="Noto Sans Arabic"/>
                <a:cs typeface="Noto Sans Arabic"/>
              </a:rPr>
              <a:t>ما مفهوم المنفعة الاقتصادية ؟</a:t>
            </a:r>
            <a:endParaRPr b="0" lang="en-GB" sz="3200" strike="noStrike" u="none">
              <a:solidFill>
                <a:srgbClr val="000000"/>
              </a:solidFill>
              <a:effectLst/>
              <a:uFillTx/>
              <a:latin typeface="Arial"/>
            </a:endParaRPr>
          </a:p>
        </p:txBody>
      </p:sp>
      <p:sp>
        <p:nvSpPr>
          <p:cNvPr id="494" name="PlaceHolder 2"/>
          <p:cNvSpPr>
            <a:spLocks noGrp="1"/>
          </p:cNvSpPr>
          <p:nvPr>
            <p:ph type="subTitle"/>
          </p:nvPr>
        </p:nvSpPr>
        <p:spPr>
          <a:xfrm>
            <a:off x="2160000" y="10836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2.1</a:t>
            </a:r>
            <a:endParaRPr b="0" lang="en-GB" sz="3600" strike="noStrike" u="none">
              <a:solidFill>
                <a:srgbClr val="000000"/>
              </a:solidFill>
              <a:effectLst/>
              <a:uFillTx/>
              <a:latin typeface="Arial"/>
            </a:endParaRPr>
          </a:p>
        </p:txBody>
      </p:sp>
      <p:sp>
        <p:nvSpPr>
          <p:cNvPr id="495"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lnSpcReduction="9999"/>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المنفعة في اللغة تعني الفائدة أو ما يُنتفع به، ويقال نَفَعَ الشيء اي أفاد واستُفيد منه</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المنفعة هي درجة الإشباع أو احساس الرضا و السعادة الذي يحصل عليه الفرد نتيجة استهلاكه لسلعة أو خدمة معينة  و يقول ألفرد مارشال ان المنفعة هي القدرة التي تمتلكها السلعة على إشباع حاجة الإنسان أو رغبة لديه، سواء بطريقة مباشرة أو غير مباشرة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496" name="PlaceHolder 12"/>
          <p:cNvSpPr/>
          <p:nvPr/>
        </p:nvSpPr>
        <p:spPr>
          <a:xfrm>
            <a:off x="468720" y="10836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المنفعة الاقتصادية</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ubTitle"/>
          </p:nvPr>
        </p:nvSpPr>
        <p:spPr>
          <a:xfrm>
            <a:off x="4320000" y="2160000"/>
            <a:ext cx="4316760" cy="164880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600" strike="noStrike" u="none">
                <a:solidFill>
                  <a:srgbClr val="000000"/>
                </a:solidFill>
                <a:effectLst/>
                <a:uFillTx/>
                <a:latin typeface="Noto Sans Arabic"/>
                <a:cs typeface="Noto Sans Arabic"/>
              </a:rPr>
              <a:t>كيف يمكن قياس المنفعة الاقتصادية ؟</a:t>
            </a:r>
            <a:endParaRPr b="0" lang="en-GB" sz="3600" strike="noStrike" u="none">
              <a:solidFill>
                <a:srgbClr val="000000"/>
              </a:solidFill>
              <a:effectLst/>
              <a:uFillTx/>
              <a:latin typeface="Arial"/>
            </a:endParaRPr>
          </a:p>
        </p:txBody>
      </p:sp>
      <p:sp>
        <p:nvSpPr>
          <p:cNvPr id="498" name="PlaceHolder 2"/>
          <p:cNvSpPr>
            <a:spLocks noGrp="1"/>
          </p:cNvSpPr>
          <p:nvPr>
            <p:ph type="title"/>
          </p:nvPr>
        </p:nvSpPr>
        <p:spPr>
          <a:xfrm>
            <a:off x="2474280" y="1686240"/>
            <a:ext cx="2099160" cy="224496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02</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ubTitle"/>
          </p:nvPr>
        </p:nvSpPr>
        <p:spPr>
          <a:xfrm>
            <a:off x="3600000" y="108000"/>
            <a:ext cx="3308760" cy="479160"/>
          </a:xfrm>
          <a:prstGeom prst="rect">
            <a:avLst/>
          </a:prstGeom>
          <a:noFill/>
          <a:ln w="0">
            <a:noFill/>
          </a:ln>
        </p:spPr>
        <p:txBody>
          <a:bodyPr lIns="0" rIns="0" tIns="0" bIns="0" anchor="ctr">
            <a:normAutofit lnSpcReduction="9999"/>
          </a:bodyPr>
          <a:p>
            <a:pPr>
              <a:lnSpc>
                <a:spcPct val="100000"/>
              </a:lnSpc>
            </a:pPr>
            <a:r>
              <a:rPr b="0" lang="en-GB" sz="3200" strike="noStrike" u="none">
                <a:solidFill>
                  <a:srgbClr val="000000"/>
                </a:solidFill>
                <a:effectLst/>
                <a:uFillTx/>
                <a:latin typeface="Noto Sans Arabic"/>
              </a:rPr>
              <a:t>2</a:t>
            </a:r>
            <a:endParaRPr b="0" lang="en-GB" sz="3200" strike="noStrike" u="none">
              <a:solidFill>
                <a:srgbClr val="000000"/>
              </a:solidFill>
              <a:effectLst/>
              <a:uFillTx/>
              <a:latin typeface="Arial"/>
            </a:endParaRPr>
          </a:p>
        </p:txBody>
      </p:sp>
      <p:sp>
        <p:nvSpPr>
          <p:cNvPr id="500" name="PlaceHolder 2"/>
          <p:cNvSpPr>
            <a:spLocks noGrp="1"/>
          </p:cNvSpPr>
          <p:nvPr>
            <p:ph/>
          </p:nvPr>
        </p:nvSpPr>
        <p:spPr>
          <a:xfrm>
            <a:off x="720000" y="1511280"/>
            <a:ext cx="8492760" cy="3596760"/>
          </a:xfrm>
          <a:prstGeom prst="rect">
            <a:avLst/>
          </a:prstGeom>
          <a:noFill/>
          <a:ln w="0">
            <a:noFill/>
          </a:ln>
        </p:spPr>
        <p:txBody>
          <a:bodyPr lIns="0" rIns="0" tIns="0" bIns="0" anchor="t" anchorCtr="1">
            <a:normAutofit lnSpcReduction="9999"/>
          </a:bodyPr>
          <a:p>
            <a:pPr indent="0" algn="r">
              <a:lnSpc>
                <a:spcPct val="100000"/>
              </a:lnSpc>
              <a:buNone/>
              <a:tabLst>
                <a:tab algn="l" pos="0"/>
              </a:tabLst>
            </a:pPr>
            <a:r>
              <a:rPr b="0" lang="hi-IN" sz="3600" strike="noStrike" u="none">
                <a:solidFill>
                  <a:srgbClr val="000000"/>
                </a:solidFill>
                <a:effectLst/>
                <a:uFillTx/>
                <a:latin typeface="Noto Sans Arabic"/>
                <a:cs typeface="Noto Sans Arabic"/>
              </a:rPr>
              <a:t>المنفعة الاقتصادية ليست حتمية او دقيقة تقاس بعلاقة رياضية ثابتة بل هناك عدة فرضيات و نظريات لقياسها نظرا لاختلاف العلماء حولها و اهمها</a:t>
            </a:r>
            <a:endParaRPr b="0" lang="en-GB" sz="3600" strike="noStrike" u="none">
              <a:solidFill>
                <a:srgbClr val="000000"/>
              </a:solidFill>
              <a:effectLst/>
              <a:uFillTx/>
              <a:latin typeface="Arial"/>
            </a:endParaRPr>
          </a:p>
          <a:p>
            <a:pPr indent="0" algn="r">
              <a:lnSpc>
                <a:spcPct val="100000"/>
              </a:lnSpc>
              <a:buNone/>
              <a:tabLst>
                <a:tab algn="l" pos="0"/>
              </a:tabLst>
            </a:pPr>
            <a:endParaRPr b="0" lang="en-GB" sz="28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الاولى </a:t>
            </a:r>
            <a:r>
              <a:rPr b="0" lang="hi-IN" sz="3600" strike="noStrike" u="none">
                <a:solidFill>
                  <a:srgbClr val="000000"/>
                </a:solidFill>
                <a:effectLst/>
                <a:uFillTx/>
                <a:latin typeface="Noto Sans Arabic"/>
                <a:cs typeface="Noto Sans Arabic"/>
              </a:rPr>
              <a:t>منفعة الكمية (العددية و المقاسة )</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الثانية</a:t>
            </a:r>
            <a:r>
              <a:rPr b="0" lang="en-GB" sz="3600" strike="noStrike" u="none">
                <a:solidFill>
                  <a:srgbClr val="000000"/>
                </a:solidFill>
                <a:effectLst/>
                <a:uFillTx/>
                <a:latin typeface="Noto Sans Arabic"/>
              </a:rPr>
              <a:t> المنفعة الترتيبية</a:t>
            </a:r>
            <a:endParaRPr b="0" lang="en-GB" sz="3600" strike="noStrike" u="none">
              <a:solidFill>
                <a:srgbClr val="000000"/>
              </a:solidFill>
              <a:effectLst/>
              <a:uFillTx/>
              <a:latin typeface="Arial"/>
            </a:endParaRPr>
          </a:p>
        </p:txBody>
      </p:sp>
      <p:sp>
        <p:nvSpPr>
          <p:cNvPr id="501" name="PlaceHolder 22"/>
          <p:cNvSpPr/>
          <p:nvPr/>
        </p:nvSpPr>
        <p:spPr>
          <a:xfrm>
            <a:off x="504000" y="576360"/>
            <a:ext cx="9068760" cy="943200"/>
          </a:xfrm>
          <a:prstGeom prst="rect">
            <a:avLst/>
          </a:prstGeom>
          <a:noFill/>
          <a:ln w="0">
            <a:noFill/>
          </a:ln>
        </p:spPr>
        <p:style>
          <a:lnRef idx="0"/>
          <a:fillRef idx="0"/>
          <a:effectRef idx="0"/>
          <a:fontRef idx="minor"/>
        </p:style>
        <p:txBody>
          <a:bodyPr lIns="0" rIns="0" tIns="0" bIns="0" anchor="ctr">
            <a:normAutofit/>
          </a:bodyPr>
          <a:p>
            <a:pPr algn="ctr">
              <a:lnSpc>
                <a:spcPct val="100000"/>
              </a:lnSpc>
            </a:pPr>
            <a:r>
              <a:rPr b="1" lang="hi-IN" sz="4400" strike="noStrike" u="wavy">
                <a:solidFill>
                  <a:srgbClr val="000000"/>
                </a:solidFill>
                <a:effectLst/>
                <a:uFillTx/>
                <a:latin typeface="Noto Sans Arabic"/>
                <a:cs typeface="Noto Sans Arabic"/>
              </a:rPr>
              <a:t>طرق قياس المنفعة الاقتصادية</a:t>
            </a:r>
            <a:endParaRPr b="0" lang="en-GB" sz="4400" strike="noStrike" u="none">
              <a:solidFill>
                <a:srgbClr val="000000"/>
              </a:solidFill>
              <a:effectLst/>
              <a:uFillTx/>
              <a:latin typeface="Arial"/>
            </a:endParaRPr>
          </a:p>
        </p:txBody>
      </p:sp>
      <p:sp>
        <p:nvSpPr>
          <p:cNvPr id="502" name="PlaceHolder 23"/>
          <p:cNvSpPr/>
          <p:nvPr/>
        </p:nvSpPr>
        <p:spPr>
          <a:xfrm>
            <a:off x="900000" y="49680"/>
            <a:ext cx="3237480" cy="537480"/>
          </a:xfrm>
          <a:prstGeom prst="rect">
            <a:avLst/>
          </a:prstGeom>
          <a:noFill/>
          <a:ln w="0">
            <a:noFill/>
          </a:ln>
        </p:spPr>
        <p:style>
          <a:lnRef idx="0"/>
          <a:fillRef idx="0"/>
          <a:effectRef idx="0"/>
          <a:fontRef idx="minor"/>
        </p:style>
        <p:txBody>
          <a:bodyPr lIns="0" rIns="0" tIns="0" bIns="0" anchor="ctr">
            <a:normAutofit/>
          </a:bodyPr>
          <a:p>
            <a:pPr>
              <a:lnSpc>
                <a:spcPct val="100000"/>
              </a:lnSpc>
            </a:pPr>
            <a:r>
              <a:rPr b="0" lang="hi-IN" sz="1800" strike="noStrike" u="none">
                <a:solidFill>
                  <a:srgbClr val="000000"/>
                </a:solidFill>
                <a:effectLst/>
                <a:uFillTx/>
                <a:latin typeface="Noto Sans Arabic"/>
                <a:cs typeface="Noto Sans Arabic"/>
              </a:rPr>
              <a:t>قياس المنفعة</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اساسيات المنفعة الكمية</a:t>
            </a:r>
            <a:endParaRPr b="0" lang="en-GB" sz="4400" strike="noStrike" u="none">
              <a:solidFill>
                <a:srgbClr val="000000"/>
              </a:solidFill>
              <a:effectLst/>
              <a:uFillTx/>
              <a:latin typeface="Arial"/>
            </a:endParaRPr>
          </a:p>
        </p:txBody>
      </p:sp>
      <p:sp>
        <p:nvSpPr>
          <p:cNvPr id="504"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05"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حسب نظرية المنفعة الكمية فان السلعة تنقسم لوحدات و على المستهلك ان يبحث عن نوع و عدد الوحدات التي تشبع حاجياته و تحقق له التوازن</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الهدف من النظرية هو معرفة كيفية تحقيق اكبر المنفعة من السلعة و قياسها</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و للعمل بالنظرية يجب حساب المنفعة الكلية و الحدية</a:t>
            </a:r>
            <a:endParaRPr b="0" lang="en-GB" sz="3200" strike="noStrike" u="none">
              <a:solidFill>
                <a:srgbClr val="000000"/>
              </a:solidFill>
              <a:effectLst/>
              <a:uFillTx/>
              <a:latin typeface="Arial"/>
            </a:endParaRPr>
          </a:p>
        </p:txBody>
      </p:sp>
      <p:sp>
        <p:nvSpPr>
          <p:cNvPr id="506" name="PlaceHolder 20"/>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07" name="PlaceHolder 21"/>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فرضيات المنفعة الكمية</a:t>
            </a:r>
            <a:endParaRPr b="0" lang="en-GB" sz="4400" strike="noStrike" u="none">
              <a:solidFill>
                <a:srgbClr val="000000"/>
              </a:solidFill>
              <a:effectLst/>
              <a:uFillTx/>
              <a:latin typeface="Arial"/>
            </a:endParaRPr>
          </a:p>
        </p:txBody>
      </p:sp>
      <p:sp>
        <p:nvSpPr>
          <p:cNvPr id="509"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0"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تقوم المنفعة الكمية على فرضيتين</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عقلاني ورشيد</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يمكنه قياس المنفعة التي يحققها من وحدات السلعة</a:t>
            </a:r>
            <a:endParaRPr b="0" lang="en-GB" sz="3200" strike="noStrike" u="none">
              <a:solidFill>
                <a:srgbClr val="000000"/>
              </a:solidFill>
              <a:effectLst/>
              <a:uFillTx/>
              <a:latin typeface="Arial"/>
            </a:endParaRPr>
          </a:p>
        </p:txBody>
      </p:sp>
      <p:sp>
        <p:nvSpPr>
          <p:cNvPr id="511" name="PlaceHolder 15"/>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endParaRPr b="0" lang="en-GB" sz="2800" strike="noStrike" u="none">
              <a:solidFill>
                <a:srgbClr val="000000"/>
              </a:solidFill>
              <a:effectLst/>
              <a:uFillTx/>
              <a:latin typeface="Noto Sans Arabic"/>
              <a:ea typeface="DejaVu Sans"/>
            </a:endParaRPr>
          </a:p>
        </p:txBody>
      </p:sp>
      <p:sp>
        <p:nvSpPr>
          <p:cNvPr id="512" name="PlaceHolder 16"/>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الكلية</a:t>
            </a:r>
            <a:endParaRPr b="0" lang="en-GB" sz="4400" strike="noStrike" u="none">
              <a:solidFill>
                <a:srgbClr val="000000"/>
              </a:solidFill>
              <a:effectLst/>
              <a:uFillTx/>
              <a:latin typeface="Arial"/>
            </a:endParaRPr>
          </a:p>
        </p:txBody>
      </p:sp>
      <p:sp>
        <p:nvSpPr>
          <p:cNvPr id="514"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5"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هي المقدار الكلي من الاشباع الذي يحققه المستهلك من خلال استهلاك كمية معينة (وحدات متتالية ) من السلعة خلال فترة زمنية معينة</a:t>
            </a:r>
            <a:endParaRPr b="0" lang="en-GB" sz="32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Utility Total de x</a:t>
            </a:r>
            <a:endParaRPr b="0" lang="en-GB" sz="36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UTx = f(Xi)</a:t>
            </a:r>
            <a:endParaRPr b="0" lang="en-GB" sz="3600" strike="noStrike" u="none">
              <a:solidFill>
                <a:srgbClr val="000000"/>
              </a:solidFill>
              <a:effectLst/>
              <a:uFillTx/>
              <a:latin typeface="Arial"/>
            </a:endParaRPr>
          </a:p>
        </p:txBody>
      </p:sp>
      <p:sp>
        <p:nvSpPr>
          <p:cNvPr id="516" name="PlaceHolder 27"/>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17" name="PlaceHolder 28"/>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الحدية</a:t>
            </a:r>
            <a:endParaRPr b="0" lang="en-GB" sz="4400" strike="noStrike" u="none">
              <a:solidFill>
                <a:srgbClr val="000000"/>
              </a:solidFill>
              <a:effectLst/>
              <a:uFillTx/>
              <a:latin typeface="Arial"/>
            </a:endParaRPr>
          </a:p>
        </p:txBody>
      </p:sp>
      <p:sp>
        <p:nvSpPr>
          <p:cNvPr id="519"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0"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تقيس مقدار التغير (الزيادة أو النقصان )</a:t>
            </a:r>
            <a:r>
              <a:rPr b="0" lang="hi-IN" sz="3600" strike="noStrike" u="none">
                <a:solidFill>
                  <a:srgbClr val="000000"/>
                </a:solidFill>
                <a:effectLst/>
                <a:uFillTx/>
                <a:latin typeface="Noto Sans Arabic"/>
                <a:cs typeface="Noto Sans Arabic"/>
              </a:rPr>
              <a:t>في المنفعة الكلية نتيجة زيادة الاستهلاك بوحدة اضافية (منفعة الوحدة الاخيرة )</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Utility Marginal de x</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UMx = </a:t>
            </a:r>
            <a:endParaRPr b="0" lang="en-GB" sz="3600" strike="noStrike" u="none">
              <a:solidFill>
                <a:srgbClr val="000000"/>
              </a:solidFill>
              <a:effectLst/>
              <a:uFillTx/>
              <a:latin typeface="Arial"/>
            </a:endParaRPr>
          </a:p>
        </p:txBody>
      </p:sp>
      <p:sp>
        <p:nvSpPr>
          <p:cNvPr id="521" name="PlaceHolder 32"/>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22" name="PlaceHolder 33"/>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
        <p:nvSpPr>
          <p:cNvPr id="523" name="PlaceHolder 34"/>
          <p:cNvSpPr/>
          <p:nvPr/>
        </p:nvSpPr>
        <p:spPr>
          <a:xfrm>
            <a:off x="1794600" y="419832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spcBef>
                <a:spcPts val="1191"/>
              </a:spcBef>
              <a:spcAft>
                <a:spcPts val="992"/>
              </a:spcAft>
              <a:tabLst>
                <a:tab algn="l" pos="0"/>
              </a:tabLst>
            </a:pPr>
            <a:r>
              <a:rPr b="0" lang="en-GB" sz="1800" strike="noStrike" u="none">
                <a:solidFill>
                  <a:srgbClr val="000000"/>
                </a:solidFill>
                <a:effectLst/>
                <a:uFillTx/>
                <a:latin typeface="Noto Sans"/>
                <a:ea typeface="DejaVu Sans"/>
              </a:rPr>
              <a:t>___________</a:t>
            </a:r>
            <a:endParaRPr b="0" lang="en-GB" sz="1800" strike="noStrike" u="none">
              <a:solidFill>
                <a:srgbClr val="000000"/>
              </a:solidFill>
              <a:effectLst/>
              <a:uFillTx/>
              <a:latin typeface="Arial"/>
            </a:endParaRPr>
          </a:p>
        </p:txBody>
      </p:sp>
      <p:sp>
        <p:nvSpPr>
          <p:cNvPr id="524" name=""/>
          <p:cNvSpPr/>
          <p:nvPr/>
        </p:nvSpPr>
        <p:spPr>
          <a:xfrm>
            <a:off x="2880000" y="4011840"/>
            <a:ext cx="1797480" cy="9079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UTx</a:t>
            </a:r>
            <a:endParaRPr b="0" lang="en-GB" sz="2600" strike="noStrike" u="none">
              <a:solidFill>
                <a:srgbClr val="000000"/>
              </a:solidFill>
              <a:effectLst/>
              <a:uFillTx/>
              <a:latin typeface="Arial"/>
            </a:endParaRPr>
          </a:p>
        </p:txBody>
      </p:sp>
      <p:sp>
        <p:nvSpPr>
          <p:cNvPr id="525" name=""/>
          <p:cNvSpPr/>
          <p:nvPr/>
        </p:nvSpPr>
        <p:spPr>
          <a:xfrm>
            <a:off x="3116520" y="4555800"/>
            <a:ext cx="2895480" cy="718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x</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قانون تناقص المنفعة الحدية</a:t>
            </a:r>
            <a:endParaRPr b="0" lang="en-GB" sz="4400" strike="noStrike" u="none">
              <a:solidFill>
                <a:srgbClr val="000000"/>
              </a:solidFill>
              <a:effectLst/>
              <a:uFillTx/>
              <a:latin typeface="Arial"/>
            </a:endParaRPr>
          </a:p>
        </p:txBody>
      </p:sp>
      <p:sp>
        <p:nvSpPr>
          <p:cNvPr id="527"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8" name="PlaceHolder 3"/>
          <p:cNvSpPr>
            <a:spLocks noGrp="1"/>
          </p:cNvSpPr>
          <p:nvPr>
            <p:ph/>
          </p:nvPr>
        </p:nvSpPr>
        <p:spPr>
          <a:xfrm>
            <a:off x="470160" y="1620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5400" strike="noStrike" u="none">
                <a:solidFill>
                  <a:srgbClr val="000000"/>
                </a:solidFill>
                <a:effectLst/>
                <a:uFillTx/>
                <a:latin typeface="Noto Sans Arabic"/>
                <a:cs typeface="Noto Sans Arabic"/>
              </a:rPr>
              <a:t>كلما زاد استهلاك سلعة معينة فان الاشباع أو الرضى التي تحصل عليه من كل وحدة اضافية منها يقل تدريجيا</a:t>
            </a:r>
            <a:endParaRPr b="0" lang="en-GB" sz="5400" strike="noStrike" u="none">
              <a:solidFill>
                <a:srgbClr val="000000"/>
              </a:solidFill>
              <a:effectLst/>
              <a:uFillTx/>
              <a:latin typeface="Arial"/>
            </a:endParaRPr>
          </a:p>
        </p:txBody>
      </p:sp>
      <p:sp>
        <p:nvSpPr>
          <p:cNvPr id="529" name="PlaceHolder 85"/>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0" name="PlaceHolder 86"/>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نظرية المنفعة الترتيبية</a:t>
            </a:r>
            <a:endParaRPr b="0" lang="en-GB" sz="4400" strike="noStrike" u="none">
              <a:solidFill>
                <a:srgbClr val="000000"/>
              </a:solidFill>
              <a:effectLst/>
              <a:uFillTx/>
              <a:latin typeface="Arial"/>
            </a:endParaRPr>
          </a:p>
        </p:txBody>
      </p:sp>
      <p:sp>
        <p:nvSpPr>
          <p:cNvPr id="532" name="PlaceHolder 2"/>
          <p:cNvSpPr>
            <a:spLocks noGrp="1"/>
          </p:cNvSpPr>
          <p:nvPr>
            <p:ph type="subTitle"/>
          </p:nvPr>
        </p:nvSpPr>
        <p:spPr>
          <a:xfrm>
            <a:off x="2160000" y="10836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sp>
        <p:nvSpPr>
          <p:cNvPr id="533" name="PlaceHolder 3"/>
          <p:cNvSpPr>
            <a:spLocks noGrp="1"/>
          </p:cNvSpPr>
          <p:nvPr>
            <p:ph/>
          </p:nvPr>
        </p:nvSpPr>
        <p:spPr>
          <a:xfrm>
            <a:off x="470160" y="1620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4400" strike="noStrike" u="none">
                <a:solidFill>
                  <a:srgbClr val="000000"/>
                </a:solidFill>
                <a:effectLst/>
                <a:uFillTx/>
                <a:latin typeface="Noto Sans Arabic"/>
                <a:cs typeface="Noto Sans Arabic"/>
              </a:rPr>
              <a:t>تقوم نظرية المنفعة الترتيبية على فرضية امكانية المستهلك من تركيب المنفعة التي يتحصل عليها من استهلاكه لسلعتين او اكثر عن طريق تشكيل منحنيات السواء</a:t>
            </a:r>
            <a:endParaRPr b="0" lang="en-GB" sz="4400" strike="noStrike" u="none">
              <a:solidFill>
                <a:srgbClr val="000000"/>
              </a:solidFill>
              <a:effectLst/>
              <a:uFillTx/>
              <a:latin typeface="Arial"/>
            </a:endParaRPr>
          </a:p>
        </p:txBody>
      </p:sp>
      <p:sp>
        <p:nvSpPr>
          <p:cNvPr id="534" name="PlaceHolder 90"/>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5" name="PlaceHolder 91"/>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منحنى السواء</a:t>
            </a:r>
            <a:endParaRPr b="0" lang="en-GB" sz="4400" strike="noStrike" u="none">
              <a:solidFill>
                <a:srgbClr val="000000"/>
              </a:solidFill>
              <a:effectLst/>
              <a:uFillTx/>
              <a:latin typeface="Arial"/>
            </a:endParaRPr>
          </a:p>
        </p:txBody>
      </p:sp>
      <p:sp>
        <p:nvSpPr>
          <p:cNvPr id="537" name="PlaceHolder 2"/>
          <p:cNvSpPr>
            <a:spLocks noGrp="1"/>
          </p:cNvSpPr>
          <p:nvPr>
            <p:ph type="subTitle"/>
          </p:nvPr>
        </p:nvSpPr>
        <p:spPr>
          <a:xfrm>
            <a:off x="2160000" y="10836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38" name="" descr=""/>
          <p:cNvPicPr/>
          <p:nvPr/>
        </p:nvPicPr>
        <p:blipFill>
          <a:blip r:embed="rId1">
            <a:extLst>
              <a:ext uri="{96DAC541-7B7A-43D3-8B79-37D633B846F1}">
                <asvg:svgBlip xmlns:asvg="http://schemas.microsoft.com/office/drawing/2016/SVG/main" r:embed="rId2"/>
              </a:ext>
            </a:extLst>
          </a:blip>
          <a:stretch/>
        </p:blipFill>
        <p:spPr>
          <a:xfrm>
            <a:off x="364680" y="1524600"/>
            <a:ext cx="3560760" cy="3560760"/>
          </a:xfrm>
          <a:prstGeom prst="rect">
            <a:avLst/>
          </a:prstGeom>
          <a:noFill/>
          <a:ln w="0">
            <a:noFill/>
          </a:ln>
        </p:spPr>
      </p:pic>
      <p:sp>
        <p:nvSpPr>
          <p:cNvPr id="539" name="PlaceHolder 95"/>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0" name="PlaceHolder 96"/>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1" name="PlaceHolder 94"/>
          <p:cNvSpPr/>
          <p:nvPr/>
        </p:nvSpPr>
        <p:spPr>
          <a:xfrm>
            <a:off x="4140000" y="1620000"/>
            <a:ext cx="5648760" cy="341892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hi-IN" sz="3200" strike="noStrike" u="none">
                <a:solidFill>
                  <a:srgbClr val="000000"/>
                </a:solidFill>
                <a:effectLst/>
                <a:uFillTx/>
                <a:latin typeface="Noto Sans Arabic"/>
                <a:cs typeface="Noto Sans Arabic"/>
              </a:rPr>
              <a:t>منحنى السواء هو التمثيل البياني للتركيبة المختلفة من كميات سلعتين التي تعطي للمستهلك اشباعا متساويا</a:t>
            </a:r>
            <a:br>
              <a:rPr sz="3200"/>
            </a:br>
            <a:br>
              <a:rPr sz="3200"/>
            </a:br>
            <a:r>
              <a:rPr b="0" lang="hi-IN" sz="3200" strike="noStrike" u="none">
                <a:solidFill>
                  <a:srgbClr val="000000"/>
                </a:solidFill>
                <a:effectLst/>
                <a:uFillTx/>
                <a:latin typeface="Noto Sans Arabic"/>
                <a:cs typeface="Noto Sans Arabic"/>
              </a:rPr>
              <a:t>معادلته تكون من الشكل</a:t>
            </a:r>
            <a:br>
              <a:rPr sz="3200"/>
            </a:br>
            <a:r>
              <a:rPr b="0" lang="en-GB" sz="3200" strike="noStrike" u="none">
                <a:solidFill>
                  <a:srgbClr val="000000"/>
                </a:solidFill>
                <a:effectLst/>
                <a:uFillTx/>
                <a:latin typeface="Noto Sans Arabic"/>
                <a:ea typeface="DejaVu Sans"/>
              </a:rPr>
              <a:t>  </a:t>
            </a:r>
            <a:r>
              <a:rPr b="0" lang="en-GB" sz="3200" strike="noStrike" u="none">
                <a:solidFill>
                  <a:srgbClr val="000000"/>
                </a:solidFill>
                <a:effectLst/>
                <a:uFillTx/>
                <a:latin typeface="Noto Sans"/>
                <a:ea typeface="DejaVu Sans"/>
              </a:rPr>
              <a:t>UT(x; y) = Ut0 =&gt; 𝑦 = 𝑓(𝑥)</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خريطة السواء</a:t>
            </a:r>
            <a:endParaRPr b="0" lang="en-GB" sz="4400" strike="noStrike" u="none">
              <a:solidFill>
                <a:srgbClr val="000000"/>
              </a:solidFill>
              <a:effectLst/>
              <a:uFillTx/>
              <a:latin typeface="Arial"/>
            </a:endParaRPr>
          </a:p>
        </p:txBody>
      </p:sp>
      <p:sp>
        <p:nvSpPr>
          <p:cNvPr id="543" name="PlaceHolder 2"/>
          <p:cNvSpPr>
            <a:spLocks noGrp="1"/>
          </p:cNvSpPr>
          <p:nvPr>
            <p:ph type="subTitle"/>
          </p:nvPr>
        </p:nvSpPr>
        <p:spPr>
          <a:xfrm>
            <a:off x="2160000" y="10836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44" name="" descr=""/>
          <p:cNvPicPr/>
          <p:nvPr/>
        </p:nvPicPr>
        <p:blipFill>
          <a:blip r:embed="rId1">
            <a:extLst>
              <a:ext uri="{96DAC541-7B7A-43D3-8B79-37D633B846F1}">
                <asvg:svgBlip xmlns:asvg="http://schemas.microsoft.com/office/drawing/2016/SVG/main" r:embed="rId2"/>
              </a:ext>
            </a:extLst>
          </a:blip>
          <a:stretch/>
        </p:blipFill>
        <p:spPr>
          <a:xfrm>
            <a:off x="364680" y="1524600"/>
            <a:ext cx="3560760" cy="3560760"/>
          </a:xfrm>
          <a:prstGeom prst="rect">
            <a:avLst/>
          </a:prstGeom>
          <a:noFill/>
          <a:ln w="0">
            <a:noFill/>
          </a:ln>
        </p:spPr>
      </p:pic>
      <p:sp>
        <p:nvSpPr>
          <p:cNvPr id="545" name="PlaceHolder 109"/>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6" name="PlaceHolder 110"/>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7" name="PlaceHolder 111"/>
          <p:cNvSpPr/>
          <p:nvPr/>
        </p:nvSpPr>
        <p:spPr>
          <a:xfrm>
            <a:off x="4140000" y="1620000"/>
            <a:ext cx="5648760" cy="341892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en-GB" sz="2200" strike="noStrike" u="none">
                <a:solidFill>
                  <a:srgbClr val="000000"/>
                </a:solidFill>
                <a:effectLst/>
                <a:uFillTx/>
                <a:latin typeface="Noto Sans"/>
                <a:ea typeface="DejaVu Sans"/>
              </a:rPr>
              <a:t> </a:t>
            </a:r>
            <a:r>
              <a:rPr b="0" lang="hi-IN" sz="2200" strike="noStrike" u="none">
                <a:solidFill>
                  <a:srgbClr val="000000"/>
                </a:solidFill>
                <a:effectLst/>
                <a:uFillTx/>
                <a:latin typeface="Noto Sans"/>
                <a:cs typeface="Noto Sans Arabic"/>
              </a:rPr>
              <a:t>ينحدر منحنى السواء من الاعلى إلى الاسفل ومن اليسار إلى اليمين، وهذه الخاصية ضرورية للمحافظة على نفس االشباع. فعند إضافة وحدات من السلعة الاولى يتم التخلي عن وحدات من السلعة الثانية لتحقيق نفس االشباع</a:t>
            </a:r>
            <a:br>
              <a:rPr sz="2200"/>
            </a:br>
            <a:r>
              <a:rPr b="0" lang="hi-IN" sz="2200" strike="noStrike" u="none">
                <a:solidFill>
                  <a:srgbClr val="000000"/>
                </a:solidFill>
                <a:effectLst/>
                <a:uFillTx/>
                <a:latin typeface="Noto Sans"/>
                <a:cs typeface="Noto Sans Arabic"/>
              </a:rPr>
              <a:t>لا يوجد لكل مستهلك منحنى سواء واحد، بل يوجد مجموعة من منحنيات السواء التي تمثل درجات مختلفة من الاشباع، تعرف في مجموعها بخريطة السواء، وكلما انتقل المستهلك إلى منحنى سواء أعلى كلما زادت درجة الاشباع المحقق</a:t>
            </a:r>
            <a:r>
              <a:rPr b="0" lang="en-GB" sz="2200" strike="noStrike" u="none">
                <a:solidFill>
                  <a:srgbClr val="000000"/>
                </a:solidFill>
                <a:effectLst/>
                <a:uFillTx/>
                <a:latin typeface="Noto Sans"/>
                <a:ea typeface="DejaVu Sans"/>
              </a:rPr>
              <a:t> </a:t>
            </a:r>
            <a:endParaRPr b="0" lang="en-GB"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type="subTitle"/>
          </p:nvPr>
        </p:nvSpPr>
        <p:spPr>
          <a:xfrm>
            <a:off x="4320000" y="2160000"/>
            <a:ext cx="4316760" cy="164880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ما هي العوامل التي تؤثر على سلوك المستهلك ؟</a:t>
            </a:r>
            <a:endParaRPr b="0" lang="en-GB" sz="3200" strike="noStrike" u="none">
              <a:solidFill>
                <a:srgbClr val="000000"/>
              </a:solidFill>
              <a:effectLst/>
              <a:uFillTx/>
              <a:latin typeface="Arial"/>
            </a:endParaRPr>
          </a:p>
        </p:txBody>
      </p:sp>
      <p:sp>
        <p:nvSpPr>
          <p:cNvPr id="549" name="PlaceHolder 2"/>
          <p:cNvSpPr>
            <a:spLocks noGrp="1"/>
          </p:cNvSpPr>
          <p:nvPr>
            <p:ph type="title"/>
          </p:nvPr>
        </p:nvSpPr>
        <p:spPr>
          <a:xfrm>
            <a:off x="2474280" y="1686240"/>
            <a:ext cx="2099160" cy="224496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03</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marL="432000" indent="0" algn="ct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0" lang="hi-IN" sz="3600" strike="noStrike" u="none">
                <a:solidFill>
                  <a:srgbClr val="000000"/>
                </a:solidFill>
                <a:effectLst/>
                <a:uFillTx/>
                <a:latin typeface="Noto Sans Arabic"/>
                <a:cs typeface="Noto Sans Arabic"/>
              </a:rPr>
              <a:t>يؤثر على سلوك المستهلك عدة عوامل منها</a:t>
            </a:r>
            <a:endParaRPr b="0" lang="en-GB" sz="3600" strike="noStrike" u="none">
              <a:solidFill>
                <a:srgbClr val="000000"/>
              </a:solidFill>
              <a:effectLst/>
              <a:uFillTx/>
              <a:latin typeface="Arial"/>
            </a:endParaRPr>
          </a:p>
        </p:txBody>
      </p:sp>
      <p:sp>
        <p:nvSpPr>
          <p:cNvPr id="551" name="PlaceHolder 2"/>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52" name="PlaceHolder 3"/>
          <p:cNvSpPr>
            <a:spLocks noGrp="1"/>
          </p:cNvSpPr>
          <p:nvPr>
            <p:ph/>
          </p:nvPr>
        </p:nvSpPr>
        <p:spPr>
          <a:xfrm>
            <a:off x="470160" y="1658160"/>
            <a:ext cx="9068760" cy="3560760"/>
          </a:xfrm>
          <a:prstGeom prst="rect">
            <a:avLst/>
          </a:prstGeom>
          <a:noFill/>
          <a:ln w="0">
            <a:noFill/>
          </a:ln>
        </p:spPr>
        <p:txBody>
          <a:bodyPr lIns="0" rIns="0" tIns="0" bIns="0" anchor="t" anchorCtr="1">
            <a:normAutofit fontScale="775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النفسیة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الحاجات و الدوافع : وهي حاجة المستهلك إلى منتج معين فيُجبر على اقتنائه لتلبية هذه الحاجة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الإدراك : يشير إلى الطريقة التي يفسر بها المستهلك المعلومات المتاحة حول المنتج. حيث تلعب أساليب التسويق دورًا كبيرًا في التأثير على إدراك المستهلك</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التعلم : يرمز إلى المعرفة التي يكتسبها المستهلك عن طريق الخبرة والمصادر الخارجية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المعتقدات و المواقف : تلعب التأثيرات الخارجية والخبرة دورًا في تشكيل مواقف ومعتقدات المستهلك</a:t>
            </a:r>
            <a:endParaRPr b="0" lang="en-GB" sz="2800" strike="noStrike" u="none">
              <a:solidFill>
                <a:srgbClr val="000000"/>
              </a:solidFill>
              <a:effectLst/>
              <a:uFillTx/>
              <a:latin typeface="Arial"/>
            </a:endParaRPr>
          </a:p>
        </p:txBody>
      </p:sp>
      <p:sp>
        <p:nvSpPr>
          <p:cNvPr id="553" name="PlaceHolder 13"/>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4" name="PlaceHolder 14"/>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ubTitle"/>
          </p:nvPr>
        </p:nvSpPr>
        <p:spPr>
          <a:xfrm>
            <a:off x="464760" y="129600"/>
            <a:ext cx="3308760" cy="479160"/>
          </a:xfrm>
          <a:prstGeom prst="rect">
            <a:avLst/>
          </a:prstGeom>
          <a:noFill/>
          <a:ln w="0">
            <a:noFill/>
          </a:ln>
        </p:spPr>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
        <p:nvSpPr>
          <p:cNvPr id="556" name="PlaceHolder 2"/>
          <p:cNvSpPr>
            <a:spLocks noGrp="1"/>
          </p:cNvSpPr>
          <p:nvPr>
            <p:ph/>
          </p:nvPr>
        </p:nvSpPr>
        <p:spPr>
          <a:xfrm>
            <a:off x="470160" y="900000"/>
            <a:ext cx="9068760" cy="431892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الشخصية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العمر ومرحلة الحياة : حيث تتغير احتياجات المستهلك مع تقدم العمر</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المهنة : تؤثر مهنة الفرد على السلع والخدمات التي يستهلكها</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الشخصية ومفهوم الذات : يميل الأشخاص إلى اختيار المنتجات والعلامات التجارية التي تعكس شخصياتهم أو ما يعتقدون أنه يعكس صورتهم الذاتية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نمط الحياة : تأثر سلوك المستهلك بنمط حياته، فإذا كان يتبع نظامًا غذائيًا؛ فستكون استهلاكاته موجهة نحو المنتجات التي تساعده على الالتزام بهذا النظام</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الجنس : قد تختلف تفضيلات المنتجات بين الرجال والنساء</a:t>
            </a:r>
            <a:endParaRPr b="0" lang="en-GB" sz="2800" strike="noStrike" u="none">
              <a:solidFill>
                <a:srgbClr val="000000"/>
              </a:solidFill>
              <a:effectLst/>
              <a:uFillTx/>
              <a:latin typeface="Arial"/>
            </a:endParaRPr>
          </a:p>
        </p:txBody>
      </p:sp>
      <p:sp>
        <p:nvSpPr>
          <p:cNvPr id="557" name="PlaceHolder 24"/>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8" name="PlaceHolder 25"/>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59" name="PlaceHolder 97"/>
          <p:cNvSpPr/>
          <p:nvPr/>
        </p:nvSpPr>
        <p:spPr>
          <a:xfrm>
            <a:off x="2088720" y="9684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
        <p:nvSpPr>
          <p:cNvPr id="560" name="PlaceHolder 98"/>
          <p:cNvSpPr/>
          <p:nvPr/>
        </p:nvSpPr>
        <p:spPr>
          <a:xfrm>
            <a:off x="2088720" y="9684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2" name="PlaceHolder 2"/>
          <p:cNvSpPr>
            <a:spLocks noGrp="1"/>
          </p:cNvSpPr>
          <p:nvPr>
            <p:ph/>
          </p:nvPr>
        </p:nvSpPr>
        <p:spPr>
          <a:xfrm>
            <a:off x="470160" y="900000"/>
            <a:ext cx="9068760" cy="431892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1800" strike="noStrike" u="none">
                <a:solidFill>
                  <a:srgbClr val="000000"/>
                </a:solidFill>
                <a:effectLst/>
                <a:uFillTx/>
                <a:latin typeface="Noto Sans Arabic"/>
                <a:cs typeface="Noto Sans Arabic"/>
              </a:rPr>
              <a:t>المؤثرات الثقافية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الكلية :</a:t>
            </a:r>
            <a:r>
              <a:rPr b="1" lang="en-GB" sz="1800" strike="noStrike" u="none">
                <a:solidFill>
                  <a:srgbClr val="000000"/>
                </a:solidFill>
                <a:effectLst/>
                <a:uFillTx/>
                <a:latin typeface="Noto Sans Arabic"/>
              </a:rPr>
              <a:t> </a:t>
            </a:r>
            <a:r>
              <a:rPr b="0" lang="hi-IN" sz="1800" strike="noStrike" u="none">
                <a:solidFill>
                  <a:srgbClr val="000000"/>
                </a:solidFill>
                <a:effectLst/>
                <a:uFillTx/>
                <a:latin typeface="Noto Sans Arabic"/>
                <a:cs typeface="Noto Sans Arabic"/>
              </a:rPr>
              <a:t>هي أسلوب حياة متوارث وغالبًا ما تعد الأكثر تأثيراً على سلوك المستهلك حيث في المجتمعات العربية يُقبل المستهلك على شراء منتجات تعبر عن روح العادات والتقاليد مثل الألبسة المحتشمة والعطور الشرقية والحلويات في المناسبات الدينية كالعيد ورمضان. أما في المجتمعات الغربية فيميل المستهلك إلى تفضيل المنتجات العملية واليومية مثل القهوة الجاهزة، والملابس الرياضية المريحة، والمنتجات التي تعكس أسلوب الحياة الفردي والاستقلالي</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الفرعية: تمثل شریحة ممیزة من الأفراد الذین یشتركون في العقائد و القیم و العادات  الاجتماعیة التي تمیزهم عن بقیة أفراد المجتمع حیث یختلف أفراد ثقافة فرعیة معینة عن غیرهم من حیث نمط المعیشة و العادات الاستهلاكیة. مثل الدين و الجنسيات. فعلى سبيل المثال، تؤثر الديانة في السلوك الاستهلاكي من خلال القواعد المرتبطة بالحلال والحرام؛ فالمسلمون يتجنبون استهلاك لحم الخنزير أو المشروبات الكحولية، بينما يلتزم بعض أتباع الديانات الأخرى بقيود غذائية خاصة مثل النباتية في بعض الطوائف البوذية أو الامتناع عن لحوم معينة في الديانة الهندوسية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الطبقة الاجتماعية: تختلف انماط الاستهلاك باختلاف الطبقات الاجتماعية، فالفئات الغنية تميل الى استهلاك السلع الفاخرة،بينما تميل الطبقات المتوسطة او الدنيا الى السلع العادية</a:t>
            </a:r>
            <a:r>
              <a:rPr b="0" lang="en-GB" sz="1800" strike="noStrike" u="none">
                <a:solidFill>
                  <a:srgbClr val="000000"/>
                </a:solidFill>
                <a:effectLst/>
                <a:uFillTx/>
                <a:latin typeface="Noto Sans Arabic"/>
              </a:rPr>
              <a:t> </a:t>
            </a:r>
            <a:endParaRPr b="0" lang="en-GB" sz="1800" strike="noStrike" u="none">
              <a:solidFill>
                <a:srgbClr val="000000"/>
              </a:solidFill>
              <a:effectLst/>
              <a:uFillTx/>
              <a:latin typeface="Arial"/>
            </a:endParaRPr>
          </a:p>
        </p:txBody>
      </p:sp>
      <p:sp>
        <p:nvSpPr>
          <p:cNvPr id="563" name="PlaceHolder 31"/>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4" name="PlaceHolder 35"/>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65" name="PlaceHolder 99"/>
          <p:cNvSpPr/>
          <p:nvPr/>
        </p:nvSpPr>
        <p:spPr>
          <a:xfrm>
            <a:off x="464760" y="1296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7" name="PlaceHolder 2"/>
          <p:cNvSpPr>
            <a:spLocks noGrp="1"/>
          </p:cNvSpPr>
          <p:nvPr>
            <p:ph/>
          </p:nvPr>
        </p:nvSpPr>
        <p:spPr>
          <a:xfrm>
            <a:off x="470160" y="900000"/>
            <a:ext cx="9068760" cy="431892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الاقتصادية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الدخل : تزداد القدرة الاستهلاكية للمستهلك وينفق اكثر على السلع الكمالية كلما ارتفع دخله، والعكس صحيح</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الاسعار :  يؤدي ارتفاع الأسعار إلى انخفاض القدرة الاستهلاكية، مما يقلل من حجم الطلب،بينما قد يؤدي انخفاضها الى زيادته</a:t>
            </a:r>
            <a:endParaRPr b="0" lang="en-GB" sz="2600" strike="noStrike" u="none">
              <a:solidFill>
                <a:srgbClr val="000000"/>
              </a:solidFill>
              <a:effectLst/>
              <a:uFillTx/>
              <a:latin typeface="Arial"/>
            </a:endParaRPr>
          </a:p>
        </p:txBody>
      </p:sp>
      <p:sp>
        <p:nvSpPr>
          <p:cNvPr id="568" name="PlaceHolder 43"/>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9" name="PlaceHolder 44"/>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0" name="PlaceHolder 100"/>
          <p:cNvSpPr/>
          <p:nvPr/>
        </p:nvSpPr>
        <p:spPr>
          <a:xfrm>
            <a:off x="464760" y="1296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ubTitle"/>
          </p:nvPr>
        </p:nvSpPr>
        <p:spPr>
          <a:xfrm>
            <a:off x="2088720" y="96840"/>
            <a:ext cx="3308760" cy="47916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72" name="PlaceHolder 2"/>
          <p:cNvSpPr>
            <a:spLocks noGrp="1"/>
          </p:cNvSpPr>
          <p:nvPr>
            <p:ph/>
          </p:nvPr>
        </p:nvSpPr>
        <p:spPr>
          <a:xfrm>
            <a:off x="470160" y="1080000"/>
            <a:ext cx="9068760" cy="413892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الاجتماعية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الاسرة : تلعب دورًا كبيرًا في التأثير على سلوك و قرار المستهلك والذي قد يميل إلى منتج وينفر من آخر بناءً على استخدام الأسرة له</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المجموعات المرجعية : وهم المشاهير والاصدقاء او الزملاء  الذين يعتبرهم المستهلك مرجع له ويتأثر بآرائهم الاستهلاكية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الأدوار و المكانة: يتخذ المستهلك قرارات استهلاكية معينة تأثرًا بدوره ومكانته في المجتمع مثل الموظف،الاب،الزوج...الخ</a:t>
            </a:r>
            <a:endParaRPr b="0" lang="en-GB" sz="2600" strike="noStrike" u="none">
              <a:solidFill>
                <a:srgbClr val="000000"/>
              </a:solidFill>
              <a:effectLst/>
              <a:uFillTx/>
              <a:latin typeface="Arial"/>
            </a:endParaRPr>
          </a:p>
        </p:txBody>
      </p:sp>
      <p:sp>
        <p:nvSpPr>
          <p:cNvPr id="573" name="PlaceHolder 48"/>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74" name="PlaceHolder 49"/>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5" name="PlaceHolder 101"/>
          <p:cNvSpPr/>
          <p:nvPr/>
        </p:nvSpPr>
        <p:spPr>
          <a:xfrm>
            <a:off x="464760" y="1296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ubTitle"/>
          </p:nvPr>
        </p:nvSpPr>
        <p:spPr>
          <a:xfrm>
            <a:off x="4320000" y="2160000"/>
            <a:ext cx="4316760" cy="164880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كيف يؤثر الاستهلاك على طلب وعرض السلعة ؟</a:t>
            </a:r>
            <a:endParaRPr b="0" lang="en-GB" sz="3200" strike="noStrike" u="none">
              <a:solidFill>
                <a:srgbClr val="000000"/>
              </a:solidFill>
              <a:effectLst/>
              <a:uFillTx/>
              <a:latin typeface="Arial"/>
            </a:endParaRPr>
          </a:p>
        </p:txBody>
      </p:sp>
      <p:sp>
        <p:nvSpPr>
          <p:cNvPr id="577" name="PlaceHolder 2"/>
          <p:cNvSpPr>
            <a:spLocks noGrp="1"/>
          </p:cNvSpPr>
          <p:nvPr>
            <p:ph type="title"/>
          </p:nvPr>
        </p:nvSpPr>
        <p:spPr>
          <a:xfrm>
            <a:off x="2474280" y="1686240"/>
            <a:ext cx="2099160" cy="224496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04</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قانون العرض والطلب</a:t>
            </a:r>
            <a:endParaRPr b="0" lang="en-GB" sz="3200" strike="noStrike" u="none">
              <a:solidFill>
                <a:srgbClr val="000000"/>
              </a:solidFill>
              <a:effectLst/>
              <a:uFillTx/>
              <a:latin typeface="Arial"/>
            </a:endParaRPr>
          </a:p>
        </p:txBody>
      </p:sp>
      <p:sp>
        <p:nvSpPr>
          <p:cNvPr id="579" name="PlaceHolder 2"/>
          <p:cNvSpPr>
            <a:spLocks noGrp="1"/>
          </p:cNvSpPr>
          <p:nvPr>
            <p:ph type="subTitle"/>
          </p:nvPr>
        </p:nvSpPr>
        <p:spPr>
          <a:xfrm>
            <a:off x="2340000" y="108360"/>
            <a:ext cx="3308760" cy="47916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4</a:t>
            </a:r>
            <a:endParaRPr b="0" lang="en-GB" sz="3600" strike="noStrike" u="none">
              <a:solidFill>
                <a:srgbClr val="000000"/>
              </a:solidFill>
              <a:effectLst/>
              <a:uFillTx/>
              <a:latin typeface="Arial"/>
            </a:endParaRPr>
          </a:p>
        </p:txBody>
      </p:sp>
      <p:sp>
        <p:nvSpPr>
          <p:cNvPr id="580" name="PlaceHolder 3"/>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4400" strike="noStrike" u="none">
                <a:solidFill>
                  <a:srgbClr val="000000"/>
                </a:solidFill>
                <a:effectLst/>
                <a:uFillTx/>
                <a:latin typeface="Noto Sans Arabic"/>
              </a:rPr>
              <a:t> </a:t>
            </a:r>
            <a:r>
              <a:rPr b="0" lang="hi-IN" sz="4400" strike="noStrike" u="none">
                <a:solidFill>
                  <a:srgbClr val="000000"/>
                </a:solidFill>
                <a:effectLst/>
                <a:uFillTx/>
                <a:latin typeface="Noto Sans Arabic"/>
                <a:cs typeface="Noto Sans Arabic"/>
              </a:rPr>
              <a:t>هو نظرية اقتصادية أساسية تحدد العلاقة بين الكمية المعروضة من سلعة أو خدمة وطلب المستهلكين عليها، وكيف يؤثر ذلك في سعرها يهدف إلى تحقيق سعر التوازن</a:t>
            </a:r>
            <a:endParaRPr b="0" lang="en-GB" sz="4400" strike="noStrike" u="none">
              <a:solidFill>
                <a:srgbClr val="000000"/>
              </a:solidFill>
              <a:effectLst/>
              <a:uFillTx/>
              <a:latin typeface="Arial"/>
            </a:endParaRPr>
          </a:p>
        </p:txBody>
      </p:sp>
      <p:sp>
        <p:nvSpPr>
          <p:cNvPr id="581" name="PlaceHolder 45"/>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2" name="PlaceHolder 50"/>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
        <p:nvSpPr>
          <p:cNvPr id="583" name="PlaceHolder 102"/>
          <p:cNvSpPr/>
          <p:nvPr/>
        </p:nvSpPr>
        <p:spPr>
          <a:xfrm>
            <a:off x="650160" y="1800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p:nvPr>
        </p:nvSpPr>
        <p:spPr>
          <a:xfrm>
            <a:off x="504000" y="900000"/>
            <a:ext cx="9068760" cy="431676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العرض : </a:t>
            </a:r>
            <a:r>
              <a:rPr b="0" lang="hi-IN" sz="3600" strike="noStrike" u="none">
                <a:solidFill>
                  <a:srgbClr val="000000"/>
                </a:solidFill>
                <a:effectLst/>
                <a:uFillTx/>
                <a:latin typeface="Noto Sans Arabic"/>
                <a:cs typeface="Noto Sans Arabic"/>
              </a:rPr>
              <a:t>هو الكمية من سلعة أو خدمة يرغب المنتجون في تقديمها في السوق. وفقًا للقانون، كلما ارتفعت أسعار السلعة، زاد عرضها من قِبل المنتجين</a:t>
            </a:r>
            <a:endParaRPr b="0" lang="en-GB" sz="3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1" lang="hi-IN" sz="3600" strike="noStrike" u="none">
                <a:solidFill>
                  <a:srgbClr val="000000"/>
                </a:solidFill>
                <a:effectLst/>
                <a:uFillTx/>
                <a:latin typeface="Noto Sans Arabic"/>
                <a:cs typeface="Noto Sans Arabic"/>
              </a:rPr>
              <a:t>الطلب </a:t>
            </a:r>
            <a:r>
              <a:rPr b="0" lang="en-GB" sz="3600" strike="noStrike" u="none">
                <a:solidFill>
                  <a:srgbClr val="000000"/>
                </a:solidFill>
                <a:effectLst/>
                <a:uFillTx/>
                <a:latin typeface="Noto Sans Arabic"/>
              </a:rPr>
              <a:t>: هو الكمية من سلعة أو خدمة يرغب المستهلكون في شرائها بسعر معين. وفقًا للقانون، كلما انخفضت الأسعار، زاد الطلب عليها، والعكس</a:t>
            </a:r>
            <a:r>
              <a:rPr b="0" lang="en-GB" sz="3600" strike="noStrike" u="none">
                <a:solidFill>
                  <a:srgbClr val="000000"/>
                </a:solidFill>
                <a:effectLst/>
                <a:uFillTx/>
                <a:latin typeface="Noto Sans Arabic"/>
              </a:rPr>
              <a:t> </a:t>
            </a:r>
            <a:endParaRPr b="0" lang="en-GB" sz="3600" strike="noStrike" u="none">
              <a:solidFill>
                <a:srgbClr val="000000"/>
              </a:solidFill>
              <a:effectLst/>
              <a:uFillTx/>
              <a:latin typeface="Arial"/>
            </a:endParaRPr>
          </a:p>
        </p:txBody>
      </p:sp>
      <p:sp>
        <p:nvSpPr>
          <p:cNvPr id="585" name="PlaceHolder 59"/>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6" name="PlaceHolder 60"/>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87" name="PlaceHolder 103"/>
          <p:cNvSpPr/>
          <p:nvPr/>
        </p:nvSpPr>
        <p:spPr>
          <a:xfrm>
            <a:off x="650160" y="1800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88" name="PlaceHolder 52"/>
          <p:cNvSpPr/>
          <p:nvPr/>
        </p:nvSpPr>
        <p:spPr>
          <a:xfrm>
            <a:off x="2340000" y="10836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تأثير الاستهلاك على العرض و الطلب</a:t>
            </a:r>
            <a:endParaRPr b="0" lang="en-GB" sz="3200" strike="noStrike" u="none">
              <a:solidFill>
                <a:srgbClr val="000000"/>
              </a:solidFill>
              <a:effectLst/>
              <a:uFillTx/>
              <a:latin typeface="Arial"/>
            </a:endParaRPr>
          </a:p>
        </p:txBody>
      </p:sp>
      <p:sp>
        <p:nvSpPr>
          <p:cNvPr id="590" name="PlaceHolder 2"/>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يؤثر الاستهلاك بشكل كبير على قانون العرض والطلب؛ حيث ان زيادته تعني زيادة الطلب على السلع والخدمات، مما يدفع المنتجين لزيادة العرض، والعكس صحيح. هذا التفاعل المستمر بين الطلب والعرض يحدد الأسعار النهائية للمنتجات ويؤثر على أداء مختلف القطاعات الاقتصادية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591" name="PlaceHolder 54"/>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2" name="PlaceHolder 55"/>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3" name="PlaceHolder 104"/>
          <p:cNvSpPr/>
          <p:nvPr/>
        </p:nvSpPr>
        <p:spPr>
          <a:xfrm>
            <a:off x="650160" y="1800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94" name="PlaceHolder 57"/>
          <p:cNvSpPr/>
          <p:nvPr/>
        </p:nvSpPr>
        <p:spPr>
          <a:xfrm>
            <a:off x="2340000" y="10836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title"/>
          </p:nvPr>
        </p:nvSpPr>
        <p:spPr>
          <a:xfrm>
            <a:off x="504000" y="576000"/>
            <a:ext cx="9068760" cy="94320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2400" strike="noStrike" u="none">
                <a:solidFill>
                  <a:srgbClr val="000000"/>
                </a:solidFill>
                <a:effectLst/>
                <a:uFillTx/>
                <a:latin typeface="Noto Sans Arabic"/>
                <a:cs typeface="Noto Sans Arabic"/>
              </a:rPr>
              <a:t>من بين التاثيرات الاساسية للاستهلاك على قانون العرض و الطلب</a:t>
            </a:r>
            <a:endParaRPr b="0" lang="en-GB" sz="2400" strike="noStrike" u="none">
              <a:solidFill>
                <a:srgbClr val="000000"/>
              </a:solidFill>
              <a:effectLst/>
              <a:uFillTx/>
              <a:latin typeface="Arial"/>
            </a:endParaRPr>
          </a:p>
        </p:txBody>
      </p:sp>
      <p:sp>
        <p:nvSpPr>
          <p:cNvPr id="596" name="PlaceHolder 2"/>
          <p:cNvSpPr>
            <a:spLocks noGrp="1"/>
          </p:cNvSpPr>
          <p:nvPr>
            <p:ph/>
          </p:nvPr>
        </p:nvSpPr>
        <p:spPr>
          <a:xfrm>
            <a:off x="504000" y="1656000"/>
            <a:ext cx="9068760" cy="3560760"/>
          </a:xfrm>
          <a:prstGeom prst="rect">
            <a:avLst/>
          </a:prstGeom>
          <a:noFill/>
          <a:ln w="0">
            <a:noFill/>
          </a:ln>
        </p:spPr>
        <p:txBody>
          <a:bodyPr lIns="0" rIns="0" tIns="0" bIns="0" anchor="t" anchorCtr="1">
            <a:normAutofit fontScale="55000" lnSpcReduction="1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تحريك الطلب : فهو يؤثر على تحديد مدى الطلب على السلع والخدمات لتلبية الحاجة المتزايدة</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تحفيز الإنتاج : عندما يحفز الاستهلاك المتزايد الطلب، تستجيب الشركات بزيادة الإنتاج لتلبية هذا الطلب، مما قد يؤدي إلى زيادة الاستثمار وتوسيع المشاريع</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تأثير زيادة الطلب على الأسعار : تؤدي زيادة الطلب إلى ارتفاع الأسعار و انخفاض الطلب يؤدي إلى انخفاض الأسعار</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المرونة والتوقعات: تتأثر مرونة الطلب بالسعر وتوقعات المستهلكين. فإذا توقع المستهلكون انخفاض الأسعار في المستقبل، قد يؤجلون الشراء، مما يقلل الطلب مؤقتًا. تأثير على العرض: تزيد زيادة الطلب من حافز المنتجين لزيادة العرض، حيث أن ارتفاع الأسعار يجعلهم على استعداد لإنتاج كميات أكبر. على الجانب الآخر، إذا انخفض الطلب، قد تقلل الشركات من إنتاجها استجابةً لذلك. الاستثمار والتوظيف: تؤثر عادات الاستهلاك على قرارات المستثمرين بشأن توسيع الإنتاج، وتؤثر على أداء القطاعات الاقتصادية المختلفة. كما أن زيادة الاستهلاك تؤدي غالبًا إلى زيادة فرص التوظيف</a:t>
            </a:r>
            <a:endParaRPr b="0" lang="en-GB" sz="3200" strike="noStrike" u="none">
              <a:solidFill>
                <a:srgbClr val="000000"/>
              </a:solidFill>
              <a:effectLst/>
              <a:uFillTx/>
              <a:latin typeface="Arial"/>
            </a:endParaRPr>
          </a:p>
        </p:txBody>
      </p:sp>
      <p:sp>
        <p:nvSpPr>
          <p:cNvPr id="597" name="PlaceHolder 63"/>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8" name="PlaceHolder 64"/>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9" name="PlaceHolder 105"/>
          <p:cNvSpPr/>
          <p:nvPr/>
        </p:nvSpPr>
        <p:spPr>
          <a:xfrm>
            <a:off x="650160" y="1800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0" name="PlaceHolder 61"/>
          <p:cNvSpPr/>
          <p:nvPr/>
        </p:nvSpPr>
        <p:spPr>
          <a:xfrm>
            <a:off x="2340000" y="10836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p:nvPr>
        </p:nvSpPr>
        <p:spPr>
          <a:xfrm>
            <a:off x="504000" y="900000"/>
            <a:ext cx="9068760" cy="431676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تأثير على العرض : تزيد زيادة الطلب من حافز المنتجين لزيادة العرض، حيث أن ارتفاع الأسعار يجعلهم على استعداد لإنتاج كميات أكبر. على الجانب الآخر، إذا انخفض الطلب، قد تقلل الشركات من إنتاجها استجابةً لذلك</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الاستثمار والتوظيف : تؤثر عادات الاستهلاك على قرارات المستثمرين بشأن توسيع الإنتاج، وتؤثر على أداء القطاعات الاقتصادية المختلفة. كما أن زيادة الاستهلاك تؤدي غالبًا إلى زيادة فرص التوظيف</a:t>
            </a:r>
            <a:endParaRPr b="0" lang="en-GB" sz="3200" strike="noStrike" u="none">
              <a:solidFill>
                <a:srgbClr val="000000"/>
              </a:solidFill>
              <a:effectLst/>
              <a:uFillTx/>
              <a:latin typeface="Arial"/>
            </a:endParaRPr>
          </a:p>
        </p:txBody>
      </p:sp>
      <p:sp>
        <p:nvSpPr>
          <p:cNvPr id="602" name="PlaceHolder 68"/>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03" name="PlaceHolder 69"/>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04" name="PlaceHolder 106"/>
          <p:cNvSpPr/>
          <p:nvPr/>
        </p:nvSpPr>
        <p:spPr>
          <a:xfrm>
            <a:off x="650160" y="180000"/>
            <a:ext cx="3308760" cy="47916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5" name="PlaceHolder 66"/>
          <p:cNvSpPr/>
          <p:nvPr/>
        </p:nvSpPr>
        <p:spPr>
          <a:xfrm>
            <a:off x="2340000" y="108360"/>
            <a:ext cx="3308760" cy="47916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ubTitle"/>
          </p:nvPr>
        </p:nvSpPr>
        <p:spPr>
          <a:xfrm>
            <a:off x="900000" y="1260000"/>
            <a:ext cx="4316760" cy="1464840"/>
          </a:xfrm>
          <a:prstGeom prst="rect">
            <a:avLst/>
          </a:prstGeom>
          <a:noFill/>
          <a:ln w="0">
            <a:noFill/>
          </a:ln>
        </p:spPr>
        <p:txBody>
          <a:bodyPr lIns="0" rIns="0" tIns="0" bIns="0" anchor="t" anchorCtr="1">
            <a:spAutoFit/>
          </a:bodyPr>
          <a:p>
            <a:pPr algn="ctr">
              <a:lnSpc>
                <a:spcPct val="100000"/>
              </a:lnSpc>
            </a:pPr>
            <a:r>
              <a:rPr b="1" lang="hi-IN" sz="1800" strike="noStrike" u="none">
                <a:solidFill>
                  <a:srgbClr val="000000"/>
                </a:solidFill>
                <a:effectLst/>
                <a:uFillTx/>
                <a:latin typeface="Noto Sans Arabic"/>
                <a:cs typeface="Noto Sans Arabic"/>
              </a:rPr>
              <a:t>ما هي العلاقة بين الاستهلاك و المنفعة الاقتصادية ؟</a:t>
            </a:r>
            <a:endParaRPr b="0" lang="en-GB" sz="1800" strike="noStrike" u="none">
              <a:solidFill>
                <a:srgbClr val="000000"/>
              </a:solidFill>
              <a:effectLst/>
              <a:uFillTx/>
              <a:latin typeface="Arial"/>
            </a:endParaRPr>
          </a:p>
        </p:txBody>
      </p:sp>
      <p:sp>
        <p:nvSpPr>
          <p:cNvPr id="607" name="PlaceHolder 2"/>
          <p:cNvSpPr>
            <a:spLocks noGrp="1"/>
          </p:cNvSpPr>
          <p:nvPr>
            <p:ph type="title"/>
          </p:nvPr>
        </p:nvSpPr>
        <p:spPr>
          <a:xfrm>
            <a:off x="5400000" y="360000"/>
            <a:ext cx="3778920" cy="3958920"/>
          </a:xfrm>
          <a:prstGeom prst="rect">
            <a:avLst/>
          </a:prstGeom>
          <a:noFill/>
          <a:ln w="0">
            <a:noFill/>
          </a:ln>
        </p:spPr>
        <p:txBody>
          <a:bodyPr lIns="0" rIns="0" tIns="0" bIns="0" anchor="ctr" anchorCtr="1">
            <a:normAutofit/>
          </a:bodyPr>
          <a:p>
            <a:pPr indent="0" algn="r">
              <a:lnSpc>
                <a:spcPct val="100000"/>
              </a:lnSpc>
              <a:buNone/>
              <a:tabLst>
                <a:tab algn="l" pos="0"/>
              </a:tabLst>
            </a:pPr>
            <a:r>
              <a:rPr b="1" lang="hi-IN" sz="7200" strike="noStrike" u="none">
                <a:solidFill>
                  <a:srgbClr val="000000"/>
                </a:solidFill>
                <a:effectLst/>
                <a:uFillTx/>
                <a:latin typeface="Noto Sans Arabic"/>
                <a:cs typeface="Noto Sans Arabic"/>
              </a:rPr>
              <a:t>الاجابة على الاشكالية</a:t>
            </a:r>
            <a:endParaRPr b="0" lang="en-GB" sz="7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subTitle"/>
          </p:nvPr>
        </p:nvSpPr>
        <p:spPr>
          <a:xfrm>
            <a:off x="720000" y="108360"/>
            <a:ext cx="3308760" cy="490680"/>
          </a:xfrm>
          <a:prstGeom prst="rect">
            <a:avLst/>
          </a:prstGeom>
          <a:noFill/>
          <a:ln w="0">
            <a:noFill/>
          </a:ln>
        </p:spPr>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
        <p:nvSpPr>
          <p:cNvPr id="609" name="PlaceHolder 2"/>
          <p:cNvSpPr>
            <a:spLocks noGrp="1"/>
          </p:cNvSpPr>
          <p:nvPr>
            <p:ph/>
          </p:nvPr>
        </p:nvSpPr>
        <p:spPr>
          <a:xfrm>
            <a:off x="504000" y="1080000"/>
            <a:ext cx="9068760" cy="4136760"/>
          </a:xfrm>
          <a:prstGeom prst="rect">
            <a:avLst/>
          </a:prstGeom>
          <a:noFill/>
          <a:ln w="0">
            <a:noFill/>
          </a:ln>
        </p:spPr>
        <p:txBody>
          <a:bodyPr lIns="0" rIns="0" tIns="0" bIns="0" anchor="t" anchorCtr="1">
            <a:normAutofit lnSpcReduction="9999"/>
          </a:bodyPr>
          <a:p>
            <a:pPr marL="432000" indent="0">
              <a:lnSpc>
                <a:spcPct val="100000"/>
              </a:lnSpc>
              <a:spcBef>
                <a:spcPts val="1191"/>
              </a:spcBef>
              <a:spcAft>
                <a:spcPts val="992"/>
              </a:spcAft>
              <a:buNone/>
              <a:tabLst>
                <a:tab algn="l" pos="0"/>
              </a:tabLst>
            </a:pPr>
            <a:r>
              <a:rPr b="0" lang="hi-IN" sz="4200" strike="noStrike" u="none">
                <a:solidFill>
                  <a:srgbClr val="000000"/>
                </a:solidFill>
                <a:effectLst/>
                <a:uFillTx/>
                <a:latin typeface="Noto Sans Arabic"/>
                <a:cs typeface="Noto Sans Arabic"/>
              </a:rPr>
              <a:t>توجد علاقة وثيقة و تفاعلية بين الاستهلاك والمنفعة الاقتصادية؛ فالاستهلاك يُعتبر المحرك الأساسي للنمو الاقتصادي، حيث يخلق الطلب على السلع والخدمات بهدف إشباع الحاجات وتحقيق المنفعة، بينما تُشكل المنفعة (الإشباع) الدافع الأساسي للمستهلك وراء عملية الاستهلاك</a:t>
            </a:r>
            <a:endParaRPr b="0" lang="en-GB" sz="4200" strike="noStrike" u="none">
              <a:solidFill>
                <a:srgbClr val="000000"/>
              </a:solidFill>
              <a:effectLst/>
              <a:uFillTx/>
              <a:latin typeface="Arial"/>
            </a:endParaRPr>
          </a:p>
        </p:txBody>
      </p:sp>
      <p:sp>
        <p:nvSpPr>
          <p:cNvPr id="610" name="PlaceHolder 72"/>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1" name="PlaceHolder 73"/>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504000" y="576000"/>
            <a:ext cx="9068760" cy="94320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العلاقة بين الاستهلاك و المنفعة الاقتصادية</a:t>
            </a:r>
            <a:endParaRPr b="0" lang="en-GB" sz="3600" strike="noStrike" u="none">
              <a:solidFill>
                <a:srgbClr val="000000"/>
              </a:solidFill>
              <a:effectLst/>
              <a:uFillTx/>
              <a:latin typeface="Arial"/>
            </a:endParaRPr>
          </a:p>
        </p:txBody>
      </p:sp>
      <p:sp>
        <p:nvSpPr>
          <p:cNvPr id="613" name="PlaceHolder 2"/>
          <p:cNvSpPr>
            <a:spLocks noGrp="1"/>
          </p:cNvSpPr>
          <p:nvPr>
            <p:ph/>
          </p:nvPr>
        </p:nvSpPr>
        <p:spPr>
          <a:xfrm>
            <a:off x="504000" y="1656000"/>
            <a:ext cx="9068760" cy="356076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المنفعة والاحتياج : الاستهلاك ينطلق من الحاجة والرغبة في إشباع هذه الحاجة. المنفعة هي مقياس للرضا الذي يحققه المستهلك من استخدام هذه السلعة أو الخدمة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زيادة المنفعة الكلية : مع زيادة استهلاك الوحدات من سلعة ما، تزداد المنفعة الكلية التي يحصل عليها المستهلك على سبيل المثال تزيد المنفعة مع كل كوب ماء تشربه في يوم حار، لكن هذه الزيادة ليست مطلقة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تناقص المنفعة الحدية : على الرغم من أن المنفعة الكلية تزيد، فإن المنفعة التي يحصل عليها من كل وحدة إضافية (المنفعة الحدية) تتناقص. فكوب الماء الثاني يمنح رضا أكبر من الكوب الخامس. عندما يبلغ الاستهلاك حده الأقصى، تتوقف المنفعة الحدية عن الزيادة، وقد تصبح سالبة إذا استمر الاستهلاك</a:t>
            </a:r>
            <a:endParaRPr b="0" lang="en-GB" sz="2100" strike="noStrike" u="none">
              <a:solidFill>
                <a:srgbClr val="000000"/>
              </a:solidFill>
              <a:effectLst/>
              <a:uFillTx/>
              <a:latin typeface="Arial"/>
            </a:endParaRPr>
          </a:p>
        </p:txBody>
      </p:sp>
      <p:sp>
        <p:nvSpPr>
          <p:cNvPr id="614" name="PlaceHolder 77"/>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5" name="PlaceHolder 78"/>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16" name="PlaceHolder 75"/>
          <p:cNvSpPr/>
          <p:nvPr/>
        </p:nvSpPr>
        <p:spPr>
          <a:xfrm>
            <a:off x="720000" y="108360"/>
            <a:ext cx="3308760" cy="49068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 name="PlaceHolder 1"/>
          <p:cNvSpPr>
            <a:spLocks noGrp="1"/>
          </p:cNvSpPr>
          <p:nvPr>
            <p:ph/>
          </p:nvPr>
        </p:nvSpPr>
        <p:spPr>
          <a:xfrm>
            <a:off x="504000" y="900000"/>
            <a:ext cx="9068760" cy="4316760"/>
          </a:xfrm>
          <a:prstGeom prst="rect">
            <a:avLst/>
          </a:prstGeom>
          <a:noFill/>
          <a:ln w="0">
            <a:noFill/>
          </a:ln>
        </p:spPr>
        <p:txBody>
          <a:bodyPr lIns="0" rIns="0" tIns="0" bIns="0" anchor="t" anchorCtr="1">
            <a:normAutofit fontScale="92500" lnSpcReduction="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تعظيم المنفعة : يقوم الأفراد بتخصيص إنفاقهم بطريقة تزيد من منفعتهم الكلية قدر الإمكان، مع الأخذ في الاعتبار القيود المادية أو الميزانية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كحافز اقتصادي: زيادة استهلاك الأفراد تؤدي إلى زيادة الطلب على السلع والخدمات، وهذا بدوره يحفز الإنتاج والنمو الاقتصادي. وعلى العكس، فإن تراجع الاستهلاك يمكن أن يؤدي إلى تباطؤ في الإنتاج والنمو</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مقابل الاستثمار: الاستهلاك يركز على إشباع الحاجات الحالية، بينما الاستثمار يركز على زيادة القدرة على تلبية الاحتياجات المستقبلية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المقايضة بين الحاضر والمستقبل : يتطلب الاستثمار تقليل الاستهلاك الحالي، ولكنه يزيد من إمكانيات تحقيق مستويات معيشة أعلى في المستقبل</a:t>
            </a:r>
            <a:endParaRPr b="0" lang="en-GB" sz="2600" strike="noStrike" u="none">
              <a:solidFill>
                <a:srgbClr val="000000"/>
              </a:solidFill>
              <a:effectLst/>
              <a:uFillTx/>
              <a:latin typeface="Arial"/>
            </a:endParaRPr>
          </a:p>
        </p:txBody>
      </p:sp>
      <p:sp>
        <p:nvSpPr>
          <p:cNvPr id="618" name="PlaceHolder 82"/>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9" name="PlaceHolder 83"/>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0" name="PlaceHolder 80"/>
          <p:cNvSpPr/>
          <p:nvPr/>
        </p:nvSpPr>
        <p:spPr>
          <a:xfrm>
            <a:off x="720000" y="108360"/>
            <a:ext cx="3308760" cy="49068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 name="PlaceHolder 1"/>
          <p:cNvSpPr>
            <a:spLocks noGrp="1"/>
          </p:cNvSpPr>
          <p:nvPr>
            <p:ph type="title"/>
          </p:nvPr>
        </p:nvSpPr>
        <p:spPr>
          <a:xfrm>
            <a:off x="4502160" y="146160"/>
            <a:ext cx="5036760" cy="1098360"/>
          </a:xfrm>
          <a:prstGeom prst="rect">
            <a:avLst/>
          </a:prstGeom>
          <a:noFill/>
          <a:ln w="0">
            <a:noFill/>
          </a:ln>
        </p:spPr>
        <p:txBody>
          <a:bodyPr lIns="0" rIns="0" tIns="0" bIns="0" anchor="ctr" anchorCtr="1">
            <a:spAutoFit/>
          </a:bodyPr>
          <a:p>
            <a:pPr indent="0" algn="r">
              <a:lnSpc>
                <a:spcPct val="100000"/>
              </a:lnSpc>
              <a:buNone/>
              <a:tabLst>
                <a:tab algn="l" pos="0"/>
              </a:tabLst>
            </a:pPr>
            <a:r>
              <a:rPr b="1" lang="hi-IN" sz="7200" strike="noStrike" u="wavy">
                <a:solidFill>
                  <a:srgbClr val="000000"/>
                </a:solidFill>
                <a:effectLst/>
                <a:uFillTx/>
                <a:latin typeface="Noto Sans Arabic"/>
                <a:cs typeface="Noto Sans Arabic"/>
              </a:rPr>
              <a:t>الخاتمة</a:t>
            </a:r>
            <a:endParaRPr b="0" lang="en-GB" sz="7200" strike="noStrike" u="none">
              <a:solidFill>
                <a:srgbClr val="000000"/>
              </a:solidFill>
              <a:effectLst/>
              <a:uFillTx/>
              <a:latin typeface="Arial"/>
            </a:endParaRPr>
          </a:p>
        </p:txBody>
      </p:sp>
      <p:sp>
        <p:nvSpPr>
          <p:cNvPr id="622" name="PlaceHolder 2"/>
          <p:cNvSpPr>
            <a:spLocks noGrp="1"/>
          </p:cNvSpPr>
          <p:nvPr>
            <p:ph/>
          </p:nvPr>
        </p:nvSpPr>
        <p:spPr>
          <a:xfrm>
            <a:off x="540000" y="1260000"/>
            <a:ext cx="8816760" cy="395892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النتيجة</a:t>
            </a:r>
            <a:endParaRPr b="0" lang="en-GB" sz="60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الافاق المستقبلية للبحث</a:t>
            </a:r>
            <a:endParaRPr b="0" lang="en-GB" sz="60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المصادر</a:t>
            </a:r>
            <a:endParaRPr b="0" lang="en-GB" sz="6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504000" y="576000"/>
            <a:ext cx="9068760" cy="94320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النتيجة</a:t>
            </a:r>
            <a:endParaRPr b="0" lang="en-GB" sz="3600" strike="noStrike" u="none">
              <a:solidFill>
                <a:srgbClr val="000000"/>
              </a:solidFill>
              <a:effectLst/>
              <a:uFillTx/>
              <a:latin typeface="Arial"/>
            </a:endParaRPr>
          </a:p>
        </p:txBody>
      </p:sp>
      <p:sp>
        <p:nvSpPr>
          <p:cNvPr id="624" name="PlaceHolder 2"/>
          <p:cNvSpPr>
            <a:spLocks noGrp="1"/>
          </p:cNvSpPr>
          <p:nvPr>
            <p:ph/>
          </p:nvPr>
        </p:nvSpPr>
        <p:spPr>
          <a:xfrm>
            <a:off x="504000" y="1656000"/>
            <a:ext cx="9068760" cy="356076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تكمن خلاصة البحث في معرفتها ان علاقة الاستهلاك و المنفعة الاقتصادية علاقة تأثر و تأثير فاستهلاك السلع يؤدي الى اكتساب المنفعة و اكتسابها يؤدي الى استهلاك اكثر بحثا عن منفعة اكثر و يحدد سلوك الاستهلاك و تحقيق المنفعة عدة عوامل تختلف من شخص لاخر</a:t>
            </a:r>
            <a:endParaRPr b="0" lang="en-GB" sz="3200" strike="noStrike" u="none">
              <a:solidFill>
                <a:srgbClr val="000000"/>
              </a:solidFill>
              <a:effectLst/>
              <a:uFillTx/>
              <a:latin typeface="Arial"/>
            </a:endParaRPr>
          </a:p>
        </p:txBody>
      </p:sp>
      <p:sp>
        <p:nvSpPr>
          <p:cNvPr id="625" name="PlaceHolder 9"/>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26" name="PlaceHolder 10"/>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7" name="PlaceHolder 11"/>
          <p:cNvSpPr/>
          <p:nvPr/>
        </p:nvSpPr>
        <p:spPr>
          <a:xfrm>
            <a:off x="720000" y="108360"/>
            <a:ext cx="3308760" cy="49068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504000" y="576000"/>
            <a:ext cx="9068760" cy="94320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الافاق المستقبلية للبحث</a:t>
            </a:r>
            <a:endParaRPr b="0" lang="en-GB" sz="3600" strike="noStrike" u="none">
              <a:solidFill>
                <a:srgbClr val="000000"/>
              </a:solidFill>
              <a:effectLst/>
              <a:uFillTx/>
              <a:latin typeface="Arial"/>
            </a:endParaRPr>
          </a:p>
        </p:txBody>
      </p:sp>
      <p:sp>
        <p:nvSpPr>
          <p:cNvPr id="629" name="PlaceHolder 2"/>
          <p:cNvSpPr>
            <a:spLocks noGrp="1"/>
          </p:cNvSpPr>
          <p:nvPr>
            <p:ph/>
          </p:nvPr>
        </p:nvSpPr>
        <p:spPr>
          <a:xfrm>
            <a:off x="504000" y="1656000"/>
            <a:ext cx="9068760" cy="356076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من خلال هذا البحث، فهمنا أن الاستهلاك والمنفعة الاقتصادية موضوع مهم في حياة كل إنسان، لأنّه يوضح كيف يختار الناس ما يشترونه وكيف يحاولون الحصول على أكبر فائدة من دخلهم. وفي المستقبل يمكن أن نوسع البحث لندرس أمورًا أخرى مثل</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أثرت التكنولوجيا والشراء عبر الإنترنت على طريقة استهلاك الناس</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أصبح بعض الناس يهتمون بالبيئة ويختارون سلعًا صديقة للطبيعة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تحقيق منفعة اقتصادية دون اسراف او تبذير</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ترشيد الاستهلاك للمحافظة على المال والموارد والطبيعة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تحتلف المنفعة الاقتصادية من شخص لاخر</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p:txBody>
      </p:sp>
      <p:sp>
        <p:nvSpPr>
          <p:cNvPr id="630" name="PlaceHolder 19"/>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1" name="PlaceHolder 26"/>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2" name="PlaceHolder 29"/>
          <p:cNvSpPr/>
          <p:nvPr/>
        </p:nvSpPr>
        <p:spPr>
          <a:xfrm>
            <a:off x="720000" y="108360"/>
            <a:ext cx="3308760" cy="49068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 name="PlaceHolder 1"/>
          <p:cNvSpPr>
            <a:spLocks noGrp="1"/>
          </p:cNvSpPr>
          <p:nvPr>
            <p:ph type="title"/>
          </p:nvPr>
        </p:nvSpPr>
        <p:spPr>
          <a:xfrm>
            <a:off x="504000" y="576000"/>
            <a:ext cx="9068760" cy="94320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المصادر</a:t>
            </a:r>
            <a:endParaRPr b="0" lang="en-GB" sz="3600" strike="noStrike" u="wavy">
              <a:solidFill>
                <a:srgbClr val="000000"/>
              </a:solidFill>
              <a:effectLst/>
              <a:uFillTx/>
              <a:latin typeface="Arial"/>
            </a:endParaRPr>
          </a:p>
        </p:txBody>
      </p:sp>
      <p:sp>
        <p:nvSpPr>
          <p:cNvPr id="634" name="PlaceHolder 2"/>
          <p:cNvSpPr>
            <a:spLocks noGrp="1"/>
          </p:cNvSpPr>
          <p:nvPr>
            <p:ph/>
          </p:nvPr>
        </p:nvSpPr>
        <p:spPr>
          <a:xfrm>
            <a:off x="504000" y="1656000"/>
            <a:ext cx="9068760" cy="3560760"/>
          </a:xfrm>
          <a:prstGeom prst="rect">
            <a:avLst/>
          </a:prstGeom>
          <a:noFill/>
          <a:ln w="0">
            <a:noFill/>
          </a:ln>
        </p:spPr>
        <p:txBody>
          <a:bodyPr lIns="0" rIns="0" tIns="0" bIns="0" anchor="t">
            <a:normAutofit lnSpcReduction="9999"/>
          </a:bodyPr>
          <a:p>
            <a:pPr indent="0">
              <a:lnSpc>
                <a:spcPct val="100000"/>
              </a:lnSpc>
              <a:buNone/>
              <a:tabLst>
                <a:tab algn="l" pos="0"/>
              </a:tabLst>
            </a:pPr>
            <a:r>
              <a:rPr b="0" lang="hi-IN" sz="1800" strike="noStrike" u="none">
                <a:solidFill>
                  <a:srgbClr val="000000"/>
                </a:solidFill>
                <a:effectLst/>
                <a:uFillTx/>
                <a:latin typeface="Arial"/>
              </a:rPr>
              <a:t>مصطفى الشهابي (</a:t>
            </a:r>
            <a:r>
              <a:rPr b="0" lang="en-GB" sz="1800" strike="noStrike" u="none">
                <a:solidFill>
                  <a:srgbClr val="000000"/>
                </a:solidFill>
                <a:effectLst/>
                <a:uFillTx/>
                <a:latin typeface="Arial"/>
              </a:rPr>
              <a:t>2003</a:t>
            </a:r>
            <a:r>
              <a:rPr b="0" lang="en-GB" sz="1800" strike="noStrike" u="none">
                <a:solidFill>
                  <a:srgbClr val="000000"/>
                </a:solidFill>
                <a:effectLst/>
                <a:uFillTx/>
                <a:latin typeface="Arial"/>
              </a:rPr>
              <a:t>). أحمد شفيق الخطيب (المحرر). معجم الشهابي في مصطلحات العلوم الزراعية (بالعربية والإنجليزية واللاتينية) (ط. </a:t>
            </a:r>
            <a:r>
              <a:rPr b="0" lang="en-GB" sz="1800" strike="noStrike" u="none">
                <a:solidFill>
                  <a:srgbClr val="000000"/>
                </a:solidFill>
                <a:effectLst/>
                <a:uFillTx/>
                <a:latin typeface="Arial"/>
              </a:rPr>
              <a:t>5</a:t>
            </a:r>
            <a:r>
              <a:rPr b="0" lang="en-GB" sz="1800" strike="noStrike" u="none">
                <a:solidFill>
                  <a:srgbClr val="000000"/>
                </a:solidFill>
                <a:effectLst/>
                <a:uFillTx/>
                <a:latin typeface="Arial"/>
              </a:rPr>
              <a:t>). بيروت: مكتبة لبنان ناشرون. ص. </a:t>
            </a:r>
            <a:r>
              <a:rPr b="0" lang="en-GB" sz="1800" strike="noStrike" u="none">
                <a:solidFill>
                  <a:srgbClr val="000000"/>
                </a:solidFill>
                <a:effectLst/>
                <a:uFillTx/>
                <a:latin typeface="Arial"/>
              </a:rPr>
              <a:t>822</a:t>
            </a:r>
            <a:r>
              <a:rPr b="0" lang="en-GB" sz="1800" strike="noStrike" u="none">
                <a:solidFill>
                  <a:srgbClr val="000000"/>
                </a:solidFill>
                <a:effectLst/>
                <a:uFillTx/>
                <a:latin typeface="Arial"/>
              </a:rPr>
              <a:t>. ISBN:978-9953-10-550-5. OCLC:1158683669. QID:Q115858366.</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من موقع ديلي فوركس</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DailyForex </a:t>
            </a:r>
            <a:r>
              <a:rPr b="0" lang="hi-IN" sz="1800" strike="noStrike" u="none">
                <a:solidFill>
                  <a:srgbClr val="000000"/>
                </a:solidFill>
                <a:effectLst/>
                <a:uFillTx/>
                <a:latin typeface="Arial"/>
              </a:rPr>
              <a:t>نسخة محفوظة</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2020</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تعريف الاستهلاك، من موقع موسوعة نسخة محفوظة </a:t>
            </a:r>
            <a:r>
              <a:rPr b="0" lang="en-GB" sz="1800" strike="noStrike" u="none">
                <a:solidFill>
                  <a:srgbClr val="000000"/>
                </a:solidFill>
                <a:effectLst/>
                <a:uFillTx/>
                <a:latin typeface="Arial"/>
              </a:rPr>
              <a:t>6</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البكري ،ثامر(</a:t>
            </a:r>
            <a:r>
              <a:rPr b="0" lang="en-GB" sz="1800" strike="noStrike" u="none">
                <a:solidFill>
                  <a:srgbClr val="000000"/>
                </a:solidFill>
                <a:effectLst/>
                <a:uFillTx/>
                <a:latin typeface="Arial"/>
              </a:rPr>
              <a:t>2009</a:t>
            </a:r>
            <a:r>
              <a:rPr b="0" lang="hi-IN" sz="1800" strike="noStrike" u="none">
                <a:solidFill>
                  <a:srgbClr val="000000"/>
                </a:solidFill>
                <a:effectLst/>
                <a:uFillTx/>
                <a:latin typeface="Arial"/>
              </a:rPr>
              <a:t>م-</a:t>
            </a:r>
            <a:r>
              <a:rPr b="0" lang="en-GB" sz="1800" strike="noStrike" u="none">
                <a:solidFill>
                  <a:srgbClr val="000000"/>
                </a:solidFill>
                <a:effectLst/>
                <a:uFillTx/>
                <a:latin typeface="Arial"/>
              </a:rPr>
              <a:t>1429</a:t>
            </a:r>
            <a:r>
              <a:rPr b="0" lang="hi-IN" sz="1800" strike="noStrike" u="none">
                <a:solidFill>
                  <a:srgbClr val="000000"/>
                </a:solidFill>
                <a:effectLst/>
                <a:uFillTx/>
                <a:latin typeface="Arial"/>
              </a:rPr>
              <a:t>هـ).الاتصالات التسويقية والترويج.عمان:دار حماد</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ما هو الاستهلاك، من الموسوعة العربية نسخة محفوظة </a:t>
            </a:r>
            <a:r>
              <a:rPr b="0" lang="en-GB" sz="1800" strike="noStrike" u="none">
                <a:solidFill>
                  <a:srgbClr val="000000"/>
                </a:solidFill>
                <a:effectLst/>
                <a:uFillTx/>
                <a:latin typeface="Arial"/>
              </a:rPr>
              <a:t>23</a:t>
            </a:r>
            <a:r>
              <a:rPr b="0" lang="en-GB" sz="1800" strike="noStrike" u="none">
                <a:solidFill>
                  <a:srgbClr val="000000"/>
                </a:solidFill>
                <a:effectLst/>
                <a:uFillTx/>
                <a:latin typeface="Arial"/>
              </a:rPr>
              <a:t> سبتمبر </a:t>
            </a:r>
            <a:r>
              <a:rPr b="0" lang="en-GB" sz="1800" strike="noStrike" u="none">
                <a:solidFill>
                  <a:srgbClr val="000000"/>
                </a:solidFill>
                <a:effectLst/>
                <a:uFillTx/>
                <a:latin typeface="Arial"/>
              </a:rPr>
              <a:t>2015</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قاعدة ذهبية، من موقع إسلام أون لاين نسخة محفوظة </a:t>
            </a:r>
            <a:r>
              <a:rPr b="0" lang="en-GB" sz="1800" strike="noStrike" u="none">
                <a:solidFill>
                  <a:srgbClr val="000000"/>
                </a:solidFill>
                <a:effectLst/>
                <a:uFillTx/>
                <a:latin typeface="Arial"/>
              </a:rPr>
              <a:t>21</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hi-IN" sz="1800" strike="noStrike" u="none">
                <a:solidFill>
                  <a:srgbClr val="000000"/>
                </a:solidFill>
                <a:effectLst/>
                <a:uFillTx/>
                <a:latin typeface="Arial"/>
              </a:rPr>
              <a:t>القاموس الاقتصادي - تأليف حسن النجفي - بغداد </a:t>
            </a:r>
            <a:r>
              <a:rPr b="0" lang="en-GB" sz="1800" strike="noStrike" u="none">
                <a:solidFill>
                  <a:srgbClr val="000000"/>
                </a:solidFill>
                <a:effectLst/>
                <a:uFillTx/>
                <a:latin typeface="Arial"/>
              </a:rPr>
              <a:t>1977</a:t>
            </a:r>
            <a:r>
              <a:rPr b="0" lang="hi-IN" sz="1800" strike="noStrike" u="none">
                <a:solidFill>
                  <a:srgbClr val="000000"/>
                </a:solidFill>
                <a:effectLst/>
                <a:uFillTx/>
                <a:latin typeface="Arial"/>
              </a:rPr>
              <a:t>م - صفحة </a:t>
            </a:r>
            <a:r>
              <a:rPr b="0" lang="en-GB" sz="1800" strike="noStrike" u="none">
                <a:solidFill>
                  <a:srgbClr val="000000"/>
                </a:solidFill>
                <a:effectLst/>
                <a:uFillTx/>
                <a:latin typeface="Arial"/>
              </a:rPr>
              <a:t>199</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d-nb.info". d-nb.info.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psh.techlib.cz". psh.techlib.cz.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thes.bncf.firenze.sbn.it". thes.bncf.firenze.sbn.it.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04</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28</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indent="0">
              <a:lnSpc>
                <a:spcPct val="100000"/>
              </a:lnSpc>
              <a:buNone/>
              <a:tabLst>
                <a:tab algn="l" pos="0"/>
              </a:tabLst>
            </a:pPr>
            <a:r>
              <a:rPr b="0" lang="en-GB" sz="1800" strike="noStrike" u="none">
                <a:solidFill>
                  <a:srgbClr val="000000"/>
                </a:solidFill>
                <a:effectLst/>
                <a:uFillTx/>
                <a:latin typeface="Arial"/>
              </a:rPr>
              <a:t> </a:t>
            </a:r>
            <a:endParaRPr b="0" lang="en-GB" sz="1800" strike="noStrike" u="none">
              <a:solidFill>
                <a:srgbClr val="000000"/>
              </a:solidFill>
              <a:effectLst/>
              <a:uFillTx/>
              <a:latin typeface="Arial"/>
            </a:endParaRPr>
          </a:p>
        </p:txBody>
      </p:sp>
      <p:sp>
        <p:nvSpPr>
          <p:cNvPr id="635" name="PlaceHolder 37"/>
          <p:cNvSpPr/>
          <p:nvPr/>
        </p:nvSpPr>
        <p:spPr>
          <a:xfrm>
            <a:off x="540000" y="10836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6" name="PlaceHolder 38"/>
          <p:cNvSpPr/>
          <p:nvPr/>
        </p:nvSpPr>
        <p:spPr>
          <a:xfrm>
            <a:off x="507960" y="74880"/>
            <a:ext cx="3308760" cy="47916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7" name="PlaceHolder 39"/>
          <p:cNvSpPr/>
          <p:nvPr/>
        </p:nvSpPr>
        <p:spPr>
          <a:xfrm>
            <a:off x="720000" y="108360"/>
            <a:ext cx="3308760" cy="49068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230</TotalTime>
  <Application>LibreOffice/25.8.2.2$Windows_X86_64 LibreOffice_project/d401f2107ccab8f924a8e2df40f573aab7605b6f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2025-10-20T17:42:54Z</dcterms:created>
  <dc:creator/>
  <dc:description>
               Yellow Idea - LibreOffice Impress Template
                    by Dwi Alita @ealita.id
This template is made as an answer to Indonesian LibreOffice Community and
Gimpscape ID's call-to-arms to contribute to the 10th anniversary of
LibreOffice celebration.
Credits:
This work is licensed under the Creative Commons Attribution-ShareAlike 4.0
International License by Dwi Alita @ealita.id.
To view a copy of this license, visit https://creativecommons.org/licenses/by-sa/4.0/legalcode
or send a letter to Creative Commons, PO Box 1866, Mountain View, CA 94042, USA.
    </dc:description>
  <dc:language>en-GB</dc:language>
  <cp:lastModifiedBy/>
  <cp:lastPrinted>2025-10-25T13:39:09Z</cp:lastPrinted>
  <dcterms:modified xsi:type="dcterms:W3CDTF">2025-10-26T15:12:00Z</dcterms:modified>
  <cp:revision>49</cp:revision>
  <dc:subject/>
  <dc:title>Yellow Idea</dc:title>
</cp:coreProperties>
</file>

<file path=docProps/custom.xml><?xml version="1.0" encoding="utf-8"?>
<Properties xmlns="http://schemas.openxmlformats.org/officeDocument/2006/custom-properties" xmlns:vt="http://schemas.openxmlformats.org/officeDocument/2006/docPropsVTypes"/>
</file>